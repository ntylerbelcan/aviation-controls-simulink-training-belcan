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7"/>
  </p:notesMasterIdLst>
  <p:handoutMasterIdLst>
    <p:handoutMasterId r:id="rId98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808" r:id="rId74"/>
    <p:sldId id="3788" r:id="rId75"/>
    <p:sldId id="3790" r:id="rId76"/>
    <p:sldId id="3791" r:id="rId77"/>
    <p:sldId id="3792" r:id="rId78"/>
    <p:sldId id="3793" r:id="rId79"/>
    <p:sldId id="3794" r:id="rId80"/>
    <p:sldId id="3795" r:id="rId81"/>
    <p:sldId id="3796" r:id="rId82"/>
    <p:sldId id="3797" r:id="rId83"/>
    <p:sldId id="3798" r:id="rId84"/>
    <p:sldId id="3799" r:id="rId85"/>
    <p:sldId id="3800" r:id="rId86"/>
    <p:sldId id="3801" r:id="rId87"/>
    <p:sldId id="3802" r:id="rId88"/>
    <p:sldId id="3803" r:id="rId89"/>
    <p:sldId id="3804" r:id="rId90"/>
    <p:sldId id="3807" r:id="rId91"/>
    <p:sldId id="3782" r:id="rId92"/>
    <p:sldId id="3784" r:id="rId93"/>
    <p:sldId id="3785" r:id="rId94"/>
    <p:sldId id="3783" r:id="rId95"/>
    <p:sldId id="3786" r:id="rId9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0"/>
            <p14:sldId id="3791"/>
            <p14:sldId id="3792"/>
            <p14:sldId id="3793"/>
            <p14:sldId id="3794"/>
            <p14:sldId id="3795"/>
            <p14:sldId id="3796"/>
            <p14:sldId id="3797"/>
            <p14:sldId id="3798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2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handoutMaster" Target="handoutMasters/handoutMaster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3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B2EBFCA1-781A-A50D-AE83-6147461674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DF69E6B-D8F5-5ABF-EBCC-D0E045CFEA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AE28A88-DB09-2E5F-776C-B2BD56275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9234821F-5F3E-8CA8-E158-5FECEC6B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File (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pic>
        <p:nvPicPr>
          <p:cNvPr id="29" name="Content Placeholder 8">
            <a:extLst>
              <a:ext uri="{FF2B5EF4-FFF2-40B4-BE49-F238E27FC236}">
                <a16:creationId xmlns:a16="http://schemas.microsoft.com/office/drawing/2014/main" id="{63492AA2-2FDD-601C-C8B5-B381E142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1259359" y="2982230"/>
            <a:ext cx="3896370" cy="2729168"/>
          </a:xfrm>
          <a:prstGeom prst="rect">
            <a:avLst/>
          </a:prstGeom>
        </p:spPr>
      </p:pic>
      <p:pic>
        <p:nvPicPr>
          <p:cNvPr id="35" name="Content Placeholder 8">
            <a:extLst>
              <a:ext uri="{FF2B5EF4-FFF2-40B4-BE49-F238E27FC236}">
                <a16:creationId xmlns:a16="http://schemas.microsoft.com/office/drawing/2014/main" id="{1B860C44-D0F5-9413-676F-CFA08EB0168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152" t="24938" r="29173" b="23708"/>
          <a:stretch>
            <a:fillRect/>
          </a:stretch>
        </p:blipFill>
        <p:spPr>
          <a:xfrm>
            <a:off x="5934075" y="2982230"/>
            <a:ext cx="6257925" cy="347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839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43113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F8804-D9BF-AA1D-5874-5A67E029F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179C50A-A0E2-86A7-F820-6D153ACF31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E45ADF-3671-684F-1F13-FECF51CAA6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BB321-A231-1ACD-87EC-9D811C25F3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F738B-B6B0-34B1-77EE-54556AF8CC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D1A133-0466-2C8D-9466-E813F7E7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E155ED5-ED5A-F0E2-4A9B-BF88E8709F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9528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prodBlkA</a:t>
            </a:r>
            <a:r>
              <a:rPr lang="en-US" dirty="0"/>
              <a:t>” &amp; “</a:t>
            </a:r>
            <a:r>
              <a:rPr lang="en-US" dirty="0" err="1"/>
              <a:t>prodBlkB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RESspb46bYgKzLmiLDMOThRB5ttrJkUHQaz/D/vpNkx27iOEbROcO6F8O6H+R33x3JIxeRcc20hPk7mGB0Gp3V9acJ+E8nPBpEVS9DgyznUkkuMoacM5khaetpcHXVRKeLKIAfYbh2zQzKdiAS/hnlWsuE61QLiwJEkSSGRzeDaOqxQX+L7/Bz70G/rnClC/PoNPgZDiIoy0sYtcNYKBsSTNE3dQWl+wt7n6Y3XQ4ivJuWtYcWy1WAgC2eWzKnb8LOf4wJKujgbvEKdeilcWzzJMt4qjLgGrOCW0FmTW/QhbTTpB26m35YVwFcRdO0sizRjBW8MCqORWzBkHUrt64MK5Nifn439UTLYs0qzxMmgGegBeoi1tYmijCE+bTVvja3UGk0URcgMdbHs4h+cujB6/H8Am+xbCXnu/WPVZe+Jh7D/Bq86/mqZ17jY8Ne/h5tp6pCl5noaowYeLQkzlfFcj8QoVwPTuJhPZmW2MpPgiPD1mMLVvSGsnSyEbTqVTCk6r/H9eehR7Iz0SlfDhabUkwgYXFW5LmAPDZKabkhbUgOo9o7DeV3xtsvVI/jvczJjGOuhU6t1SgU8pyZ/5k7jX6bgadFupe72GjaATTEmUoRM4nA0+9+qf6BsJ+1LJYGTIog0UhhU5mq5LCKG9blbFJ9RbBbkZ1PwJWP8LFtfJmMmVBGJInVIhMMGD8evi4v++BRsamiyLOYS6aVTOm4YMeD1x6ls2YvwCS3RqaCmQS1Snmi0gIPWBWvRyOPo74WH0H8FtA/1AHKk2ntqtAH8HZWrQ5+ti8eZjMRZ7lNlWTS5tzoYxLeo76sybkokf7cw38KLyjBkJk0U1pIpVRu2BHX166d4ymknKWFRomJkLZIwJhUFYdUindhPKE5dPt1gTYcpX760j/5YVftvHejcYfiSpO9Ob+FHfv6iyLsgFGfedN+/EoeEGrqO+P95xsTKdMpK2Qc5zwHUEffalbRfFlCNyRpXDUqV13/pgH/0GMLQIvl/K69jRQfqXtve23yqb1Bfzbv2u03zq/7fj74B5Kx2siXHeEZ2BxUkkvOE5mkynCpn70JyFgkUqapFYVMpTbWbB+UL7eRbo7QTY2Jr0iSBm9WqsPyJB7m6aVC7ZMKJilkJqlLKBjQ6qCP5NmkikLnTMkClVUachNn2SE940uejvy/mdv9Efcp3vlW8VyK6TKaWsNinWeGx5qnaPFf0KE9m7OmdJpuPNv5iiboR931YoQVnRllF+e0n81hs+Hiy3/X64cWSutbX086t9WVo6EZHsYwiHoMhHIQ/T5Gj53HsK6MW1fAzw+IaVYmB1C2viVFzZNs0bzXUM66Jyoa9sKFPtxFLybTV6vWBl+15jd9iXSOBgLsIGZSm4467Opj95hn0DjdDni/qXRPUoTw49aj0z2yb1wiXQCtcmuFLpd/A21qAQ78Ew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Ssq3xE2xoUmaJkWGYQiGE3m02ciSQdFuvCD/fSfJSdzEcYyiS4Z1XwzrXsjnnjuSR15HxjXTEhbHMMFoN9qv68sJ+MsdHg2iain78OH90d7p+z+P944OSFxPg6urJtq9jgL4EYZz18ygbEcg4R8Xg2jqsUE/x2P80uvo1xWudGER7QY/w0EEZXkCo9bBQtmQYIq+qSso3V/Y+zS96c0gwqtpWXtoZz0LELCdeU7m9E3w+M8xgQId3BzPUIdeGsc2T7KMpyoDrjEruBVk1vQGHfi1Ju3Q3fTDugrgKpqmlWWJZqzghVFxLGILhqxbuXVlWJoUi4OrqScCrm+J43nCBPAMtEBdxNraRBGGsJi22j0zh0qjiboAibE+nuvoF4cevB4vDnGOZSs5WK9/rDrxNfEYFufgXc9XPfMaHxv28lO0naoKXWaiszFi4NENcb6sh7uBCOXt4CQe1pNpia18JzgybD1WYEVvKUs794JWvQyGVP33uP4y9Eh2JtrlN4M70tAkkLA4K/JcQB4bpbS8J21IDqPaOw3lD8bbEdXjeCNzMuOYa6FTazUKhTxn5n/mdqOPM/C0SDdyFxtNO4CGOFMpYiYRePrDL9XfETazlsXSgEkRJBopbCpTlWxXccO6nE2qbwh2JbKDCbjyET62ii+TMRPKiCSxWmSCAeMvh6/LyyZ4VGyqKPIs5pJpJVM6LtjLwWuP0lmzEWCSWyNTwUyCWqU8UWmBW6yKvdHI46ivxUcQvwf0T3WAcmdauyr0AbybVcuDn22Kh9lMxFluUyWZtDk3+iUJ71Gf1ORclEh/7uA/hReUYMhMmiktpFIqN+wF19e6neMppJylhUaJiZC2SMCYVBXbVIp3YTyhOXT7dYg2vEj99KW/89O62jl1o3GH4kyTvTmYw5p9/VURdsDaRrv9+EAeEGrqO+PN5xsTKdMpK2Qc5zwHUC++1Syj+bqELkjSuGpULrv++wb8U48tAC2Wg6v23lF8pu697bXJp/YG/f6ia7ffOn/b9/PBP5CM5UZ+0xGegc1BJbnkPJFJqgyX+tmbgIxFImWaWlHIVGpjzepB+Xob6f0Rel9j4huSpMGbpWq7PImHeXqtUPukgkkKmUnqEgoGtDroI3k2qaLQOVOyQGWVhtzEWbZNz/iapyP/b+Z2c8R9inOtZcJ1qoVFAaJIEvP8DZ4uo6k1LNZ5ZniseYoW/wUd2rM5a0qn6cazmq9ogn7UXS9GWNGZUXZxTvvZHDb3XHz97/z2oYXS+s7Xk85teeVoaIaHMQyiHgOhHES/jdFj5zGsK+NuK+DXB8Q0S5MtKLu9JUXNk2zRvOdQzrrHKBr20IU+3OteTKZvjhFNs3OKAS7xTety0ZdJ52wgwBpyJrXp6MOuRtaPuw+N0+2AdxtL9yxFKD+vPDzdofvOZdIF0CrXZb2ehWYKGk+gwjXRUVRQmba8NkbYvshF3Rxz17WxW9ovwf0NY3fd928UAAA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128004</TotalTime>
  <Words>2832</Words>
  <Application>Microsoft Office PowerPoint</Application>
  <PresentationFormat>Widescreen</PresentationFormat>
  <Paragraphs>385</Paragraphs>
  <Slides>91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10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File (slreqx)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2169</cp:revision>
  <cp:lastPrinted>2026-03-04T20:38:48Z</cp:lastPrinted>
  <dcterms:created xsi:type="dcterms:W3CDTF">2017-05-22T13:23:52Z</dcterms:created>
  <dcterms:modified xsi:type="dcterms:W3CDTF">2026-09-08T17:06:14Z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