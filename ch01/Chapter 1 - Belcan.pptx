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9"/>
  </p:notesMasterIdLst>
  <p:handoutMasterIdLst>
    <p:handoutMasterId r:id="rId100"/>
  </p:handoutMasterIdLst>
  <p:sldIdLst>
    <p:sldId id="256" r:id="rId6"/>
    <p:sldId id="3714" r:id="rId7"/>
    <p:sldId id="3764" r:id="rId8"/>
    <p:sldId id="3715" r:id="rId9"/>
    <p:sldId id="3717" r:id="rId10"/>
    <p:sldId id="3811" r:id="rId11"/>
    <p:sldId id="3810" r:id="rId12"/>
    <p:sldId id="3633" r:id="rId13"/>
    <p:sldId id="3718" r:id="rId14"/>
    <p:sldId id="3719" r:id="rId15"/>
    <p:sldId id="3720" r:id="rId16"/>
    <p:sldId id="3634" r:id="rId17"/>
    <p:sldId id="3721" r:id="rId18"/>
    <p:sldId id="3722" r:id="rId19"/>
    <p:sldId id="3813" r:id="rId20"/>
    <p:sldId id="3812" r:id="rId21"/>
    <p:sldId id="3723" r:id="rId22"/>
    <p:sldId id="3724" r:id="rId23"/>
    <p:sldId id="3635" r:id="rId24"/>
    <p:sldId id="3725" r:id="rId25"/>
    <p:sldId id="3726" r:id="rId26"/>
    <p:sldId id="3727" r:id="rId27"/>
    <p:sldId id="3728" r:id="rId28"/>
    <p:sldId id="3729" r:id="rId29"/>
    <p:sldId id="3730" r:id="rId30"/>
    <p:sldId id="3731" r:id="rId31"/>
    <p:sldId id="3732" r:id="rId32"/>
    <p:sldId id="3733" r:id="rId33"/>
    <p:sldId id="3734" r:id="rId34"/>
    <p:sldId id="3735" r:id="rId35"/>
    <p:sldId id="3736" r:id="rId36"/>
    <p:sldId id="3737" r:id="rId37"/>
    <p:sldId id="3738" r:id="rId38"/>
    <p:sldId id="3739" r:id="rId39"/>
    <p:sldId id="3740" r:id="rId40"/>
    <p:sldId id="3741" r:id="rId41"/>
    <p:sldId id="3742" r:id="rId42"/>
    <p:sldId id="3743" r:id="rId43"/>
    <p:sldId id="3744" r:id="rId44"/>
    <p:sldId id="3745" r:id="rId45"/>
    <p:sldId id="3746" r:id="rId46"/>
    <p:sldId id="3636" r:id="rId47"/>
    <p:sldId id="3747" r:id="rId48"/>
    <p:sldId id="3748" r:id="rId49"/>
    <p:sldId id="3637" r:id="rId50"/>
    <p:sldId id="3749" r:id="rId51"/>
    <p:sldId id="3750" r:id="rId52"/>
    <p:sldId id="3751" r:id="rId53"/>
    <p:sldId id="3752" r:id="rId54"/>
    <p:sldId id="3753" r:id="rId55"/>
    <p:sldId id="3695" r:id="rId56"/>
    <p:sldId id="3754" r:id="rId57"/>
    <p:sldId id="3755" r:id="rId58"/>
    <p:sldId id="3757" r:id="rId59"/>
    <p:sldId id="3756" r:id="rId60"/>
    <p:sldId id="3758" r:id="rId61"/>
    <p:sldId id="3759" r:id="rId62"/>
    <p:sldId id="3760" r:id="rId63"/>
    <p:sldId id="3638" r:id="rId64"/>
    <p:sldId id="3761" r:id="rId65"/>
    <p:sldId id="3762" r:id="rId66"/>
    <p:sldId id="3765" r:id="rId67"/>
    <p:sldId id="3766" r:id="rId68"/>
    <p:sldId id="3769" r:id="rId69"/>
    <p:sldId id="3770" r:id="rId70"/>
    <p:sldId id="3773" r:id="rId71"/>
    <p:sldId id="3774" r:id="rId72"/>
    <p:sldId id="3776" r:id="rId73"/>
    <p:sldId id="3777" r:id="rId74"/>
    <p:sldId id="3778" r:id="rId75"/>
    <p:sldId id="3779" r:id="rId76"/>
    <p:sldId id="3639" r:id="rId77"/>
    <p:sldId id="3808" r:id="rId78"/>
    <p:sldId id="3788" r:id="rId79"/>
    <p:sldId id="3791" r:id="rId80"/>
    <p:sldId id="3792" r:id="rId81"/>
    <p:sldId id="3793" r:id="rId82"/>
    <p:sldId id="3794" r:id="rId83"/>
    <p:sldId id="3795" r:id="rId84"/>
    <p:sldId id="3796" r:id="rId85"/>
    <p:sldId id="3797" r:id="rId86"/>
    <p:sldId id="3799" r:id="rId87"/>
    <p:sldId id="3800" r:id="rId88"/>
    <p:sldId id="3801" r:id="rId89"/>
    <p:sldId id="3802" r:id="rId90"/>
    <p:sldId id="3803" r:id="rId91"/>
    <p:sldId id="3804" r:id="rId92"/>
    <p:sldId id="3807" r:id="rId93"/>
    <p:sldId id="3782" r:id="rId94"/>
    <p:sldId id="3784" r:id="rId95"/>
    <p:sldId id="3815" r:id="rId96"/>
    <p:sldId id="3783" r:id="rId97"/>
    <p:sldId id="3786" r:id="rId98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  <p14:sldId id="3811"/>
            <p14:sldId id="3810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813"/>
            <p14:sldId id="381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7"/>
            <p14:sldId id="3756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1"/>
            <p14:sldId id="3792"/>
            <p14:sldId id="3793"/>
            <p14:sldId id="3794"/>
            <p14:sldId id="3795"/>
            <p14:sldId id="3796"/>
            <p14:sldId id="3797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81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103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tableStyles" Target="tableStyle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handoutMaster" Target="handoutMasters/handoutMaster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11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1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4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powerbi.com/links/zcu27aJGMI?ctid=64ff49ba-62b0-46de-b74b-cc4d370ce341&amp;pbi_source=linkShare" TargetMode="External"/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groups/me/modeling/9b03b459-3eeb-4c13-8cb9-9748bd494699/modelView?ctid=64ff49ba-62b0-46de-b74b-cc4d370ce341&amp;experience=power-bi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:f:/p/ntyler/IgDPVjp6qhGeQJlTFpICIVoyAfVmSUvbCNIBKXvafhqxuFM?e=VWnujP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4923687"/>
            <a:ext cx="2684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Created: 09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Updated: 16 September 2026</a:t>
            </a:r>
          </a:p>
          <a:p>
            <a:pPr algn="ctr"/>
            <a:endParaRPr lang="en-US" altLang="en-US" sz="1400" b="1" dirty="0">
              <a:solidFill>
                <a:schemeClr val="bg1"/>
              </a:solidFill>
            </a:endParaRP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 Shows a final product of the Example we will be walking thru.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95185-60E3-60E5-534D-B4A8C998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5EB541-9D77-7D61-2920-21EA69EED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</p:spTree>
    <p:extLst>
      <p:ext uri="{BB962C8B-B14F-4D97-AF65-F5344CB8AC3E}">
        <p14:creationId xmlns:p14="http://schemas.microsoft.com/office/powerpoint/2010/main" val="3762716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1)</a:t>
            </a:r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F6E94FF7-29C4-A357-8FE1-11BABBC03F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923" b="72915"/>
          <a:stretch>
            <a:fillRect/>
          </a:stretch>
        </p:blipFill>
        <p:spPr>
          <a:xfrm>
            <a:off x="1393468" y="2764805"/>
            <a:ext cx="9344739" cy="26634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93F052E-9E8F-04B2-E2AC-454C708373E6}"/>
              </a:ext>
            </a:extLst>
          </p:cNvPr>
          <p:cNvSpPr/>
          <p:nvPr/>
        </p:nvSpPr>
        <p:spPr>
          <a:xfrm>
            <a:off x="8135332" y="3167405"/>
            <a:ext cx="650449" cy="75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4EB72D0F-0C2C-BF77-43D1-6F08E58177F6}"/>
              </a:ext>
            </a:extLst>
          </p:cNvPr>
          <p:cNvSpPr/>
          <p:nvPr/>
        </p:nvSpPr>
        <p:spPr>
          <a:xfrm>
            <a:off x="8135331" y="2460395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D52A45-FE9A-E5C3-AF88-A16136F79EAB}"/>
              </a:ext>
            </a:extLst>
          </p:cNvPr>
          <p:cNvSpPr txBox="1"/>
          <p:nvPr/>
        </p:nvSpPr>
        <p:spPr>
          <a:xfrm>
            <a:off x="8389855" y="2076522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 Simulink</a:t>
            </a:r>
          </a:p>
        </p:txBody>
      </p:sp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1)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2)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367BE58-0C6F-19E5-1B1E-0A4EEE99DC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Model has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the Model Explorer otherwise the changes will not be saved / applied.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.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file “</a:t>
            </a:r>
            <a:r>
              <a:rPr lang="en-US" sz="1200" b="0" i="1" dirty="0" err="1">
                <a:solidFill>
                  <a:srgbClr val="FF0000"/>
                </a:solidFill>
              </a:rPr>
              <a:t>sampleDD.sldd</a:t>
            </a:r>
            <a:r>
              <a:rPr lang="en-US" sz="1200" b="0" i="1" dirty="0">
                <a:solidFill>
                  <a:srgbClr val="FF0000"/>
                </a:solidFill>
              </a:rPr>
              <a:t>”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24259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constBlkA</a:t>
            </a:r>
            <a:r>
              <a:rPr lang="en-US" dirty="0"/>
              <a:t>” &amp; “</a:t>
            </a:r>
            <a:r>
              <a:rPr lang="en-US" dirty="0" err="1"/>
              <a:t>constBlkB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1480-D393-77EF-BB60-969A418F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C893AA-EB94-1B8F-75A6-1D2921812E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46652928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0601286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		METRICS for Mike and Brandon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		Where Excel Log is stored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r>
              <a:rPr lang="en-US" dirty="0"/>
              <a:t>		My workspace</a:t>
            </a:r>
          </a:p>
          <a:p>
            <a:r>
              <a:rPr lang="en-US" dirty="0">
                <a:hlinkClick r:id="rId7"/>
              </a:rPr>
              <a:t>Power BI – Semantic Model</a:t>
            </a:r>
            <a:r>
              <a:rPr lang="en-US" dirty="0"/>
              <a:t> 	Training Quiz Results Master	Power Queries</a:t>
            </a:r>
          </a:p>
          <a:p>
            <a:r>
              <a:rPr lang="en-US" dirty="0">
                <a:hlinkClick r:id="rId8"/>
              </a:rPr>
              <a:t>Power BI – Results</a:t>
            </a:r>
            <a:r>
              <a:rPr lang="en-US" dirty="0"/>
              <a:t> 		Training Performance Dashboard	Power BI Dashboard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3BD08961-5BEB-4455-B46A-2F6F50DDC40B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TW/cNhD9KwKBIpdtQVJflG/xxgEKtIEbG+6h8GFEjtZMtKJAae1sDP/3jMS1Hbu72zgpDBmtD4Y0HJLz3gw1j3vNjO3aGtbvYInsgB0693EJ/mMk2Iw1waZUpnVaaF7ILMUi54rnNOra3rqmYwfXrAe/wP7Mdiuoh4XI+Nf5jLUeO/SX+A6vwhj9t6Wtbb9mB71f4YxBXR/DYphQQd2RoUXfuQZq+xnDnC643swYfmpr52HY9aSHHoedL8md3ilK8UtMQYHu7SWeoO6DFbMkjyloJWWcyDg3Odfk1gWHMfitLsPS4/Zz1/RgG9pmsBVg0ioTVZFKzjWmiYn5YK9s3W9cyvXRp9YTAUTLuh34e20uodFo2AiBOAkRX7PXi4XHBfSb16MHg3NXr5Zb7Cdu5TW+x2ocavqRTHbqKUjbLKI/VvZz9B67Vd130e/QUVhkQ79mN0ThsXdE8DjjaAm2Ho1vV82GLjm8XriruUfi17ADfnNOlo4WrjfpuGfmNKDT4M1miGqi/EDMDjzQNOcN+sP1SMUb629zImePEE2RBsJNJgNVZdIkVQoyiHWpeQovNN2nroc6ap1tKD0P4Yr/Xtb3sxGSjwXISnHJszgpSwQOmXrRyT92tHBZIz38XwVPoCWUQwm8qLKkiiFWWc45mvKfy2FOVC6ct3pkCJ8V3fwCWhpk35HXrraaZn6dU7ZE6vHDwwKpGw6TCGYbtrPY3VPx8OnstkFT6t96txynbcRGTzs8BeCMhfgIwYz9eYEex9WoRRt7W0G/PmK027h8A9fhZYxrJ5W08RnUq1Hh0Lq/2T5wcR3M5Ptq4xxxEf0cnV5gdAid1d2rYfZ5qKZxHQM9bCFx6cxIM46ltH2LNzTDuKtmWPO2PoPyoaA/fKVt7mJ9znIbAM6Yysssk0orWcZCyThVuZz0eRk05ar714/LD6R5LJwp5fiOopDiAo0QOuUGTKbioszEQNiuFG9uE1mcxTrXJSpITJ7nOpGDIp9AAczdsq1x4DXqLcX690qY3aHIISV1gJgYgVoXhnMF00Axflv3hS4SA7EQPKZEcEH3HUySaYR+r8V30l4ZVfJcaakTzrkgIPI+9imLr61ak+/DSnfRAqqSbphaFnlKZ43zl4F1v6LaC1qKUkEqYxnrTOZZblQxedDhqxj99BScBuhrybGkxijpGFJFZxP5Cu5sg/fBQ24yIUwpRZamqeK60Goawf+A5u2BKvbo0zdeZMTji8zzIQtSQGjkcU6nQ2tuEElrJXt67wRSs7svTSC4XZ3n+6pm/NuuBt2q71rQeAwNblGFhBoaE1TUHmU4/lZ6pwtvbr4Ajzs/2MYVAAA=&quot;"/>
    <we:property name="creatorSessionId" value="&quot;a7e0b918-ffee-490a-8028-7f3e6a3baddd&quot;"/>
    <we:property name="creatorTenantId" value="&quot;64ff49ba-62b0-46de-b74b-cc4d370ce341&quot;"/>
    <we:property name="creatorUserId" value="&quot;10032006298BAD65&quot;"/>
    <we:property name="datasetId" value="&quot;9b03b459-3eeb-4c13-8cb9-9748bd494699&quot;"/>
    <we:property name="embedUrl" value="&quot;/reportEmbed?reportId=e42aa0e6-717e-407a-ac45-5ac0ef73007d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227bOBD9FYPAoi/GghddqLwlrvelmzSbBH1ZFIsROXLZyqJASU7cIP/ekeQ2vcTuZYFAwa4fDGuG5Mw5M9Ic+ZZZ19QlbM9gjeyInXj/bg3h3UywOat2tpcvX5weX7z45+z4dElmX7fOVw07umUthBW2r1zTQdmfQMa/X89ZHbDBsMEzvB599O1yV7p2y47a0OGcQVmew6rfUEDZkKHG0PgKSvcexz3NuPRuzvCmLn2APuplCy32kTe0nK4pPfG7oqTAtG6Dl2ja0YpJlKoYMy2liqRKbcoNLWvGBUPyDy7pjx7CL3zVgqsoTG/LwMZFIooslpwbjCOreG8vXNnuluTb5U0diACiZVv3xB3bDVQGLRsgECdjxrfseLUKuIJ2d7n8wrnwZbd+wH7pu2DwAovBVbUDmewqUJKuWs3+6tz72QU2Xdk2s1NoKC2yYdiyO6LwPHgieNixXIMrB+MfXbWjS/aXb/z1IiDxa9kRv3tNloYOLnfluGfmakRnINidi3oif0vM9jzQNh8shpPtQMVzFz7WRM6/QjRFGgg3mSwUhY2jWGtIQJnc8BieaLmvfAvlrPauovJ8CVf896p+mI2x+JiBLDSXPFFRniNwSPSTLv65p4PzEunH/13wE7SM7ZADz4okKhQonaSco82/3w4LonLlgzMDQ/io6BZvoCYn+4W6NqUztPPzmrI10ozvf1hoYcBYj7Ecjn5vBzcOFNyyPx0FH89+BWXXH/vsOe2w/rp6Rkl95HWc2JT3289m8rCjGaI8Hk2UDrl0mieJ1EbLXAktVaxTOek691qoa6ZU5hNonJlSjT9RNJY4QyuEibkFm2iV5YnoCdtX4p38TVSiTGpy1BDZNE1NJHslOYEGWPh1XWLP66x1lOu3nTD/hCKFmKYaYmQFGpNZzjVMA8Xw5nEodRFZUEJwRYXggnQ6RtE0Ur/XkHtpL6zOeaqNNBHnXBAQeZ/7lEXDgxqJH8JK71AZFDm9GRmZpTHda5w/DayHlcBB0FLkGmKppDKJTJPU6mzyoMen4uy3n8FpgZ6WHHMajJJuQ+roZCJPwb1j8D55SG0ihM2lSOI41txkRk8j+X+h1Vqgjl3e/KAAF18L8MdDNkoBYZCrlO4OY7hFJK0VHZi9EyjN/rk0geT2TZ5f65rh87Aa9F3b1GDwHCp8QBUSaqjsqKIOKMP+jzw2xNi44Un7g+tH4Xb3AcVkRHumFAAA&quot;"/>
    <we:property name="isFiltersActionButtonVisible" value="true"/>
    <we:property name="isVisualContainerHeaderHidden" value="false"/>
    <we:property name="pageDisplayName" value="&quot;Page 1&quot;"/>
    <we:property name="pageName" value="&quot;e64735e982234237d70c&quot;"/>
    <we:property name="reportEmbeddedTime" value="&quot;2026-09-16T18:33:10.358Z&quot;"/>
    <we:property name="reportName" value="&quot;Training Performance Dashboard&quot;"/>
    <we:property name="reportState" value="&quot;CONNECTED&quot;"/>
    <we:property name="reportUrl" value="&quot;/groups/a3d2b873-adca-46a9-ad6d-c1d5a20aa3e0/reports/e42aa0e6-717e-407a-ac45-5ac0ef73007d/e64735e982234237d70c?bookmarkGuid=dee5032c-36e5-4c62-b7b9-204153444a11&amp;bookmarkUsage=1&amp;ctid=64ff49ba-62b0-46de-b74b-cc4d370ce341&amp;fromEntryPoint=export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137754</TotalTime>
  <Words>2999</Words>
  <Application>Microsoft Office PowerPoint</Application>
  <PresentationFormat>Widescreen</PresentationFormat>
  <Paragraphs>404</Paragraphs>
  <Slides>93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106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Download the Git Repo</vt:lpstr>
      <vt:lpstr>Git Hub Training Repo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 (Method 1)</vt:lpstr>
      <vt:lpstr>Navigate to training folder &amp; create Simulink Model (Method 1)</vt:lpstr>
      <vt:lpstr>Navigate to training folder &amp; create Simulink Model (Method 2)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is my preferred method </vt:lpstr>
      <vt:lpstr>Show Property Inspector (Method 2) Note: This method will force property Inspector to activate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 Note: Changes made to the data dictionary must be saved from the Model Explorer otherwise the changes will not be saved / applied.</vt:lpstr>
      <vt:lpstr>Property Inspector – Block Signal Attributes</vt:lpstr>
      <vt:lpstr>Update Signal Attributes Note: pathC.Min, pathC.Max, and pathC.DataType reference values defined in the Simulink Data Dictionary file “sampleDD.sldd”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2204</cp:revision>
  <cp:lastPrinted>2026-03-04T20:38:48Z</cp:lastPrinted>
  <dcterms:created xsi:type="dcterms:W3CDTF">2017-05-22T13:23:52Z</dcterms:created>
  <dcterms:modified xsi:type="dcterms:W3CDTF">2026-09-16T18:49:52Z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