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7"/>
  </p:notesMasterIdLst>
  <p:handoutMasterIdLst>
    <p:handoutMasterId r:id="rId98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808" r:id="rId74"/>
    <p:sldId id="3788" r:id="rId75"/>
    <p:sldId id="3790" r:id="rId76"/>
    <p:sldId id="3791" r:id="rId77"/>
    <p:sldId id="3792" r:id="rId78"/>
    <p:sldId id="3793" r:id="rId79"/>
    <p:sldId id="3794" r:id="rId80"/>
    <p:sldId id="3795" r:id="rId81"/>
    <p:sldId id="3796" r:id="rId82"/>
    <p:sldId id="3797" r:id="rId83"/>
    <p:sldId id="3798" r:id="rId84"/>
    <p:sldId id="3799" r:id="rId85"/>
    <p:sldId id="3800" r:id="rId86"/>
    <p:sldId id="3801" r:id="rId87"/>
    <p:sldId id="3802" r:id="rId88"/>
    <p:sldId id="3803" r:id="rId89"/>
    <p:sldId id="3804" r:id="rId90"/>
    <p:sldId id="3807" r:id="rId91"/>
    <p:sldId id="3782" r:id="rId92"/>
    <p:sldId id="3784" r:id="rId93"/>
    <p:sldId id="3785" r:id="rId94"/>
    <p:sldId id="3783" r:id="rId95"/>
    <p:sldId id="3786" r:id="rId9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0"/>
            <p14:sldId id="3791"/>
            <p14:sldId id="3792"/>
            <p14:sldId id="3793"/>
            <p14:sldId id="3794"/>
            <p14:sldId id="3795"/>
            <p14:sldId id="3796"/>
            <p14:sldId id="3797"/>
            <p14:sldId id="3798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B2EBFCA1-781A-A50D-AE83-6147461674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DF69E6B-D8F5-5ABF-EBCC-D0E045CFEA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AE28A88-DB09-2E5F-776C-B2BD56275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9234821F-5F3E-8CA8-E158-5FECEC6B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File (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pic>
        <p:nvPicPr>
          <p:cNvPr id="29" name="Content Placeholder 8">
            <a:extLst>
              <a:ext uri="{FF2B5EF4-FFF2-40B4-BE49-F238E27FC236}">
                <a16:creationId xmlns:a16="http://schemas.microsoft.com/office/drawing/2014/main" id="{63492AA2-2FDD-601C-C8B5-B381E142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1259359" y="2982230"/>
            <a:ext cx="3896370" cy="2729168"/>
          </a:xfrm>
          <a:prstGeom prst="rect">
            <a:avLst/>
          </a:prstGeom>
        </p:spPr>
      </p:pic>
      <p:pic>
        <p:nvPicPr>
          <p:cNvPr id="35" name="Content Placeholder 8">
            <a:extLst>
              <a:ext uri="{FF2B5EF4-FFF2-40B4-BE49-F238E27FC236}">
                <a16:creationId xmlns:a16="http://schemas.microsoft.com/office/drawing/2014/main" id="{1B860C44-D0F5-9413-676F-CFA08EB0168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152" t="24938" r="29173" b="23708"/>
          <a:stretch>
            <a:fillRect/>
          </a:stretch>
        </p:blipFill>
        <p:spPr>
          <a:xfrm>
            <a:off x="5934075" y="2982230"/>
            <a:ext cx="6257925" cy="347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839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43113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8804-D9BF-AA1D-5874-5A67E029F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179C50A-A0E2-86A7-F820-6D153ACF31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E45ADF-3671-684F-1F13-FECF51CAA6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BB321-A231-1ACD-87EC-9D811C25F3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F738B-B6B0-34B1-77EE-54556AF8CC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D1A133-0466-2C8D-9466-E813F7E7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E155ED5-ED5A-F0E2-4A9B-BF88E8709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9528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prodBlkA</a:t>
            </a:r>
            <a:r>
              <a:rPr lang="en-US" dirty="0"/>
              <a:t>” &amp; “</a:t>
            </a:r>
            <a:r>
              <a:rPr lang="en-US" dirty="0" err="1"/>
              <a:t>prodBlkB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4Q8pbk2bYQ9dlTRFgGPJwJI82W1kyKNmtF/h/30lyEndJnaDonGHdi2HeHcnvvjvyjrrOfGwXFazfwByz4+ykaT7MIX044tkkq0eZcRx5qawVZclzWSjBkLTNootN3WbH11kHaYrdZWyXUPULkfCPq0m2SNhiWuEb/Djq6DfaWMVunR13aYmTDKrqHKb9hABVS4IFprapoYp/4jinHU03kww/LaomQb/rRQcd9juvyJzGhJL/mBMocF1c4QW6bpTmeShlUXCjC+AOC8uDILN2NBjAP2jSLz1sf9rUHcSatullhXSMWW69znORB/Bk3ctDrLqtiV2ffVokIuD6hj9eSiaAF+AEOpu7EKQmDN160Wtf+hXUDn02OEiMjf5cZz9HTJDcbP0aV1j1krOH9fdV56khHrv1JaQ48tUsk8P7hqP8LYZBVXdDZLKLGWLHsw1xvk2L24UI5c3iJD5t5osKe/lRF8mwn7EDK3tFUTq6E/TqrTOkGsez5uNpQrLz2THfTG5JQy9BsrywZSmgzL3WTt2RdkoTpk2KDqrvjLdfKB9ne5lTBcfSCWdCcCg0HV3m/2fuOPttCYkO6V7ucu/oBnCQF9ogFgqBm+/+qP6OsJ+1IlcevEFQ6JUIRhktn5Zxp021nNdf4eyOZ2dziNU9fGwXX6FyJrQXUgYnCsGA8cPhG+KyDx4lm7a2LHKumNPKULlgh4PXl9JluxegLINXRjAv0WnDpTYWn3AqXk6nCadjLt6D+C2gv2s6qI4WTay70YGflvW28LN9/rBQiLwog9GKqVBy7w5J+Ij6vKHJtkL6cwv/S3hBU8fFvCm0E0prXXp2wPP10M3xJaScGetQoRQqWAneG22fkikpdrM57eH60WsM3UHyZ0z9ox8eyp23cTobUFw4svdnK3jgXn9WhAOwvtHuB7/SDOga6jvz/fWNCcOcYVbleclLAH3wq2brzecpdEWSNtbTatv13zXg70ZsHdBhOfvUvzvse+re+16b5jTJYzpZD+32q5hu+n4++QeCsb3INwPhBYQStCwV51JJoz1X7tGXgMqFVMqYIKwyyvngdwvl812kdyX0LsfEVwTJQfJb1dPiJP4ep+dydQwqeGlVoahLsAzodNBAPhpUYV3JtLKog3ZQ+rwontIzPmd15P/N2O73eAxx6ZyS3BknAgoQVkr/+AueHqMmeJa7svA8d9xgwH9Bh/ZozNoqOnrx7MYrm2OaDs8LDx0MTi7GrSKO+sYPahw4oGociZdx7Uuolv2yL06gje5FfxfeHJzhswthfr/zYWUwb4ctvikNV8O+m8+ycLP5CxbBwr3KEg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Usq3JPUwoM3LkiLAMATDiTzabGVJkGg3XpD/vpPkJN7iOkbROcO6L4Z5d+Q999yRPOousr6tC1iewQyjw+i4qj7NoPl0wKNRVK5k5+fvTo8u3/1+dnQ6JnFVB1+VbXR4FwVoJhiufTuHoluBhL/djKK6wRabBZ7h50FHvz73hQ/L6DA0cxxFUBQXMOkmOChaEtTYtFUJhf8DhzntYHo/ivC2LqoGOq9XAQJ2nhdkTmOCx3+MCRSY4Bd4hSYM0jh2WZKmXKsUuME0506QWTsY9OA3mnRL9+5PqjKAL8lNJ0sTw1jOc6viWMQOLFl3cueLsDLJl+PbuiEC7h6I41nCBPAUjECTx8a5RBGGsKw77ZFdQGnQRn2AxNgQz130s8cGGjNdvscFFp1kvFn/XHXRVMRjWF5D4we+qnlj8LnhIL9E16vK0GcmupoiBh7dE+erenhciFA+LE7ik2pWF9jJD4Inw27GGqzoLWXp4EnQqVfBkGoYT6vPJw2SnY0O+f3okTS0CSQsTvMsE5DFVikjn0g7oQmTqvEGiu+Mt1Oqx+lW5mTKMTPCaOcMCoU8Y/Z/5g6jX+bQ0Cbdyl1sDZ0ABuJUacRUInD93W/VXxG2s5bG0oLVCBKtFE5LrZLdKu6kKuaz8iuCXYtsPANfPMPH1vGlMmZCWZEkzohUMGB8f/j6vGyDR8Wm8jxLYy6ZUVLTdcH2B6+7SuftVoBJ5qzUgtkEjdI8UTrHHXbF0WTS4GSoxWcQvwX0D1WA4qCufBmGAH6al6uLn22Lh7lUxGnmtJJMuoxbs0/CB9QXFU3OC6Q/j/C/hBeUYMisTpURUimVWbbH/bXp5PgSUs50blBiIqTLE7BWq3yXSml8mM7Ih+lG79GFvdTPUPoHP2yqnUs/mfYorgzZ2/ECNpzrr4qwB9Y12t3gnGZAqKjvjLffb0xoZjTLZRxnPANQez9qVtH8tYRuSNL6clKsuv6nBvzDgC0AbZbxbffuyD9S99712jSnaiw2x8u+3X7rm4e+n4/+gWSsDvL7nvAUXAYqySTniUy0slyaF18CMhaJlFo7kUstjXV2/aJ8vYP06Qp9qjHxFUky0NiVarc8ib/n6bVCHZIKNsllKqlLyBnQ7qBB8mJSRW4ypmSOyikDmY3TdJee8TVvR/7fzO32iIcUZ8bIhBtthEMBIk8S+/ILnh6j2lkWmyy1PDZco8N/QYf2Ys7awht68aznK5phM+mfFxYC9EHWgyuPg76yvRp7Dug29sTLsPY1FPNu2TfH0HrzpjsLHzZO/9mFMH9c+7DSm7e9i29Kw03v935zVNU8tDUYvIASN0RHUUFpO/q2Rth9cYp6Hwvft2k72q/A/QmE9IUzTxMAAA=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128220</TotalTime>
  <Words>2832</Words>
  <Application>Microsoft Office PowerPoint</Application>
  <PresentationFormat>Widescreen</PresentationFormat>
  <Paragraphs>385</Paragraphs>
  <Slides>91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10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File (slreqx)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2173</cp:revision>
  <cp:lastPrinted>2026-03-04T20:38:48Z</cp:lastPrinted>
  <dcterms:created xsi:type="dcterms:W3CDTF">2017-05-22T13:23:52Z</dcterms:created>
  <dcterms:modified xsi:type="dcterms:W3CDTF">2026-09-08T20:42:17Z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