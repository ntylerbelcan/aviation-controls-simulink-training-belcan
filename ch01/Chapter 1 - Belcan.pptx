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9"/>
  </p:notesMasterIdLst>
  <p:handoutMasterIdLst>
    <p:handoutMasterId r:id="rId100"/>
  </p:handoutMasterIdLst>
  <p:sldIdLst>
    <p:sldId id="256" r:id="rId6"/>
    <p:sldId id="3714" r:id="rId7"/>
    <p:sldId id="3764" r:id="rId8"/>
    <p:sldId id="3715" r:id="rId9"/>
    <p:sldId id="3717" r:id="rId10"/>
    <p:sldId id="3811" r:id="rId11"/>
    <p:sldId id="3810" r:id="rId12"/>
    <p:sldId id="3633" r:id="rId13"/>
    <p:sldId id="3718" r:id="rId14"/>
    <p:sldId id="3719" r:id="rId15"/>
    <p:sldId id="3720" r:id="rId16"/>
    <p:sldId id="3634" r:id="rId17"/>
    <p:sldId id="3721" r:id="rId18"/>
    <p:sldId id="3722" r:id="rId19"/>
    <p:sldId id="3813" r:id="rId20"/>
    <p:sldId id="3812" r:id="rId21"/>
    <p:sldId id="3723" r:id="rId22"/>
    <p:sldId id="3724" r:id="rId23"/>
    <p:sldId id="3635" r:id="rId24"/>
    <p:sldId id="3725" r:id="rId25"/>
    <p:sldId id="3726" r:id="rId26"/>
    <p:sldId id="3727" r:id="rId27"/>
    <p:sldId id="3728" r:id="rId28"/>
    <p:sldId id="3729" r:id="rId29"/>
    <p:sldId id="3730" r:id="rId30"/>
    <p:sldId id="3731" r:id="rId31"/>
    <p:sldId id="3732" r:id="rId32"/>
    <p:sldId id="3733" r:id="rId33"/>
    <p:sldId id="3734" r:id="rId34"/>
    <p:sldId id="3735" r:id="rId35"/>
    <p:sldId id="3736" r:id="rId36"/>
    <p:sldId id="3737" r:id="rId37"/>
    <p:sldId id="3738" r:id="rId38"/>
    <p:sldId id="3739" r:id="rId39"/>
    <p:sldId id="3740" r:id="rId40"/>
    <p:sldId id="3741" r:id="rId41"/>
    <p:sldId id="3742" r:id="rId42"/>
    <p:sldId id="3743" r:id="rId43"/>
    <p:sldId id="3744" r:id="rId44"/>
    <p:sldId id="3745" r:id="rId45"/>
    <p:sldId id="3746" r:id="rId46"/>
    <p:sldId id="3636" r:id="rId47"/>
    <p:sldId id="3747" r:id="rId48"/>
    <p:sldId id="3748" r:id="rId49"/>
    <p:sldId id="3637" r:id="rId50"/>
    <p:sldId id="3749" r:id="rId51"/>
    <p:sldId id="3750" r:id="rId52"/>
    <p:sldId id="3751" r:id="rId53"/>
    <p:sldId id="3752" r:id="rId54"/>
    <p:sldId id="3753" r:id="rId55"/>
    <p:sldId id="3695" r:id="rId56"/>
    <p:sldId id="3754" r:id="rId57"/>
    <p:sldId id="3755" r:id="rId58"/>
    <p:sldId id="3757" r:id="rId59"/>
    <p:sldId id="3756" r:id="rId60"/>
    <p:sldId id="3758" r:id="rId61"/>
    <p:sldId id="3759" r:id="rId62"/>
    <p:sldId id="3760" r:id="rId63"/>
    <p:sldId id="3638" r:id="rId64"/>
    <p:sldId id="3761" r:id="rId65"/>
    <p:sldId id="3762" r:id="rId66"/>
    <p:sldId id="3765" r:id="rId67"/>
    <p:sldId id="3766" r:id="rId68"/>
    <p:sldId id="3769" r:id="rId69"/>
    <p:sldId id="3770" r:id="rId70"/>
    <p:sldId id="3773" r:id="rId71"/>
    <p:sldId id="3774" r:id="rId72"/>
    <p:sldId id="3776" r:id="rId73"/>
    <p:sldId id="3777" r:id="rId74"/>
    <p:sldId id="3778" r:id="rId75"/>
    <p:sldId id="3779" r:id="rId76"/>
    <p:sldId id="3639" r:id="rId77"/>
    <p:sldId id="3808" r:id="rId78"/>
    <p:sldId id="3788" r:id="rId79"/>
    <p:sldId id="3791" r:id="rId80"/>
    <p:sldId id="3792" r:id="rId81"/>
    <p:sldId id="3793" r:id="rId82"/>
    <p:sldId id="3794" r:id="rId83"/>
    <p:sldId id="3795" r:id="rId84"/>
    <p:sldId id="3796" r:id="rId85"/>
    <p:sldId id="3797" r:id="rId86"/>
    <p:sldId id="3799" r:id="rId87"/>
    <p:sldId id="3800" r:id="rId88"/>
    <p:sldId id="3801" r:id="rId89"/>
    <p:sldId id="3802" r:id="rId90"/>
    <p:sldId id="3803" r:id="rId91"/>
    <p:sldId id="3804" r:id="rId92"/>
    <p:sldId id="3807" r:id="rId93"/>
    <p:sldId id="3782" r:id="rId94"/>
    <p:sldId id="3784" r:id="rId95"/>
    <p:sldId id="3785" r:id="rId96"/>
    <p:sldId id="3783" r:id="rId97"/>
    <p:sldId id="3786" r:id="rId98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7"/>
            <p14:sldId id="3756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1"/>
            <p14:sldId id="3792"/>
            <p14:sldId id="3793"/>
            <p14:sldId id="3794"/>
            <p14:sldId id="3795"/>
            <p14:sldId id="3796"/>
            <p14:sldId id="3797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103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 Shows a final product of the Example we will be walking thru.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F6E94FF7-29C4-A357-8FE1-11BABBC03F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923" b="72915"/>
          <a:stretch>
            <a:fillRect/>
          </a:stretch>
        </p:blipFill>
        <p:spPr>
          <a:xfrm>
            <a:off x="1393468" y="2764805"/>
            <a:ext cx="9344739" cy="26634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EB72D0F-0C2C-BF77-43D1-6F08E58177F6}"/>
              </a:ext>
            </a:extLst>
          </p:cNvPr>
          <p:cNvSpPr/>
          <p:nvPr/>
        </p:nvSpPr>
        <p:spPr>
          <a:xfrm>
            <a:off x="8135331" y="2460395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52A45-FE9A-E5C3-AF88-A16136F79EAB}"/>
              </a:ext>
            </a:extLst>
          </p:cNvPr>
          <p:cNvSpPr txBox="1"/>
          <p:nvPr/>
        </p:nvSpPr>
        <p:spPr>
          <a:xfrm>
            <a:off x="8389855" y="2076522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 Simulink</a:t>
            </a:r>
          </a:p>
        </p:txBody>
      </p:sp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2)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67BE58-0C6F-19E5-1B1E-0A4EEE99DC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Model has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the Model Explorer otherwise the changes will not be saved / applied.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.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file “</a:t>
            </a:r>
            <a:r>
              <a:rPr lang="en-US" sz="1200" b="0" i="1" dirty="0" err="1">
                <a:solidFill>
                  <a:srgbClr val="FF0000"/>
                </a:solidFill>
              </a:rPr>
              <a:t>sampleDD.sldd</a:t>
            </a:r>
            <a:r>
              <a:rPr lang="en-US" sz="1200" b="0" i="1" dirty="0">
                <a:solidFill>
                  <a:srgbClr val="FF0000"/>
                </a:solidFill>
              </a:rPr>
              <a:t>”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24259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constBlkA</a:t>
            </a:r>
            <a:r>
              <a:rPr lang="en-US" dirty="0"/>
              <a:t>” &amp; “</a:t>
            </a:r>
            <a:r>
              <a:rPr lang="en-US" dirty="0" err="1"/>
              <a:t>constBlkB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T4Q8pbk2bYQ9dlTRFgGPJwJI82W1kyKNmtF/h/30lyEndJnaDonGHdi2HeHcnvvjvyjrrOfGwXFazfwByz4+ykaT7MIX044tkkq0eZcRx5qawVZclzWSjBkLTNootN3WbH11kHaYrdZWyXUPULkfCPq0m2SNhiWuEb/Djq6DfaWMVunR13aYmTDKrqHKb9hABVS4IFprapoYp/4jinHU03kww/LaomQb/rRQcd9juvyJzGhJL/mBMocF1c4QW6bpTmeShlUXCjC+AOC8uDILN2NBjAP2jSLz1sf9rUHcSatullhXSMWW69znORB/Bk3ctDrLqtiV2ffVokIuD6hj9eSiaAF+AEOpu7EKQmDN160Wtf+hXUDn02OEiMjf5cZz9HTJDcbP0aV1j1krOH9fdV56khHrv1JaQ48tUsk8P7hqP8LYZBVXdDZLKLGWLHsw1xvk2L24UI5c3iJD5t5osKe/lRF8mwn7EDK3tFUTq6E/TqrTOkGsez5uNpQrLz2THfTG5JQy9BsrywZSmgzL3WTt2RdkoTpk2KDqrvjLdfKB9ne5lTBcfSCWdCcCg0HV3m/2fuOPttCYkO6V7ucu/oBnCQF9ogFgqBm+/+qP6OsJ+1IlcevEFQ6JUIRhktn5Zxp021nNdf4eyOZ2dziNU9fGwXX6FyJrQXUgYnCsGA8cPhG+KyDx4lm7a2LHKumNPKULlgh4PXl9JluxegLINXRjAv0WnDpTYWn3AqXk6nCadjLt6D+C2gv2s6qI4WTay70YGflvW28LN9/rBQiLwog9GKqVBy7w5J+Ij6vKHJtkL6cwv/S3hBU8fFvCm0E0prXXp2wPP10M3xJaScGetQoRQqWAneG22fkikpdrM57eH60WsM3UHyZ0z9ox8eyp23cTobUFw4svdnK3jgXn9WhAOwvtHuB7/SDOga6jvz/fWNCcOcYVbleclLAH3wq2brzecpdEWSNtbTatv13zXg70ZsHdBhOfvUvzvse+re+16b5jTJYzpZD+32q5hu+n4++QeCsb3INwPhBYQStCwV51JJoz1X7tGXgMqFVMqYIKwyyvngdwvl812kdyX0LsfEVwTJQfJb1dPiJP4ep+dydQwqeGlVoahLsAzodNBAPhpUYV3JtLKog3ZQ+rwontIzPmd15P/N2O73eAxx6ZyS3BknAgoQVkr/+AueHqMmeJa7svA8d9xgwH9Bh/ZozNoqOnrx7MYrm2OaDs8LDx0MTi7GrSKO+sYPahw4oGociZdx7Uuolv2yL06gje5FfxfeHJzhswthfr/zYWUwb4ctvikNV8O+m8+ycLP5CxbBwr3KEg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Usq3JPUwoM3LkiLAMATDiTzabGVJkGg3XpD/vpPkJN7iOkbROcO6L4Z5d+Q999yRPOousr6tC1iewQyjw+i4qj7NoPl0wKNRVK5k5+fvTo8u3/1+dnQ6JnFVB1+VbXR4FwVoJhiufTuHoluBhL/djKK6wRabBZ7h50FHvz73hQ/L6DA0cxxFUBQXMOkmOChaEtTYtFUJhf8DhzntYHo/ivC2LqoGOq9XAQJ2nhdkTmOCx3+MCRSY4Bd4hSYM0jh2WZKmXKsUuME0506QWTsY9OA3mnRL9+5PqjKAL8lNJ0sTw1jOc6viWMQOLFl3cueLsDLJl+PbuiEC7h6I41nCBPAUjECTx8a5RBGGsKw77ZFdQGnQRn2AxNgQz130s8cGGjNdvscFFp1kvFn/XHXRVMRjWF5D4we+qnlj8LnhIL9E16vK0GcmupoiBh7dE+erenhciFA+LE7ik2pWF9jJD4Inw27GGqzoLWXp4EnQqVfBkGoYT6vPJw2SnY0O+f3okTS0CSQsTvMsE5DFVikjn0g7oQmTqvEGiu+Mt1Oqx+lW5mTKMTPCaOcMCoU8Y/Z/5g6jX+bQ0Cbdyl1sDZ0ABuJUacRUInD93W/VXxG2s5bG0oLVCBKtFE5LrZLdKu6kKuaz8iuCXYtsPANfPMPH1vGlMmZCWZEkzohUMGB8f/j6vGyDR8Wm8jxLYy6ZUVLTdcH2B6+7SuftVoBJ5qzUgtkEjdI8UTrHHXbF0WTS4GSoxWcQvwX0D1WA4qCufBmGAH6al6uLn22Lh7lUxGnmtJJMuoxbs0/CB9QXFU3OC6Q/j/C/hBeUYMisTpURUimVWbbH/bXp5PgSUs50blBiIqTLE7BWq3yXSml8mM7Ih+lG79GFvdTPUPoHP2yqnUs/mfYorgzZ2/ECNpzrr4qwB9Y12t3gnGZAqKjvjLffb0xoZjTLZRxnPANQez9qVtH8tYRuSNL6clKsuv6nBvzDgC0AbZbxbffuyD9S99712jSnaiw2x8u+3X7rm4e+n4/+gWSsDvL7nvAUXAYqySTniUy0slyaF18CMhaJlFo7kUstjXV2/aJ8vYP06Qp9qjHxFUky0NiVarc8ib/n6bVCHZIKNsllKqlLyBnQ7qBB8mJSRW4ypmSOyikDmY3TdJee8TVvR/7fzO32iIcUZ8bIhBtthEMBIk8S+/ILnh6j2lkWmyy1PDZco8N/QYf2Ys7awht68aznK5phM+mfFxYC9EHWgyuPg76yvRp7Dug29sTLsPY1FPNu2TfH0HrzpjsLHzZO/9mFMH9c+7DSm7e9i29Kw03v935zVNU8tDUYvIASN0RHUUFpO/q2Rth9cYp6Hwvft2k72q/A/QmE9IUzTxMAAA=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136097</TotalTime>
  <Words>2966</Words>
  <Application>Microsoft Office PowerPoint</Application>
  <PresentationFormat>Widescreen</PresentationFormat>
  <Paragraphs>401</Paragraphs>
  <Slides>93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6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 (Method 1)</vt:lpstr>
      <vt:lpstr>Navigate to training folder &amp; create Simulink Model (Method 1)</vt:lpstr>
      <vt:lpstr>Navigate to training folder &amp; create Simulink Model (Method 2)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is my preferred method </vt:lpstr>
      <vt:lpstr>Show Property Inspector (Method 2) Note: This method will force property Inspector to activate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 Note: Changes made to the data dictionary must be saved from the Model Explorer otherwise the changes will not be saved / applied.</vt:lpstr>
      <vt:lpstr>Property Inspector – Block Signal Attributes</vt:lpstr>
      <vt:lpstr>Update Signal Attributes Note: pathC.Min, pathC.Max, and pathC.DataType reference values defined in the Simulink Data Dictionary file “sampleDD.sldd”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2198</cp:revision>
  <cp:lastPrinted>2026-03-04T20:38:48Z</cp:lastPrinted>
  <dcterms:created xsi:type="dcterms:W3CDTF">2017-05-22T13:23:52Z</dcterms:created>
  <dcterms:modified xsi:type="dcterms:W3CDTF">2026-09-15T15:13:08Z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