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80"/>
  </p:notesMasterIdLst>
  <p:handoutMasterIdLst>
    <p:handoutMasterId r:id="rId81"/>
  </p:handoutMasterIdLst>
  <p:sldIdLst>
    <p:sldId id="256" r:id="rId6"/>
    <p:sldId id="3714" r:id="rId7"/>
    <p:sldId id="3764" r:id="rId8"/>
    <p:sldId id="3715" r:id="rId9"/>
    <p:sldId id="3763" r:id="rId10"/>
    <p:sldId id="3717" r:id="rId11"/>
    <p:sldId id="3633" r:id="rId12"/>
    <p:sldId id="3718" r:id="rId13"/>
    <p:sldId id="3719" r:id="rId14"/>
    <p:sldId id="3720" r:id="rId15"/>
    <p:sldId id="3634" r:id="rId16"/>
    <p:sldId id="3721" r:id="rId17"/>
    <p:sldId id="3722" r:id="rId18"/>
    <p:sldId id="3723" r:id="rId19"/>
    <p:sldId id="3724" r:id="rId20"/>
    <p:sldId id="3635" r:id="rId21"/>
    <p:sldId id="3725" r:id="rId22"/>
    <p:sldId id="3726" r:id="rId23"/>
    <p:sldId id="3727" r:id="rId24"/>
    <p:sldId id="3728" r:id="rId25"/>
    <p:sldId id="3729" r:id="rId26"/>
    <p:sldId id="3730" r:id="rId27"/>
    <p:sldId id="3731" r:id="rId28"/>
    <p:sldId id="3732" r:id="rId29"/>
    <p:sldId id="3733" r:id="rId30"/>
    <p:sldId id="3734" r:id="rId31"/>
    <p:sldId id="3735" r:id="rId32"/>
    <p:sldId id="3736" r:id="rId33"/>
    <p:sldId id="3737" r:id="rId34"/>
    <p:sldId id="3738" r:id="rId35"/>
    <p:sldId id="3739" r:id="rId36"/>
    <p:sldId id="3740" r:id="rId37"/>
    <p:sldId id="3741" r:id="rId38"/>
    <p:sldId id="3742" r:id="rId39"/>
    <p:sldId id="3743" r:id="rId40"/>
    <p:sldId id="3744" r:id="rId41"/>
    <p:sldId id="3745" r:id="rId42"/>
    <p:sldId id="3746" r:id="rId43"/>
    <p:sldId id="3636" r:id="rId44"/>
    <p:sldId id="3747" r:id="rId45"/>
    <p:sldId id="3748" r:id="rId46"/>
    <p:sldId id="3637" r:id="rId47"/>
    <p:sldId id="3749" r:id="rId48"/>
    <p:sldId id="3750" r:id="rId49"/>
    <p:sldId id="3751" r:id="rId50"/>
    <p:sldId id="3752" r:id="rId51"/>
    <p:sldId id="3753" r:id="rId52"/>
    <p:sldId id="3695" r:id="rId53"/>
    <p:sldId id="3754" r:id="rId54"/>
    <p:sldId id="3755" r:id="rId55"/>
    <p:sldId id="3756" r:id="rId56"/>
    <p:sldId id="3757" r:id="rId57"/>
    <p:sldId id="3758" r:id="rId58"/>
    <p:sldId id="3759" r:id="rId59"/>
    <p:sldId id="3760" r:id="rId60"/>
    <p:sldId id="3638" r:id="rId61"/>
    <p:sldId id="3761" r:id="rId62"/>
    <p:sldId id="3762" r:id="rId63"/>
    <p:sldId id="3765" r:id="rId64"/>
    <p:sldId id="3766" r:id="rId65"/>
    <p:sldId id="3769" r:id="rId66"/>
    <p:sldId id="3770" r:id="rId67"/>
    <p:sldId id="3773" r:id="rId68"/>
    <p:sldId id="3774" r:id="rId69"/>
    <p:sldId id="3776" r:id="rId70"/>
    <p:sldId id="3777" r:id="rId71"/>
    <p:sldId id="3778" r:id="rId72"/>
    <p:sldId id="3779" r:id="rId73"/>
    <p:sldId id="3639" r:id="rId74"/>
    <p:sldId id="3710" r:id="rId75"/>
    <p:sldId id="3626" r:id="rId76"/>
    <p:sldId id="3625" r:id="rId77"/>
    <p:sldId id="3567" r:id="rId78"/>
    <p:sldId id="3582" r:id="rId79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  <p14:sldId id="3763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710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138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4044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theme" Target="theme/theme1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slide" Target="slides/slide7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61" Type="http://schemas.openxmlformats.org/officeDocument/2006/relationships/slide" Target="slides/slide56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8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9" imgW="360" imgH="360" progId="TCLayout.ActiveDocument.1">
                  <p:embed/>
                </p:oleObj>
              </mc:Choice>
              <mc:Fallback>
                <p:oleObj name="think-cell Slide" r:id="rId19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794" r:id="rId12"/>
    <p:sldLayoutId id="2147484795" r:id="rId13"/>
    <p:sldLayoutId id="2147484796" r:id="rId14"/>
    <p:sldLayoutId id="2147484798" r:id="rId15"/>
    <p:sldLayoutId id="2147484800" r:id="rId16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4963B64-B630-E99F-CACB-4FF0530A36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Simulink shortcuts?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C295D0-F612-E2FB-F8C0-E2EB3218A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Simulink Shortcuts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28FB22-ECB0-39B1-1204-0770D1622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</p:txBody>
      </p:sp>
    </p:spTree>
    <p:extLst>
      <p:ext uri="{BB962C8B-B14F-4D97-AF65-F5344CB8AC3E}">
        <p14:creationId xmlns:p14="http://schemas.microsoft.com/office/powerpoint/2010/main" val="356365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12ED-AF24-BC4E-8FB5-39FC512C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73587-5A62-1943-E355-4370B4CD578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CFE975-6361-ACAC-BCFC-A5D235208E73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000" b="0" i="1" dirty="0">
                <a:solidFill>
                  <a:srgbClr val="FF0000"/>
                </a:solidFill>
                <a:latin typeface="+mn-lt"/>
                <a:cs typeface="+mn-cs"/>
              </a:rPr>
              <a:t>Graph 		Graph Data / Edit Grid / Use Cursors</a:t>
            </a:r>
            <a:endParaRPr lang="en-US" sz="1000" b="0" i="1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 b="0" i="1" dirty="0">
                <a:solidFill>
                  <a:srgbClr val="FF0000"/>
                </a:solidFill>
              </a:rPr>
              <a:t>Editor (</a:t>
            </a:r>
            <a:r>
              <a:rPr lang="en-US" sz="1100" b="0" i="1" dirty="0" err="1">
                <a:solidFill>
                  <a:srgbClr val="FF0000"/>
                </a:solidFill>
              </a:rPr>
              <a:t>slreqx</a:t>
            </a:r>
            <a:r>
              <a:rPr lang="en-US" sz="1100" b="0" i="1" dirty="0">
                <a:solidFill>
                  <a:srgbClr val="FF0000"/>
                </a:solidFill>
              </a:rPr>
              <a:t>)		Create / Edit / 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35F4C767-C4A9-2993-DE50-764933B8542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388388488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0873cd69-40f1-433c-bf93-e1d73619fdb5"/>
    <ds:schemaRef ds:uri="http://purl.org/dc/dcmitype/"/>
    <ds:schemaRef ds:uri="http://schemas.microsoft.com/office/2006/documentManagement/types"/>
    <ds:schemaRef ds:uri="2d6c60d3-f5d7-4053-bda5-60231931954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120951</TotalTime>
  <Words>2610</Words>
  <Application>Microsoft Office PowerPoint</Application>
  <PresentationFormat>Widescreen</PresentationFormat>
  <Paragraphs>388</Paragraphs>
  <Slides>74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Simulink Shortcuts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2084</cp:revision>
  <cp:lastPrinted>2026-03-04T20:38:48Z</cp:lastPrinted>
  <dcterms:created xsi:type="dcterms:W3CDTF">2017-05-22T13:23:52Z</dcterms:created>
  <dcterms:modified xsi:type="dcterms:W3CDTF">2026-09-03T19:32:47Z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