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customXml/itemProps4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3" r:id="rId5"/>
  </p:sldMasterIdLst>
  <p:notesMasterIdLst>
    <p:notesMasterId r:id="rId67"/>
  </p:notesMasterIdLst>
  <p:handoutMasterIdLst>
    <p:handoutMasterId r:id="rId68"/>
  </p:handoutMasterIdLst>
  <p:sldIdLst>
    <p:sldId id="256" r:id="rId6"/>
    <p:sldId id="3628" r:id="rId7"/>
    <p:sldId id="3631" r:id="rId8"/>
    <p:sldId id="3632" r:id="rId9"/>
    <p:sldId id="3633" r:id="rId10"/>
    <p:sldId id="3640" r:id="rId11"/>
    <p:sldId id="3641" r:id="rId12"/>
    <p:sldId id="3642" r:id="rId13"/>
    <p:sldId id="3634" r:id="rId14"/>
    <p:sldId id="3706" r:id="rId15"/>
    <p:sldId id="3643" r:id="rId16"/>
    <p:sldId id="3644" r:id="rId17"/>
    <p:sldId id="3645" r:id="rId18"/>
    <p:sldId id="3635" r:id="rId19"/>
    <p:sldId id="3707" r:id="rId20"/>
    <p:sldId id="3646" r:id="rId21"/>
    <p:sldId id="3647" r:id="rId22"/>
    <p:sldId id="3648" r:id="rId23"/>
    <p:sldId id="3650" r:id="rId24"/>
    <p:sldId id="3651" r:id="rId25"/>
    <p:sldId id="3652" r:id="rId26"/>
    <p:sldId id="3654" r:id="rId27"/>
    <p:sldId id="3657" r:id="rId28"/>
    <p:sldId id="3661" r:id="rId29"/>
    <p:sldId id="3662" r:id="rId30"/>
    <p:sldId id="3663" r:id="rId31"/>
    <p:sldId id="3664" r:id="rId32"/>
    <p:sldId id="3666" r:id="rId33"/>
    <p:sldId id="3669" r:id="rId34"/>
    <p:sldId id="3672" r:id="rId35"/>
    <p:sldId id="3677" r:id="rId36"/>
    <p:sldId id="3674" r:id="rId37"/>
    <p:sldId id="3678" r:id="rId38"/>
    <p:sldId id="3681" r:id="rId39"/>
    <p:sldId id="3685" r:id="rId40"/>
    <p:sldId id="3682" r:id="rId41"/>
    <p:sldId id="3636" r:id="rId42"/>
    <p:sldId id="3708" r:id="rId43"/>
    <p:sldId id="3684" r:id="rId44"/>
    <p:sldId id="3637" r:id="rId45"/>
    <p:sldId id="3711" r:id="rId46"/>
    <p:sldId id="3691" r:id="rId47"/>
    <p:sldId id="3692" r:id="rId48"/>
    <p:sldId id="3693" r:id="rId49"/>
    <p:sldId id="3694" r:id="rId50"/>
    <p:sldId id="3695" r:id="rId51"/>
    <p:sldId id="3709" r:id="rId52"/>
    <p:sldId id="3698" r:id="rId53"/>
    <p:sldId id="3701" r:id="rId54"/>
    <p:sldId id="3702" r:id="rId55"/>
    <p:sldId id="3704" r:id="rId56"/>
    <p:sldId id="3703" r:id="rId57"/>
    <p:sldId id="3638" r:id="rId58"/>
    <p:sldId id="3712" r:id="rId59"/>
    <p:sldId id="3705" r:id="rId60"/>
    <p:sldId id="3639" r:id="rId61"/>
    <p:sldId id="3710" r:id="rId62"/>
    <p:sldId id="3626" r:id="rId63"/>
    <p:sldId id="3625" r:id="rId64"/>
    <p:sldId id="3567" r:id="rId65"/>
    <p:sldId id="3582" r:id="rId66"/>
  </p:sldIdLst>
  <p:sldSz cx="12192000" cy="6858000"/>
  <p:notesSz cx="6950075" cy="9236075"/>
  <p:defaultTextStyle>
    <a:defPPr>
      <a:defRPr lang="en-US"/>
    </a:defPPr>
    <a:lvl1pPr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EC01A4A7-E4B7-46E5-93DE-A146A072A09E}">
          <p14:sldIdLst>
            <p14:sldId id="256"/>
          </p14:sldIdLst>
        </p14:section>
        <p14:section name="What is MATLAB and Simulink?" id="{08094596-2F79-407D-957C-27286169ABE8}">
          <p14:sldIdLst>
            <p14:sldId id="3628"/>
          </p14:sldIdLst>
        </p14:section>
        <p14:section name="What does success look like?" id="{2184ACB6-BC5A-45A7-AA08-0CFF90079FF3}">
          <p14:sldIdLst>
            <p14:sldId id="3631"/>
          </p14:sldIdLst>
        </p14:section>
        <p14:section name="Final Model(s)" id="{DD7E7087-D4C1-49C4-90BA-FD121933CBC3}">
          <p14:sldIdLst>
            <p14:sldId id="3632"/>
          </p14:sldIdLst>
        </p14:section>
        <p14:section name="How to Open MATLAB &amp; SIMULINK" id="{C8DF2CCC-DF37-4452-A9BD-12549E5D36D1}">
          <p14:sldIdLst>
            <p14:sldId id="3633"/>
            <p14:sldId id="3640"/>
            <p14:sldId id="3641"/>
            <p14:sldId id="3642"/>
          </p14:sldIdLst>
        </p14:section>
        <p14:section name="How to Create a new Simulink Model" id="{82C3D226-D794-4489-92A1-E620DEDFB2A5}">
          <p14:sldIdLst>
            <p14:sldId id="3634"/>
            <p14:sldId id="3706"/>
            <p14:sldId id="3643"/>
            <p14:sldId id="3644"/>
            <p14:sldId id="3645"/>
          </p14:sldIdLst>
        </p14:section>
        <p14:section name="How to Use blocks" id="{000E4B64-D857-4ECD-81C8-90C1508B930D}">
          <p14:sldIdLst>
            <p14:sldId id="3635"/>
            <p14:sldId id="3707"/>
            <p14:sldId id="3646"/>
            <p14:sldId id="3647"/>
            <p14:sldId id="3648"/>
            <p14:sldId id="3650"/>
            <p14:sldId id="3651"/>
            <p14:sldId id="3652"/>
            <p14:sldId id="3654"/>
            <p14:sldId id="3657"/>
            <p14:sldId id="3661"/>
            <p14:sldId id="3662"/>
            <p14:sldId id="3663"/>
            <p14:sldId id="3664"/>
            <p14:sldId id="3666"/>
            <p14:sldId id="3669"/>
            <p14:sldId id="3672"/>
            <p14:sldId id="3677"/>
            <p14:sldId id="3674"/>
            <p14:sldId id="3678"/>
            <p14:sldId id="3681"/>
            <p14:sldId id="3685"/>
            <p14:sldId id="3682"/>
          </p14:sldIdLst>
        </p14:section>
        <p14:section name="How to Run a simulation" id="{3F1A5FEB-EFB7-4B88-A875-0798919095F3}">
          <p14:sldIdLst>
            <p14:sldId id="3636"/>
            <p14:sldId id="3708"/>
            <p14:sldId id="3684"/>
          </p14:sldIdLst>
        </p14:section>
        <p14:section name="How to Use Data inspector" id="{62385923-6401-41CB-84E6-D309E1EB289F}">
          <p14:sldIdLst>
            <p14:sldId id="3637"/>
            <p14:sldId id="3711"/>
            <p14:sldId id="3691"/>
            <p14:sldId id="3692"/>
            <p14:sldId id="3693"/>
            <p14:sldId id="3694"/>
            <p14:sldId id="3695"/>
            <p14:sldId id="3709"/>
            <p14:sldId id="3698"/>
            <p14:sldId id="3701"/>
            <p14:sldId id="3702"/>
            <p14:sldId id="3704"/>
            <p14:sldId id="3703"/>
          </p14:sldIdLst>
        </p14:section>
        <p14:section name="How to Use Model Explorer" id="{84EACC95-D6FF-4E20-90C5-FE2F477BB695}">
          <p14:sldIdLst>
            <p14:sldId id="3638"/>
            <p14:sldId id="3712"/>
            <p14:sldId id="3705"/>
          </p14:sldIdLst>
        </p14:section>
        <p14:section name="How to Use Requirements editor" id="{04F53C19-E036-40F5-A4EF-E2AEF7972486}">
          <p14:sldIdLst>
            <p14:sldId id="3639"/>
            <p14:sldId id="3710"/>
            <p14:sldId id="3626"/>
            <p14:sldId id="3625"/>
            <p14:sldId id="3567"/>
            <p14:sldId id="3582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348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srgbClr val="FF0000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5" autoAdjust="0"/>
    <p:restoredTop sz="94548" autoAdjust="0"/>
  </p:normalViewPr>
  <p:slideViewPr>
    <p:cSldViewPr snapToGrid="0">
      <p:cViewPr varScale="1">
        <p:scale>
          <a:sx n="102" d="100"/>
          <a:sy n="102" d="100"/>
        </p:scale>
        <p:origin x="954" y="114"/>
      </p:cViewPr>
      <p:guideLst>
        <p:guide orient="horz" pos="348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sorterViewPr>
    <p:cViewPr varScale="1"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1.xml"/><Relationship Id="rId21" Type="http://schemas.openxmlformats.org/officeDocument/2006/relationships/slide" Target="slides/slide16.xml"/><Relationship Id="rId42" Type="http://schemas.openxmlformats.org/officeDocument/2006/relationships/slide" Target="slides/slide37.xml"/><Relationship Id="rId47" Type="http://schemas.openxmlformats.org/officeDocument/2006/relationships/slide" Target="slides/slide42.xml"/><Relationship Id="rId63" Type="http://schemas.openxmlformats.org/officeDocument/2006/relationships/slide" Target="slides/slide58.xml"/><Relationship Id="rId68" Type="http://schemas.openxmlformats.org/officeDocument/2006/relationships/handoutMaster" Target="handoutMasters/handoutMaster1.xml"/><Relationship Id="rId7" Type="http://schemas.openxmlformats.org/officeDocument/2006/relationships/slide" Target="slides/slide2.xml"/><Relationship Id="rId71" Type="http://schemas.openxmlformats.org/officeDocument/2006/relationships/theme" Target="theme/theme1.xml"/><Relationship Id="rId2" Type="http://schemas.openxmlformats.org/officeDocument/2006/relationships/customXml" Target="../customXml/item2.xml"/><Relationship Id="rId16" Type="http://schemas.openxmlformats.org/officeDocument/2006/relationships/slide" Target="slides/slide11.xml"/><Relationship Id="rId29" Type="http://schemas.openxmlformats.org/officeDocument/2006/relationships/slide" Target="slides/slide24.xml"/><Relationship Id="rId11" Type="http://schemas.openxmlformats.org/officeDocument/2006/relationships/slide" Target="slides/slide6.xml"/><Relationship Id="rId24" Type="http://schemas.openxmlformats.org/officeDocument/2006/relationships/slide" Target="slides/slide19.xml"/><Relationship Id="rId32" Type="http://schemas.openxmlformats.org/officeDocument/2006/relationships/slide" Target="slides/slide27.xml"/><Relationship Id="rId37" Type="http://schemas.openxmlformats.org/officeDocument/2006/relationships/slide" Target="slides/slide32.xml"/><Relationship Id="rId40" Type="http://schemas.openxmlformats.org/officeDocument/2006/relationships/slide" Target="slides/slide35.xml"/><Relationship Id="rId45" Type="http://schemas.openxmlformats.org/officeDocument/2006/relationships/slide" Target="slides/slide40.xml"/><Relationship Id="rId53" Type="http://schemas.openxmlformats.org/officeDocument/2006/relationships/slide" Target="slides/slide48.xml"/><Relationship Id="rId58" Type="http://schemas.openxmlformats.org/officeDocument/2006/relationships/slide" Target="slides/slide53.xml"/><Relationship Id="rId66" Type="http://schemas.openxmlformats.org/officeDocument/2006/relationships/slide" Target="slides/slide61.xml"/><Relationship Id="rId5" Type="http://schemas.openxmlformats.org/officeDocument/2006/relationships/slideMaster" Target="slideMasters/slideMaster1.xml"/><Relationship Id="rId61" Type="http://schemas.openxmlformats.org/officeDocument/2006/relationships/slide" Target="slides/slide56.xml"/><Relationship Id="rId19" Type="http://schemas.openxmlformats.org/officeDocument/2006/relationships/slide" Target="slides/slide14.xml"/><Relationship Id="rId14" Type="http://schemas.openxmlformats.org/officeDocument/2006/relationships/slide" Target="slides/slide9.xml"/><Relationship Id="rId22" Type="http://schemas.openxmlformats.org/officeDocument/2006/relationships/slide" Target="slides/slide17.xml"/><Relationship Id="rId27" Type="http://schemas.openxmlformats.org/officeDocument/2006/relationships/slide" Target="slides/slide22.xml"/><Relationship Id="rId30" Type="http://schemas.openxmlformats.org/officeDocument/2006/relationships/slide" Target="slides/slide25.xml"/><Relationship Id="rId35" Type="http://schemas.openxmlformats.org/officeDocument/2006/relationships/slide" Target="slides/slide30.xml"/><Relationship Id="rId43" Type="http://schemas.openxmlformats.org/officeDocument/2006/relationships/slide" Target="slides/slide38.xml"/><Relationship Id="rId48" Type="http://schemas.openxmlformats.org/officeDocument/2006/relationships/slide" Target="slides/slide43.xml"/><Relationship Id="rId56" Type="http://schemas.openxmlformats.org/officeDocument/2006/relationships/slide" Target="slides/slide51.xml"/><Relationship Id="rId64" Type="http://schemas.openxmlformats.org/officeDocument/2006/relationships/slide" Target="slides/slide59.xml"/><Relationship Id="rId69" Type="http://schemas.openxmlformats.org/officeDocument/2006/relationships/presProps" Target="presProps.xml"/><Relationship Id="rId8" Type="http://schemas.openxmlformats.org/officeDocument/2006/relationships/slide" Target="slides/slide3.xml"/><Relationship Id="rId51" Type="http://schemas.openxmlformats.org/officeDocument/2006/relationships/slide" Target="slides/slide46.xml"/><Relationship Id="rId72" Type="http://schemas.openxmlformats.org/officeDocument/2006/relationships/tableStyles" Target="tableStyles.xml"/><Relationship Id="rId3" Type="http://schemas.openxmlformats.org/officeDocument/2006/relationships/customXml" Target="../customXml/item3.xml"/><Relationship Id="rId12" Type="http://schemas.openxmlformats.org/officeDocument/2006/relationships/slide" Target="slides/slide7.xml"/><Relationship Id="rId17" Type="http://schemas.openxmlformats.org/officeDocument/2006/relationships/slide" Target="slides/slide12.xml"/><Relationship Id="rId25" Type="http://schemas.openxmlformats.org/officeDocument/2006/relationships/slide" Target="slides/slide20.xml"/><Relationship Id="rId33" Type="http://schemas.openxmlformats.org/officeDocument/2006/relationships/slide" Target="slides/slide28.xml"/><Relationship Id="rId38" Type="http://schemas.openxmlformats.org/officeDocument/2006/relationships/slide" Target="slides/slide33.xml"/><Relationship Id="rId46" Type="http://schemas.openxmlformats.org/officeDocument/2006/relationships/slide" Target="slides/slide41.xml"/><Relationship Id="rId59" Type="http://schemas.openxmlformats.org/officeDocument/2006/relationships/slide" Target="slides/slide54.xml"/><Relationship Id="rId67" Type="http://schemas.openxmlformats.org/officeDocument/2006/relationships/notesMaster" Target="notesMasters/notesMaster1.xml"/><Relationship Id="rId20" Type="http://schemas.openxmlformats.org/officeDocument/2006/relationships/slide" Target="slides/slide15.xml"/><Relationship Id="rId41" Type="http://schemas.openxmlformats.org/officeDocument/2006/relationships/slide" Target="slides/slide36.xml"/><Relationship Id="rId54" Type="http://schemas.openxmlformats.org/officeDocument/2006/relationships/slide" Target="slides/slide49.xml"/><Relationship Id="rId62" Type="http://schemas.openxmlformats.org/officeDocument/2006/relationships/slide" Target="slides/slide57.xml"/><Relationship Id="rId70" Type="http://schemas.openxmlformats.org/officeDocument/2006/relationships/viewProps" Target="viewProps.xml"/><Relationship Id="rId1" Type="http://schemas.openxmlformats.org/officeDocument/2006/relationships/customXml" Target="../customXml/item1.xml"/><Relationship Id="rId6" Type="http://schemas.openxmlformats.org/officeDocument/2006/relationships/slide" Target="slides/slide1.xml"/><Relationship Id="rId15" Type="http://schemas.openxmlformats.org/officeDocument/2006/relationships/slide" Target="slides/slide10.xml"/><Relationship Id="rId23" Type="http://schemas.openxmlformats.org/officeDocument/2006/relationships/slide" Target="slides/slide18.xml"/><Relationship Id="rId28" Type="http://schemas.openxmlformats.org/officeDocument/2006/relationships/slide" Target="slides/slide23.xml"/><Relationship Id="rId36" Type="http://schemas.openxmlformats.org/officeDocument/2006/relationships/slide" Target="slides/slide31.xml"/><Relationship Id="rId49" Type="http://schemas.openxmlformats.org/officeDocument/2006/relationships/slide" Target="slides/slide44.xml"/><Relationship Id="rId57" Type="http://schemas.openxmlformats.org/officeDocument/2006/relationships/slide" Target="slides/slide52.xml"/><Relationship Id="rId10" Type="http://schemas.openxmlformats.org/officeDocument/2006/relationships/slide" Target="slides/slide5.xml"/><Relationship Id="rId31" Type="http://schemas.openxmlformats.org/officeDocument/2006/relationships/slide" Target="slides/slide26.xml"/><Relationship Id="rId44" Type="http://schemas.openxmlformats.org/officeDocument/2006/relationships/slide" Target="slides/slide39.xml"/><Relationship Id="rId52" Type="http://schemas.openxmlformats.org/officeDocument/2006/relationships/slide" Target="slides/slide47.xml"/><Relationship Id="rId60" Type="http://schemas.openxmlformats.org/officeDocument/2006/relationships/slide" Target="slides/slide55.xml"/><Relationship Id="rId65" Type="http://schemas.openxmlformats.org/officeDocument/2006/relationships/slide" Target="slides/slide60.xml"/><Relationship Id="rId4" Type="http://schemas.openxmlformats.org/officeDocument/2006/relationships/customXml" Target="../customXml/item4.xml"/><Relationship Id="rId9" Type="http://schemas.openxmlformats.org/officeDocument/2006/relationships/slide" Target="slides/slide4.xml"/><Relationship Id="rId13" Type="http://schemas.openxmlformats.org/officeDocument/2006/relationships/slide" Target="slides/slide8.xml"/><Relationship Id="rId18" Type="http://schemas.openxmlformats.org/officeDocument/2006/relationships/slide" Target="slides/slide13.xml"/><Relationship Id="rId39" Type="http://schemas.openxmlformats.org/officeDocument/2006/relationships/slide" Target="slides/slide34.xml"/><Relationship Id="rId34" Type="http://schemas.openxmlformats.org/officeDocument/2006/relationships/slide" Target="slides/slide29.xml"/><Relationship Id="rId50" Type="http://schemas.openxmlformats.org/officeDocument/2006/relationships/slide" Target="slides/slide45.xml"/><Relationship Id="rId55" Type="http://schemas.openxmlformats.org/officeDocument/2006/relationships/slide" Target="slides/slide50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4098D98F-175E-78A3-B8F6-CC7AB7735230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3011699" cy="463408"/>
          </a:xfrm>
          <a:prstGeom prst="rect">
            <a:avLst/>
          </a:prstGeom>
        </p:spPr>
        <p:txBody>
          <a:bodyPr vert="horz" lIns="92492" tIns="46246" rIns="92492" bIns="46246" rtlCol="0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ED1D7EE-CF92-23B0-51BA-B4DDAA57D6A0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936768" y="0"/>
            <a:ext cx="3011699" cy="463408"/>
          </a:xfrm>
          <a:prstGeom prst="rect">
            <a:avLst/>
          </a:prstGeom>
        </p:spPr>
        <p:txBody>
          <a:bodyPr vert="horz" lIns="92492" tIns="46246" rIns="92492" bIns="46246" rtlCol="0"/>
          <a:lstStyle>
            <a:lvl1pPr algn="r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</a:defRPr>
            </a:lvl1pPr>
          </a:lstStyle>
          <a:p>
            <a:pPr>
              <a:defRPr/>
            </a:pPr>
            <a:fld id="{DA40AAD2-F4DE-46BB-9F99-83A578C04AFF}" type="datetimeFigureOut">
              <a:rPr lang="en-US"/>
              <a:pPr>
                <a:defRPr/>
              </a:pPr>
              <a:t>9/1/2026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358C0E3-C851-CE37-FD1B-A70FC4954E70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772669"/>
            <a:ext cx="3011699" cy="463407"/>
          </a:xfrm>
          <a:prstGeom prst="rect">
            <a:avLst/>
          </a:prstGeom>
        </p:spPr>
        <p:txBody>
          <a:bodyPr vert="horz" lIns="92492" tIns="46246" rIns="92492" bIns="46246" rtlCol="0" anchor="b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023D36C-A4BC-55F4-6B23-3774811418CD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936768" y="8772669"/>
            <a:ext cx="3011699" cy="463407"/>
          </a:xfrm>
          <a:prstGeom prst="rect">
            <a:avLst/>
          </a:prstGeom>
        </p:spPr>
        <p:txBody>
          <a:bodyPr vert="horz" wrap="square" lIns="92492" tIns="46246" rIns="92492" bIns="46246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latin typeface="Calibri" panose="020F0502020204030204" pitchFamily="34" charset="0"/>
              </a:defRPr>
            </a:lvl1pPr>
          </a:lstStyle>
          <a:p>
            <a:pPr>
              <a:defRPr/>
            </a:pPr>
            <a:fld id="{F3CA2B0F-1A0A-4562-9947-C246A40584F7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D4087F94-3C40-5DB6-5E60-B61FB53A3785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3011699" cy="463408"/>
          </a:xfrm>
          <a:prstGeom prst="rect">
            <a:avLst/>
          </a:prstGeom>
        </p:spPr>
        <p:txBody>
          <a:bodyPr vert="horz" lIns="92492" tIns="46246" rIns="92492" bIns="46246" rtlCol="0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417044B-4DF8-C000-1661-91CAF8D24A84}"/>
              </a:ext>
            </a:extLst>
          </p:cNvPr>
          <p:cNvSpPr>
            <a:spLocks noGrp="1"/>
          </p:cNvSpPr>
          <p:nvPr>
            <p:ph type="dt" idx="1"/>
          </p:nvPr>
        </p:nvSpPr>
        <p:spPr>
          <a:xfrm>
            <a:off x="3936768" y="0"/>
            <a:ext cx="3011699" cy="463408"/>
          </a:xfrm>
          <a:prstGeom prst="rect">
            <a:avLst/>
          </a:prstGeom>
        </p:spPr>
        <p:txBody>
          <a:bodyPr vert="horz" lIns="92492" tIns="46246" rIns="92492" bIns="46246" rtlCol="0"/>
          <a:lstStyle>
            <a:lvl1pPr algn="r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</a:defRPr>
            </a:lvl1pPr>
          </a:lstStyle>
          <a:p>
            <a:pPr>
              <a:defRPr/>
            </a:pPr>
            <a:fld id="{56D71FA5-8285-4D80-ACF0-ECBE044B5E2B}" type="datetimeFigureOut">
              <a:rPr lang="en-US"/>
              <a:pPr>
                <a:defRPr/>
              </a:pPr>
              <a:t>9/1/2026</a:t>
            </a:fld>
            <a:endParaRPr lang="en-US"/>
          </a:p>
        </p:txBody>
      </p:sp>
      <p:sp>
        <p:nvSpPr>
          <p:cNvPr id="4" name="Slide Image Placeholder 3">
            <a:extLst>
              <a:ext uri="{FF2B5EF4-FFF2-40B4-BE49-F238E27FC236}">
                <a16:creationId xmlns:a16="http://schemas.microsoft.com/office/drawing/2014/main" id="{DA6DFA5B-B99B-0C95-58EF-202B53A6DC3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703263" y="1154113"/>
            <a:ext cx="5543550" cy="31178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2492" tIns="46246" rIns="92492" bIns="46246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>
            <a:extLst>
              <a:ext uri="{FF2B5EF4-FFF2-40B4-BE49-F238E27FC236}">
                <a16:creationId xmlns:a16="http://schemas.microsoft.com/office/drawing/2014/main" id="{B771CE75-06FE-FE26-DCC2-2C570D11B5B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95008" y="4444861"/>
            <a:ext cx="5560060" cy="3636705"/>
          </a:xfrm>
          <a:prstGeom prst="rect">
            <a:avLst/>
          </a:prstGeom>
        </p:spPr>
        <p:txBody>
          <a:bodyPr vert="horz" lIns="92492" tIns="46246" rIns="92492" bIns="46246" rtlCol="0"/>
          <a:lstStyle/>
          <a:p>
            <a:pPr lvl="0"/>
            <a:r>
              <a:rPr lang="en-US" noProof="0"/>
              <a:t>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16278A4-2710-CFD8-CEF4-4DA98B66B490}"/>
              </a:ext>
            </a:extLst>
          </p:cNvPr>
          <p:cNvSpPr>
            <a:spLocks noGrp="1"/>
          </p:cNvSpPr>
          <p:nvPr>
            <p:ph type="ftr" sz="quarter" idx="4"/>
          </p:nvPr>
        </p:nvSpPr>
        <p:spPr>
          <a:xfrm>
            <a:off x="0" y="8772669"/>
            <a:ext cx="3011699" cy="463407"/>
          </a:xfrm>
          <a:prstGeom prst="rect">
            <a:avLst/>
          </a:prstGeom>
        </p:spPr>
        <p:txBody>
          <a:bodyPr vert="horz" lIns="92492" tIns="46246" rIns="92492" bIns="46246" rtlCol="0" anchor="b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555B7C4-2ABE-6434-8EA6-9A0B3F4343C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3936768" y="8772669"/>
            <a:ext cx="3011699" cy="463407"/>
          </a:xfrm>
          <a:prstGeom prst="rect">
            <a:avLst/>
          </a:prstGeom>
        </p:spPr>
        <p:txBody>
          <a:bodyPr vert="horz" wrap="square" lIns="92492" tIns="46246" rIns="92492" bIns="46246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latin typeface="Calibri" panose="020F0502020204030204" pitchFamily="34" charset="0"/>
              </a:defRPr>
            </a:lvl1pPr>
          </a:lstStyle>
          <a:p>
            <a:pPr>
              <a:defRPr/>
            </a:pPr>
            <a:fld id="{58A04150-874A-42E2-8795-B6E7E159182C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 dt="0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2" name="Slide Image Placeholder 1">
            <a:extLst>
              <a:ext uri="{FF2B5EF4-FFF2-40B4-BE49-F238E27FC236}">
                <a16:creationId xmlns:a16="http://schemas.microsoft.com/office/drawing/2014/main" id="{2F4B7EE4-2ED7-D686-41CF-29D23845D1F6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15363" name="Notes Placeholder 2">
            <a:extLst>
              <a:ext uri="{FF2B5EF4-FFF2-40B4-BE49-F238E27FC236}">
                <a16:creationId xmlns:a16="http://schemas.microsoft.com/office/drawing/2014/main" id="{AA4ED621-05FA-44A0-34EE-D9D763AA738E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endParaRPr lang="en-US" altLang="en-US"/>
          </a:p>
        </p:txBody>
      </p:sp>
      <p:sp>
        <p:nvSpPr>
          <p:cNvPr id="4" name="Header Placeholder 3">
            <a:extLst>
              <a:ext uri="{FF2B5EF4-FFF2-40B4-BE49-F238E27FC236}">
                <a16:creationId xmlns:a16="http://schemas.microsoft.com/office/drawing/2014/main" id="{4C449068-0203-BD64-465A-32FB5765F33F}"/>
              </a:ext>
            </a:extLst>
          </p:cNvPr>
          <p:cNvSpPr>
            <a:spLocks noGrp="1"/>
          </p:cNvSpPr>
          <p:nvPr>
            <p:ph type="hdr" sz="quarter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ADCD74A-8049-1673-A412-BC69A5A45263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5366" name="Slide Number Placeholder 5">
            <a:extLst>
              <a:ext uri="{FF2B5EF4-FFF2-40B4-BE49-F238E27FC236}">
                <a16:creationId xmlns:a16="http://schemas.microsoft.com/office/drawing/2014/main" id="{26FCB2B9-C5D1-C952-5E9B-F3FCF35F80FC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51494" indent="-289036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56145" indent="-231229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18602" indent="-231229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81060" indent="-231229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43518" indent="-231229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3005976" indent="-231229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68434" indent="-231229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930891" indent="-231229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fld id="{C5B3D759-A5EF-4211-AF68-8970C468B8A9}" type="slidenum">
              <a:rPr lang="en-US" altLang="en-US" smtClean="0">
                <a:latin typeface="Calibri" panose="020F0502020204030204" pitchFamily="34" charset="0"/>
              </a:rPr>
              <a:pPr/>
              <a:t>1</a:t>
            </a:fld>
            <a:endParaRPr lang="en-US" altLang="en-US">
              <a:latin typeface="Calibri" panose="020F0502020204030204" pitchFamily="34" charset="0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EED21D-21EF-7E6D-5B72-0560D6AF3B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3BA173E-2807-4794-7F23-EF60F5398D0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8F702A5-FC84-A5F6-B60C-2DF5CCC5DA1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Header Placeholder 3">
            <a:extLst>
              <a:ext uri="{FF2B5EF4-FFF2-40B4-BE49-F238E27FC236}">
                <a16:creationId xmlns:a16="http://schemas.microsoft.com/office/drawing/2014/main" id="{F2D3525D-9FC3-483D-45F9-81BAD2AEE419}"/>
              </a:ext>
            </a:extLst>
          </p:cNvPr>
          <p:cNvSpPr>
            <a:spLocks noGrp="1"/>
          </p:cNvSpPr>
          <p:nvPr>
            <p:ph type="hdr" sz="quarter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2FE917A-7EE9-EF91-DB3F-4574ACA16631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0AB1F2F-FE3A-2B46-3567-35A4C2CCCBC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58A04150-874A-42E2-8795-B6E7E159182C}" type="slidenum">
              <a:rPr lang="en-US" altLang="en-US" smtClean="0"/>
              <a:pPr>
                <a:defRPr/>
              </a:pPr>
              <a:t>59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80283148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Header Placeholder 3"/>
          <p:cNvSpPr>
            <a:spLocks noGrp="1"/>
          </p:cNvSpPr>
          <p:nvPr>
            <p:ph type="hdr" sz="quarter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58A04150-874A-42E2-8795-B6E7E159182C}" type="slidenum">
              <a:rPr lang="en-US" altLang="en-US" smtClean="0"/>
              <a:pPr>
                <a:defRPr/>
              </a:pPr>
              <a:t>61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28563933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7" Type="http://schemas.openxmlformats.org/officeDocument/2006/relationships/image" Target="../media/image4.png"/><Relationship Id="rId2" Type="http://schemas.openxmlformats.org/officeDocument/2006/relationships/tags" Target="../tags/tag3.xml"/><Relationship Id="rId1" Type="http://schemas.openxmlformats.org/officeDocument/2006/relationships/tags" Target="../tags/tag2.xml"/><Relationship Id="rId6" Type="http://schemas.openxmlformats.org/officeDocument/2006/relationships/image" Target="../media/image3.png"/><Relationship Id="rId5" Type="http://schemas.openxmlformats.org/officeDocument/2006/relationships/image" Target="../media/image2.emf"/><Relationship Id="rId4" Type="http://schemas.openxmlformats.org/officeDocument/2006/relationships/oleObject" Target="../embeddings/oleObject2.bin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7" Type="http://schemas.openxmlformats.org/officeDocument/2006/relationships/image" Target="../media/image4.png"/><Relationship Id="rId2" Type="http://schemas.openxmlformats.org/officeDocument/2006/relationships/tags" Target="../tags/tag5.xml"/><Relationship Id="rId1" Type="http://schemas.openxmlformats.org/officeDocument/2006/relationships/tags" Target="../tags/tag4.xml"/><Relationship Id="rId6" Type="http://schemas.openxmlformats.org/officeDocument/2006/relationships/image" Target="../media/image3.png"/><Relationship Id="rId5" Type="http://schemas.openxmlformats.org/officeDocument/2006/relationships/image" Target="../media/image2.emf"/><Relationship Id="rId4" Type="http://schemas.openxmlformats.org/officeDocument/2006/relationships/oleObject" Target="../embeddings/oleObject2.bin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tags" Target="../tags/tag8.xml"/><Relationship Id="rId7" Type="http://schemas.openxmlformats.org/officeDocument/2006/relationships/image" Target="../media/image2.emf"/><Relationship Id="rId2" Type="http://schemas.openxmlformats.org/officeDocument/2006/relationships/tags" Target="../tags/tag7.xml"/><Relationship Id="rId1" Type="http://schemas.openxmlformats.org/officeDocument/2006/relationships/tags" Target="../tags/tag6.xml"/><Relationship Id="rId6" Type="http://schemas.openxmlformats.org/officeDocument/2006/relationships/oleObject" Target="../embeddings/oleObject3.bin"/><Relationship Id="rId5" Type="http://schemas.openxmlformats.org/officeDocument/2006/relationships/slideMaster" Target="../slideMasters/slideMaster1.xml"/><Relationship Id="rId4" Type="http://schemas.openxmlformats.org/officeDocument/2006/relationships/tags" Target="../tags/tag9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7" Type="http://schemas.openxmlformats.org/officeDocument/2006/relationships/image" Target="../media/image8.png"/><Relationship Id="rId2" Type="http://schemas.openxmlformats.org/officeDocument/2006/relationships/tags" Target="../tags/tag11.xml"/><Relationship Id="rId1" Type="http://schemas.openxmlformats.org/officeDocument/2006/relationships/tags" Target="../tags/tag10.xml"/><Relationship Id="rId6" Type="http://schemas.openxmlformats.org/officeDocument/2006/relationships/image" Target="../media/image7.png"/><Relationship Id="rId5" Type="http://schemas.openxmlformats.org/officeDocument/2006/relationships/image" Target="../media/image2.emf"/><Relationship Id="rId4" Type="http://schemas.openxmlformats.org/officeDocument/2006/relationships/oleObject" Target="../embeddings/oleObject2.bin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7" Type="http://schemas.openxmlformats.org/officeDocument/2006/relationships/image" Target="../media/image11.png"/><Relationship Id="rId2" Type="http://schemas.openxmlformats.org/officeDocument/2006/relationships/tags" Target="../tags/tag13.xml"/><Relationship Id="rId1" Type="http://schemas.openxmlformats.org/officeDocument/2006/relationships/tags" Target="../tags/tag12.xml"/><Relationship Id="rId6" Type="http://schemas.openxmlformats.org/officeDocument/2006/relationships/image" Target="../media/image10.emf"/><Relationship Id="rId5" Type="http://schemas.openxmlformats.org/officeDocument/2006/relationships/oleObject" Target="../embeddings/oleObject4.bin"/><Relationship Id="rId4" Type="http://schemas.openxmlformats.org/officeDocument/2006/relationships/image" Target="../media/image9.jpe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Layout 1 - Title, Sub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2" hidden="1">
            <a:extLst>
              <a:ext uri="{FF2B5EF4-FFF2-40B4-BE49-F238E27FC236}">
                <a16:creationId xmlns:a16="http://schemas.microsoft.com/office/drawing/2014/main" id="{79C1A729-D5B7-CA1C-AF00-7DFA55FDD3FA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0" y="0"/>
          <a:ext cx="211138" cy="1587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60" imgH="360" progId="TCLayout.ActiveDocument.1">
                  <p:embed/>
                </p:oleObj>
              </mc:Choice>
              <mc:Fallback>
                <p:oleObj name="think-cell Slide" r:id="rId4" imgW="360" imgH="360" progId="TCLayout.ActiveDocument.1">
                  <p:embed/>
                  <p:pic>
                    <p:nvPicPr>
                      <p:cNvPr id="2051" name="Object 2" hidden="1">
                        <a:extLst>
                          <a:ext uri="{FF2B5EF4-FFF2-40B4-BE49-F238E27FC236}">
                            <a16:creationId xmlns:a16="http://schemas.microsoft.com/office/drawing/2014/main" id="{5136F095-8153-4125-4D5B-2AFDD07C3204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0" y="0"/>
                        <a:ext cx="211138" cy="1587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D72BBA21-8225-20C1-5BDF-C71464D2B24F}"/>
              </a:ext>
            </a:extLst>
          </p:cNvPr>
          <p:cNvCxnSpPr/>
          <p:nvPr userDrawn="1"/>
        </p:nvCxnSpPr>
        <p:spPr>
          <a:xfrm>
            <a:off x="390525" y="890588"/>
            <a:ext cx="11409363" cy="0"/>
          </a:xfrm>
          <a:prstGeom prst="line">
            <a:avLst/>
          </a:prstGeom>
          <a:ln w="19050" cmpd="sng">
            <a:solidFill>
              <a:srgbClr val="011C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84D9CA5D-BC3B-E8C1-603F-390C5EFC2740}"/>
              </a:ext>
            </a:extLst>
          </p:cNvPr>
          <p:cNvSpPr txBox="1">
            <a:spLocks noChangeArrowheads="1"/>
          </p:cNvSpPr>
          <p:nvPr userDrawn="1">
            <p:custDataLst>
              <p:tags r:id="rId2"/>
            </p:custDataLst>
          </p:nvPr>
        </p:nvSpPr>
        <p:spPr bwMode="auto">
          <a:xfrm>
            <a:off x="395288" y="6584950"/>
            <a:ext cx="8240712" cy="2159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700" b="1">
                <a:solidFill>
                  <a:srgbClr val="7F7F7F"/>
                </a:solidFill>
                <a:cs typeface="Arial" panose="020B0604020202020204" pitchFamily="34" charset="0"/>
              </a:rPr>
              <a:t>Belcan proprietary information</a:t>
            </a:r>
          </a:p>
          <a:p>
            <a:pPr eaLnBrk="1" hangingPunct="1">
              <a:defRPr/>
            </a:pPr>
            <a:r>
              <a:rPr lang="en-US" altLang="en-US" sz="700" b="1">
                <a:solidFill>
                  <a:srgbClr val="7F7F7F"/>
                </a:solidFill>
                <a:cs typeface="Arial" panose="020B0604020202020204" pitchFamily="34" charset="0"/>
              </a:rPr>
              <a:t>Subject to the restrictions on the cover or first page of the document</a:t>
            </a:r>
          </a:p>
        </p:txBody>
      </p:sp>
      <p:pic>
        <p:nvPicPr>
          <p:cNvPr id="7" name="Picture 5" descr="Purpose &amp; principles PPT 2.png">
            <a:extLst>
              <a:ext uri="{FF2B5EF4-FFF2-40B4-BE49-F238E27FC236}">
                <a16:creationId xmlns:a16="http://schemas.microsoft.com/office/drawing/2014/main" id="{7B4C6C15-5B35-83EE-4D10-265906990F7A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395288" y="209550"/>
            <a:ext cx="1423987" cy="5572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8" name="Picture 6" descr="Purpose &amp; principles PPT.png">
            <a:extLst>
              <a:ext uri="{FF2B5EF4-FFF2-40B4-BE49-F238E27FC236}">
                <a16:creationId xmlns:a16="http://schemas.microsoft.com/office/drawing/2014/main" id="{492F9D93-D16B-9D12-9F50-8CC0D724526D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7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082088" y="6602413"/>
            <a:ext cx="2654300" cy="1984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FA3537E1-CF04-9648-0FD9-4F21DA1FFB2A}"/>
              </a:ext>
            </a:extLst>
          </p:cNvPr>
          <p:cNvSpPr txBox="1"/>
          <p:nvPr userDrawn="1"/>
        </p:nvSpPr>
        <p:spPr>
          <a:xfrm>
            <a:off x="5862638" y="6618288"/>
            <a:ext cx="422275" cy="136525"/>
          </a:xfrm>
          <a:prstGeom prst="rect">
            <a:avLst/>
          </a:prstGeom>
          <a:noFill/>
        </p:spPr>
        <p:txBody>
          <a:bodyPr lIns="0" tIns="0" rIns="0" bIns="0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defRPr/>
            </a:pPr>
            <a:fld id="{27ABA1CE-7F1E-4C0A-AB66-66670BD6FC9C}" type="slidenum">
              <a:rPr lang="en-US" altLang="en-US" sz="800" b="1" smtClean="0">
                <a:solidFill>
                  <a:srgbClr val="404040"/>
                </a:solidFill>
              </a:rPr>
              <a:pPr algn="ctr" eaLnBrk="1" hangingPunct="1">
                <a:defRPr/>
              </a:pPr>
              <a:t>‹#›</a:t>
            </a:fld>
            <a:endParaRPr lang="en-US" altLang="en-US" sz="800" b="1">
              <a:solidFill>
                <a:srgbClr val="404040"/>
              </a:solidFill>
            </a:endParaRP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5"/>
          </p:nvPr>
        </p:nvSpPr>
        <p:spPr>
          <a:xfrm>
            <a:off x="2226001" y="398463"/>
            <a:ext cx="9635800" cy="368300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/>
            </a:lvl1pPr>
            <a:lvl2pPr marL="457200" indent="0" algn="r">
              <a:buNone/>
              <a:defRPr/>
            </a:lvl2pPr>
            <a:lvl3pPr marL="914400" indent="0" algn="r">
              <a:buNone/>
              <a:defRPr/>
            </a:lvl3pPr>
            <a:lvl4pPr marL="1371600" indent="0" algn="r">
              <a:buNone/>
              <a:defRPr/>
            </a:lvl4pPr>
            <a:lvl5pPr marL="1828800" indent="0" algn="r">
              <a:buNone/>
              <a:defRPr/>
            </a:lvl5pPr>
          </a:lstStyle>
          <a:p>
            <a:pPr lvl="0"/>
            <a:r>
              <a:rPr lang="en-US" dirty="0"/>
              <a:t>Click to edit Master text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95816" y="1134000"/>
            <a:ext cx="11341101" cy="5220764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" name="hcSlideMaster.1_Layout 1 - Title, Subtitle and ContentHeader" descr=" ">
            <a:extLst>
              <a:ext uri="{FF2B5EF4-FFF2-40B4-BE49-F238E27FC236}">
                <a16:creationId xmlns:a16="http://schemas.microsoft.com/office/drawing/2014/main" id="{C72B11F0-4474-8A6E-7B76-99B15B2E189B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1" name="fcSlideMaster.1_Layout 1 - Title, Subtitle and ContentFooter" descr=" ">
            <a:extLst>
              <a:ext uri="{FF2B5EF4-FFF2-40B4-BE49-F238E27FC236}">
                <a16:creationId xmlns:a16="http://schemas.microsoft.com/office/drawing/2014/main" id="{AAEECE00-2F49-7A8D-181F-BB579B75B43A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363351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yout 1 - 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2" hidden="1">
            <a:extLst>
              <a:ext uri="{FF2B5EF4-FFF2-40B4-BE49-F238E27FC236}">
                <a16:creationId xmlns:a16="http://schemas.microsoft.com/office/drawing/2014/main" id="{92B653C4-4876-9EE6-7A3F-94E343AAA126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0" y="0"/>
          <a:ext cx="211138" cy="1587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60" imgH="360" progId="TCLayout.ActiveDocument.1">
                  <p:embed/>
                </p:oleObj>
              </mc:Choice>
              <mc:Fallback>
                <p:oleObj name="think-cell Slide" r:id="rId4" imgW="360" imgH="360" progId="TCLayout.ActiveDocument.1">
                  <p:embed/>
                  <p:pic>
                    <p:nvPicPr>
                      <p:cNvPr id="3075" name="Object 2" hidden="1">
                        <a:extLst>
                          <a:ext uri="{FF2B5EF4-FFF2-40B4-BE49-F238E27FC236}">
                            <a16:creationId xmlns:a16="http://schemas.microsoft.com/office/drawing/2014/main" id="{FCB7C648-B77C-442A-E153-A1351F8DB28F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0" y="0"/>
                        <a:ext cx="211138" cy="1587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EBD60CA2-ED14-F757-9023-A8F7DC4DE28A}"/>
              </a:ext>
            </a:extLst>
          </p:cNvPr>
          <p:cNvCxnSpPr/>
          <p:nvPr userDrawn="1"/>
        </p:nvCxnSpPr>
        <p:spPr>
          <a:xfrm>
            <a:off x="390525" y="890588"/>
            <a:ext cx="11409363" cy="0"/>
          </a:xfrm>
          <a:prstGeom prst="line">
            <a:avLst/>
          </a:prstGeom>
          <a:ln w="19050" cmpd="sng">
            <a:solidFill>
              <a:srgbClr val="011C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Picture 3" descr="Purpose &amp; principles PPT 2.png">
            <a:extLst>
              <a:ext uri="{FF2B5EF4-FFF2-40B4-BE49-F238E27FC236}">
                <a16:creationId xmlns:a16="http://schemas.microsoft.com/office/drawing/2014/main" id="{D4FE8AA7-67C9-F626-0182-E4FD9BB6EC3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395288" y="209550"/>
            <a:ext cx="1423987" cy="5572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6" name="Picture 4" descr="Purpose &amp; principles PPT.png">
            <a:extLst>
              <a:ext uri="{FF2B5EF4-FFF2-40B4-BE49-F238E27FC236}">
                <a16:creationId xmlns:a16="http://schemas.microsoft.com/office/drawing/2014/main" id="{C62C4CCE-AF9F-6AEF-C947-30B50E89A32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7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082088" y="6602413"/>
            <a:ext cx="2654300" cy="1984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839015FD-7D88-1183-63CB-9ADAEB2290F0}"/>
              </a:ext>
            </a:extLst>
          </p:cNvPr>
          <p:cNvSpPr txBox="1"/>
          <p:nvPr userDrawn="1"/>
        </p:nvSpPr>
        <p:spPr>
          <a:xfrm>
            <a:off x="5862638" y="6618288"/>
            <a:ext cx="422275" cy="136525"/>
          </a:xfrm>
          <a:prstGeom prst="rect">
            <a:avLst/>
          </a:prstGeom>
          <a:noFill/>
        </p:spPr>
        <p:txBody>
          <a:bodyPr lIns="0" tIns="0" rIns="0" bIns="0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defRPr/>
            </a:pPr>
            <a:fld id="{58595E10-FDE9-4ADE-A0CD-76D1DA0132F0}" type="slidenum">
              <a:rPr lang="en-US" altLang="en-US" sz="800" b="1" smtClean="0">
                <a:solidFill>
                  <a:srgbClr val="404040"/>
                </a:solidFill>
              </a:rPr>
              <a:pPr algn="ctr" eaLnBrk="1" hangingPunct="1">
                <a:defRPr/>
              </a:pPr>
              <a:t>‹#›</a:t>
            </a:fld>
            <a:endParaRPr lang="en-US" altLang="en-US" sz="800" b="1">
              <a:solidFill>
                <a:srgbClr val="404040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17E82BF-3348-ECB5-C9F9-BD6D4CD05099}"/>
              </a:ext>
            </a:extLst>
          </p:cNvPr>
          <p:cNvSpPr txBox="1">
            <a:spLocks noChangeArrowheads="1"/>
          </p:cNvSpPr>
          <p:nvPr userDrawn="1">
            <p:custDataLst>
              <p:tags r:id="rId2"/>
            </p:custDataLst>
          </p:nvPr>
        </p:nvSpPr>
        <p:spPr bwMode="auto">
          <a:xfrm>
            <a:off x="0" y="6511925"/>
            <a:ext cx="4368800" cy="301625"/>
          </a:xfrm>
          <a:prstGeom prst="rect">
            <a:avLst/>
          </a:prstGeom>
          <a:noFill/>
          <a:ln>
            <a:noFill/>
          </a:ln>
        </p:spPr>
        <p:txBody>
          <a:bodyPr lIns="84664" tIns="42332" rIns="84664" bIns="42332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700" b="1">
                <a:solidFill>
                  <a:srgbClr val="7F7F7F"/>
                </a:solidFill>
                <a:cs typeface="Arial" panose="020B0604020202020204" pitchFamily="34" charset="0"/>
              </a:rPr>
              <a:t>Belcan proprietary information</a:t>
            </a:r>
          </a:p>
          <a:p>
            <a:pPr eaLnBrk="1" hangingPunct="1">
              <a:defRPr/>
            </a:pPr>
            <a:r>
              <a:rPr lang="en-US" altLang="en-US" sz="700" b="1">
                <a:solidFill>
                  <a:srgbClr val="7F7F7F"/>
                </a:solidFill>
                <a:cs typeface="Arial" panose="020B0604020202020204" pitchFamily="34" charset="0"/>
              </a:rPr>
              <a:t>Subject to the restrictions on the cover or first page of the document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0"/>
          </p:nvPr>
        </p:nvSpPr>
        <p:spPr>
          <a:xfrm>
            <a:off x="1818643" y="398463"/>
            <a:ext cx="10043158" cy="368300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/>
            </a:lvl1pPr>
            <a:lvl2pPr marL="457200" indent="0" algn="r">
              <a:buNone/>
              <a:defRPr/>
            </a:lvl2pPr>
            <a:lvl3pPr marL="914400" indent="0" algn="r">
              <a:buNone/>
              <a:defRPr/>
            </a:lvl3pPr>
            <a:lvl4pPr marL="1371600" indent="0" algn="r">
              <a:buNone/>
              <a:defRPr/>
            </a:lvl4pPr>
            <a:lvl5pPr marL="1828800" indent="0" algn="r">
              <a:buNone/>
              <a:defRPr/>
            </a:lvl5pPr>
          </a:lstStyle>
          <a:p>
            <a:pPr lvl="0"/>
            <a:r>
              <a:rPr lang="en-US" dirty="0"/>
              <a:t>Click to edit Master text</a:t>
            </a:r>
          </a:p>
        </p:txBody>
      </p:sp>
      <p:sp>
        <p:nvSpPr>
          <p:cNvPr id="9" name="hcSlideMaster.Layout 1 - BlankHeader" descr=" ">
            <a:extLst>
              <a:ext uri="{FF2B5EF4-FFF2-40B4-BE49-F238E27FC236}">
                <a16:creationId xmlns:a16="http://schemas.microsoft.com/office/drawing/2014/main" id="{7D9C2CDB-A961-BEA9-E3ED-EF2E50B65007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0" name="fcSlideMaster.Layout 1 - BlankFooter" descr=" ">
            <a:extLst>
              <a:ext uri="{FF2B5EF4-FFF2-40B4-BE49-F238E27FC236}">
                <a16:creationId xmlns:a16="http://schemas.microsoft.com/office/drawing/2014/main" id="{682D0EBA-B08E-6851-96B6-742D143749D3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1589489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ank You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08576433-AA70-59B8-4D99-440E2D803904}"/>
              </a:ext>
            </a:extLst>
          </p:cNvPr>
          <p:cNvSpPr/>
          <p:nvPr userDrawn="1"/>
        </p:nvSpPr>
        <p:spPr>
          <a:xfrm>
            <a:off x="0" y="4803775"/>
            <a:ext cx="12192000" cy="10556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Ins="828000" anchor="ctr"/>
          <a:lstStyle/>
          <a:p>
            <a:pPr algn="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s-AR" sz="2400" b="1" dirty="0">
                <a:solidFill>
                  <a:schemeClr val="bg1"/>
                </a:solidFill>
              </a:rPr>
              <a:t>Belcan.com</a:t>
            </a:r>
            <a:endParaRPr lang="en-US" sz="2400" b="1" dirty="0">
              <a:solidFill>
                <a:schemeClr val="bg1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72F5667-CE5B-120C-380F-678C096FAD4D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695325" y="3709988"/>
            <a:ext cx="3787775" cy="67786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s-AR" altLang="en-US" sz="4400" b="1">
                <a:solidFill>
                  <a:schemeClr val="accent1"/>
                </a:solidFill>
                <a:latin typeface="Arial Black" panose="020B0A04020102020204" pitchFamily="34" charset="0"/>
              </a:rPr>
              <a:t>THANK YOU</a:t>
            </a:r>
            <a:endParaRPr lang="en-US" altLang="en-US" sz="4400" b="1">
              <a:solidFill>
                <a:schemeClr val="accent1"/>
              </a:solidFill>
              <a:latin typeface="Arial Black" panose="020B0A04020102020204" pitchFamily="34" charset="0"/>
            </a:endParaRPr>
          </a:p>
        </p:txBody>
      </p:sp>
      <p:pic>
        <p:nvPicPr>
          <p:cNvPr id="4" name="Picture 4" descr="Purpose &amp; principles PPT 2.png">
            <a:extLst>
              <a:ext uri="{FF2B5EF4-FFF2-40B4-BE49-F238E27FC236}">
                <a16:creationId xmlns:a16="http://schemas.microsoft.com/office/drawing/2014/main" id="{46D4E8BB-AD1C-A1E8-223D-24B86B990B37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8648700" y="3276600"/>
            <a:ext cx="3087688" cy="12128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" name="hcSlideMaster.Thank You SlideHeader" descr=" ">
            <a:extLst>
              <a:ext uri="{FF2B5EF4-FFF2-40B4-BE49-F238E27FC236}">
                <a16:creationId xmlns:a16="http://schemas.microsoft.com/office/drawing/2014/main" id="{0BA0FA88-0FE3-196E-FEF7-C1256271ABF7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6" name="fcSlideMaster.Thank You SlideFooter" descr=" ">
            <a:extLst>
              <a:ext uri="{FF2B5EF4-FFF2-40B4-BE49-F238E27FC236}">
                <a16:creationId xmlns:a16="http://schemas.microsoft.com/office/drawing/2014/main" id="{E40DC28D-0777-5350-09F1-18E83F9E7603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4910036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Object 2" hidden="1">
            <a:extLst>
              <a:ext uri="{FF2B5EF4-FFF2-40B4-BE49-F238E27FC236}">
                <a16:creationId xmlns:a16="http://schemas.microsoft.com/office/drawing/2014/main" id="{920A949A-9641-2D5F-E932-01EC50A583E5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0" y="0"/>
          <a:ext cx="211138" cy="1587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6" imgW="360" imgH="360" progId="TCLayout.ActiveDocument.1">
                  <p:embed/>
                </p:oleObj>
              </mc:Choice>
              <mc:Fallback>
                <p:oleObj name="think-cell Slide" r:id="rId6" imgW="360" imgH="360" progId="TCLayout.ActiveDocument.1">
                  <p:embed/>
                  <p:pic>
                    <p:nvPicPr>
                      <p:cNvPr id="5123" name="Object 2" hidden="1">
                        <a:extLst>
                          <a:ext uri="{FF2B5EF4-FFF2-40B4-BE49-F238E27FC236}">
                            <a16:creationId xmlns:a16="http://schemas.microsoft.com/office/drawing/2014/main" id="{FD3C687B-20BB-B94B-C3D8-30BAC96F2504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0" y="0"/>
                        <a:ext cx="211138" cy="1587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5" name="Rectangle 4">
            <a:extLst>
              <a:ext uri="{FF2B5EF4-FFF2-40B4-BE49-F238E27FC236}">
                <a16:creationId xmlns:a16="http://schemas.microsoft.com/office/drawing/2014/main" id="{9FC0342D-A2E8-D410-05B0-8135E3CC221E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11342688" y="6513513"/>
            <a:ext cx="542925" cy="35083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cs typeface="Arial"/>
            </a:endParaRPr>
          </a:p>
        </p:txBody>
      </p:sp>
      <p:pic>
        <p:nvPicPr>
          <p:cNvPr id="6" name="Picture 4">
            <a:extLst>
              <a:ext uri="{FF2B5EF4-FFF2-40B4-BE49-F238E27FC236}">
                <a16:creationId xmlns:a16="http://schemas.microsoft.com/office/drawing/2014/main" id="{507EAE52-ED7C-039E-F134-7453006A0057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8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10201275" y="6513513"/>
            <a:ext cx="1141413" cy="3524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lIns="0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8" name="Text Placeholder 7"/>
          <p:cNvSpPr>
            <a:spLocks noGrp="1"/>
          </p:cNvSpPr>
          <p:nvPr>
            <p:ph type="body" sz="quarter" idx="13"/>
          </p:nvPr>
        </p:nvSpPr>
        <p:spPr>
          <a:xfrm>
            <a:off x="508000" y="1219200"/>
            <a:ext cx="11379200" cy="452438"/>
          </a:xfrm>
        </p:spPr>
        <p:txBody>
          <a:bodyPr lIns="0">
            <a:normAutofit/>
          </a:bodyPr>
          <a:lstStyle>
            <a:lvl1pPr marL="0" indent="0">
              <a:buNone/>
              <a:defRPr sz="1800">
                <a:solidFill>
                  <a:schemeClr val="accent4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2DE81475-0E4A-A3CD-15F2-7CBFCBD8C58F}"/>
              </a:ext>
            </a:extLst>
          </p:cNvPr>
          <p:cNvSpPr>
            <a:spLocks noGrp="1"/>
          </p:cNvSpPr>
          <p:nvPr>
            <p:ph type="ftr" sz="quarter" idx="14"/>
            <p:custDataLst>
              <p:tags r:id="rId3"/>
            </p:custDataLst>
          </p:nvPr>
        </p:nvSpPr>
        <p:spPr>
          <a:xfrm>
            <a:off x="0" y="0"/>
            <a:ext cx="0" cy="0"/>
          </a:xfrm>
        </p:spPr>
        <p:txBody>
          <a:bodyPr/>
          <a:lstStyle>
            <a:lvl1pPr eaLnBrk="1" fontAlgn="auto" hangingPunct="1">
              <a:spcBef>
                <a:spcPts val="0"/>
              </a:spcBef>
              <a:spcAft>
                <a:spcPts val="0"/>
              </a:spcAft>
              <a:defRPr>
                <a:latin typeface="+mn-lt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1" name="Slide Number Placeholder 5">
            <a:extLst>
              <a:ext uri="{FF2B5EF4-FFF2-40B4-BE49-F238E27FC236}">
                <a16:creationId xmlns:a16="http://schemas.microsoft.com/office/drawing/2014/main" id="{3A9157AA-27E1-5C1C-6CB4-6CD176EB7815}"/>
              </a:ext>
            </a:extLst>
          </p:cNvPr>
          <p:cNvSpPr>
            <a:spLocks noGrp="1"/>
          </p:cNvSpPr>
          <p:nvPr>
            <p:ph type="sldNum" sz="quarter" idx="15"/>
            <p:custDataLst>
              <p:tags r:id="rId4"/>
            </p:custDataLst>
          </p:nvPr>
        </p:nvSpPr>
        <p:spPr>
          <a:xfrm>
            <a:off x="11342688" y="6626225"/>
            <a:ext cx="542925" cy="131763"/>
          </a:xfr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ctr" eaLnBrk="1" hangingPunct="1">
              <a:defRPr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289E7ACC-C495-45C7-BB8A-D2912D09B9D9}" type="slidenum">
              <a:rPr lang="es-AR" altLang="en-US"/>
              <a:pPr>
                <a:defRPr/>
              </a:pPr>
              <a:t>‹#›</a:t>
            </a:fld>
            <a:endParaRPr lang="es-AR" altLang="en-US"/>
          </a:p>
        </p:txBody>
      </p:sp>
      <p:sp>
        <p:nvSpPr>
          <p:cNvPr id="7" name="hcSlideMaster.1_Title and ContentHeader" descr=" ">
            <a:extLst>
              <a:ext uri="{FF2B5EF4-FFF2-40B4-BE49-F238E27FC236}">
                <a16:creationId xmlns:a16="http://schemas.microsoft.com/office/drawing/2014/main" id="{1915600B-5545-1EF0-E6A9-56A36431466B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9" name="fcSlideMaster.1_Title and ContentFooter" descr=" ">
            <a:extLst>
              <a:ext uri="{FF2B5EF4-FFF2-40B4-BE49-F238E27FC236}">
                <a16:creationId xmlns:a16="http://schemas.microsoft.com/office/drawing/2014/main" id="{24377476-82F4-ADCE-8376-8A58D6FAAB61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8795110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96030" y="457201"/>
            <a:ext cx="11199941" cy="675066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Text Placeholder 11"/>
          <p:cNvSpPr>
            <a:spLocks noGrp="1"/>
          </p:cNvSpPr>
          <p:nvPr>
            <p:ph type="body" sz="quarter" idx="18"/>
          </p:nvPr>
        </p:nvSpPr>
        <p:spPr>
          <a:xfrm>
            <a:off x="496029" y="1183066"/>
            <a:ext cx="11204664" cy="495066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800" cap="all" baseline="0">
                <a:solidFill>
                  <a:schemeClr val="bg1">
                    <a:lumMod val="50000"/>
                  </a:schemeClr>
                </a:solidFill>
                <a:latin typeface="Barlow ExtraBold" pitchFamily="2" charset="77"/>
              </a:defRPr>
            </a:lvl1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2" name="Text Placeholder 10"/>
          <p:cNvSpPr>
            <a:spLocks noGrp="1"/>
          </p:cNvSpPr>
          <p:nvPr>
            <p:ph type="body" sz="quarter" idx="19"/>
          </p:nvPr>
        </p:nvSpPr>
        <p:spPr>
          <a:xfrm>
            <a:off x="496030" y="1728931"/>
            <a:ext cx="11199941" cy="4443270"/>
          </a:xfrm>
        </p:spPr>
        <p:txBody>
          <a:bodyPr lIns="0" tIns="0" rIns="0" bIns="0"/>
          <a:lstStyle>
            <a:lvl1pPr>
              <a:defRPr sz="2400"/>
            </a:lvl1pPr>
            <a:lvl2pPr marL="685663" marR="0" indent="-228554" algn="l" defTabSz="914217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Pct val="80000"/>
              <a:buFont typeface=".AppleSystemUIFont"/>
              <a:buChar char="-"/>
              <a:tabLst/>
              <a:defRPr/>
            </a:lvl2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BA4B855-6D8E-4F4E-2B27-FB8DF8EEBEF3}"/>
              </a:ext>
            </a:extLst>
          </p:cNvPr>
          <p:cNvSpPr>
            <a:spLocks noGrp="1"/>
          </p:cNvSpPr>
          <p:nvPr>
            <p:ph type="dt" sz="half" idx="20"/>
          </p:nvPr>
        </p:nvSpPr>
        <p:spPr>
          <a:xfrm>
            <a:off x="0" y="0"/>
            <a:ext cx="0" cy="0"/>
          </a:xfrm>
        </p:spPr>
        <p:txBody>
          <a:bodyPr/>
          <a:lstStyle>
            <a:lvl1pPr eaLnBrk="1" fontAlgn="auto" hangingPunct="1">
              <a:spcBef>
                <a:spcPts val="0"/>
              </a:spcBef>
              <a:spcAft>
                <a:spcPts val="0"/>
              </a:spcAft>
              <a:defRPr>
                <a:latin typeface="+mn-lt"/>
              </a:defRPr>
            </a:lvl1pPr>
          </a:lstStyle>
          <a:p>
            <a:pPr>
              <a:defRPr/>
            </a:pPr>
            <a:fld id="{F4A2603D-B5BA-45A7-8ADE-B68B0FC5AE6C}" type="datetime3">
              <a:rPr lang="en-US"/>
              <a:pPr>
                <a:defRPr/>
              </a:pPr>
              <a:t>1 September 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9C7E28E-5579-CAD5-6F6F-876A35EBCA61}"/>
              </a:ext>
            </a:extLst>
          </p:cNvPr>
          <p:cNvSpPr>
            <a:spLocks noGrp="1"/>
          </p:cNvSpPr>
          <p:nvPr>
            <p:ph type="ftr" sz="quarter" idx="21"/>
          </p:nvPr>
        </p:nvSpPr>
        <p:spPr>
          <a:xfrm>
            <a:off x="0" y="0"/>
            <a:ext cx="0" cy="0"/>
          </a:xfrm>
        </p:spPr>
        <p:txBody>
          <a:bodyPr/>
          <a:lstStyle>
            <a:lvl1pPr eaLnBrk="1" fontAlgn="auto" hangingPunct="1">
              <a:spcBef>
                <a:spcPts val="0"/>
              </a:spcBef>
              <a:spcAft>
                <a:spcPts val="0"/>
              </a:spcAft>
              <a:defRPr>
                <a:latin typeface="+mn-lt"/>
              </a:defRPr>
            </a:lvl1pPr>
          </a:lstStyle>
          <a:p>
            <a:pPr>
              <a:defRPr/>
            </a:pPr>
            <a:r>
              <a:rPr lang="en-US"/>
              <a:t>Proprietary &amp; Confidential | Customize footer text under Home &gt; Insert &gt; Header and Footer</a:t>
            </a:r>
            <a:endParaRPr lang="en-US" dirty="0"/>
          </a:p>
        </p:txBody>
      </p:sp>
      <p:sp>
        <p:nvSpPr>
          <p:cNvPr id="7" name="Slide Number Placeholder 4">
            <a:extLst>
              <a:ext uri="{FF2B5EF4-FFF2-40B4-BE49-F238E27FC236}">
                <a16:creationId xmlns:a16="http://schemas.microsoft.com/office/drawing/2014/main" id="{FF557EBB-7561-A327-2E0E-318AFE9ABA72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>
          <a:xfrm>
            <a:off x="11228388" y="6356350"/>
            <a:ext cx="468312" cy="365125"/>
          </a:xfrm>
          <a:prstGeom prst="rect">
            <a:avLst/>
          </a:prstGeom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 eaLnBrk="1" hangingPunct="1">
              <a:defRPr/>
            </a:lvl1pPr>
          </a:lstStyle>
          <a:p>
            <a:pPr>
              <a:defRPr/>
            </a:pPr>
            <a:fld id="{DB8DF716-EA0E-4412-80E4-FDA1B3962B87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  <p:sp>
        <p:nvSpPr>
          <p:cNvPr id="3" name="hcSlideMaster.1 ColumnHeader" descr=" ">
            <a:extLst>
              <a:ext uri="{FF2B5EF4-FFF2-40B4-BE49-F238E27FC236}">
                <a16:creationId xmlns:a16="http://schemas.microsoft.com/office/drawing/2014/main" id="{B228FA16-0987-3567-2B38-C145F35271EE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4" name="fcSlideMaster.1 ColumnFooter" descr=" ">
            <a:extLst>
              <a:ext uri="{FF2B5EF4-FFF2-40B4-BE49-F238E27FC236}">
                <a16:creationId xmlns:a16="http://schemas.microsoft.com/office/drawing/2014/main" id="{43DE6FB4-96AE-3A8B-CFDD-F17C516E4F64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1727599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Layout 1 - Title, Sub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Object 2" hidden="1">
            <a:extLst>
              <a:ext uri="{FF2B5EF4-FFF2-40B4-BE49-F238E27FC236}">
                <a16:creationId xmlns:a16="http://schemas.microsoft.com/office/drawing/2014/main" id="{D53A8410-8A7D-2046-830B-9C9A397FDA08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0" y="0"/>
          <a:ext cx="211138" cy="1587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60" imgH="360" progId="TCLayout.ActiveDocument.1">
                  <p:embed/>
                </p:oleObj>
              </mc:Choice>
              <mc:Fallback>
                <p:oleObj name="think-cell Slide" r:id="rId4" imgW="360" imgH="360" progId="TCLayout.ActiveDocument.1">
                  <p:embed/>
                  <p:pic>
                    <p:nvPicPr>
                      <p:cNvPr id="8195" name="Object 2" hidden="1">
                        <a:extLst>
                          <a:ext uri="{FF2B5EF4-FFF2-40B4-BE49-F238E27FC236}">
                            <a16:creationId xmlns:a16="http://schemas.microsoft.com/office/drawing/2014/main" id="{4EFECE96-FB42-7C76-1BC4-F04D47A5EEB2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0" y="0"/>
                        <a:ext cx="211138" cy="1587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D96F5FFF-9DCB-F57A-144E-9C5CFA22034E}"/>
              </a:ext>
            </a:extLst>
          </p:cNvPr>
          <p:cNvCxnSpPr/>
          <p:nvPr userDrawn="1"/>
        </p:nvCxnSpPr>
        <p:spPr>
          <a:xfrm>
            <a:off x="390525" y="890588"/>
            <a:ext cx="11409363" cy="0"/>
          </a:xfrm>
          <a:prstGeom prst="line">
            <a:avLst/>
          </a:prstGeom>
          <a:ln w="19050" cmpd="sng">
            <a:solidFill>
              <a:srgbClr val="011C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0C179704-AC9F-B5B4-7A2B-54F1CBDE24C5}"/>
              </a:ext>
            </a:extLst>
          </p:cNvPr>
          <p:cNvSpPr txBox="1">
            <a:spLocks noChangeArrowheads="1"/>
          </p:cNvSpPr>
          <p:nvPr userDrawn="1">
            <p:custDataLst>
              <p:tags r:id="rId2"/>
            </p:custDataLst>
          </p:nvPr>
        </p:nvSpPr>
        <p:spPr bwMode="auto">
          <a:xfrm>
            <a:off x="395288" y="6584950"/>
            <a:ext cx="8240712" cy="2159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700" b="1">
                <a:solidFill>
                  <a:srgbClr val="7F7F7F"/>
                </a:solidFill>
                <a:cs typeface="Arial" panose="020B0604020202020204" pitchFamily="34" charset="0"/>
              </a:rPr>
              <a:t>Belcan proprietary information</a:t>
            </a:r>
          </a:p>
          <a:p>
            <a:pPr eaLnBrk="1" hangingPunct="1">
              <a:defRPr/>
            </a:pPr>
            <a:r>
              <a:rPr lang="en-US" altLang="en-US" sz="700" b="1">
                <a:solidFill>
                  <a:srgbClr val="7F7F7F"/>
                </a:solidFill>
                <a:cs typeface="Arial" panose="020B0604020202020204" pitchFamily="34" charset="0"/>
              </a:rPr>
              <a:t>Subject to the restrictions on the cover or first page of the document</a:t>
            </a:r>
          </a:p>
        </p:txBody>
      </p:sp>
      <p:pic>
        <p:nvPicPr>
          <p:cNvPr id="9" name="Picture 5" descr="Purpose &amp; principles PPT 2.png">
            <a:extLst>
              <a:ext uri="{FF2B5EF4-FFF2-40B4-BE49-F238E27FC236}">
                <a16:creationId xmlns:a16="http://schemas.microsoft.com/office/drawing/2014/main" id="{51BB7C9D-805C-A9E3-7F29-75437C0BB7F0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395288" y="209550"/>
            <a:ext cx="1423987" cy="5572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0" name="Picture 6" descr="Purpose &amp; principles PPT.png">
            <a:extLst>
              <a:ext uri="{FF2B5EF4-FFF2-40B4-BE49-F238E27FC236}">
                <a16:creationId xmlns:a16="http://schemas.microsoft.com/office/drawing/2014/main" id="{4A549EA2-D760-58AA-3107-A35416BAC1D1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7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145588" y="6602413"/>
            <a:ext cx="2654300" cy="1984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95817" y="1025158"/>
            <a:ext cx="11341099" cy="424230"/>
          </a:xfrm>
          <a:prstGeom prst="rect">
            <a:avLst/>
          </a:prstGeom>
        </p:spPr>
        <p:txBody>
          <a:bodyPr lIns="0" tIns="0" rIns="0" bIns="0" anchor="t"/>
          <a:lstStyle>
            <a:lvl1pPr algn="l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95816" y="1989138"/>
            <a:ext cx="11341101" cy="4365626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Text Placeholder 7"/>
          <p:cNvSpPr>
            <a:spLocks noGrp="1"/>
          </p:cNvSpPr>
          <p:nvPr>
            <p:ph type="body" sz="quarter" idx="13"/>
          </p:nvPr>
        </p:nvSpPr>
        <p:spPr>
          <a:xfrm>
            <a:off x="395818" y="1538289"/>
            <a:ext cx="11339925" cy="360712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800">
                <a:solidFill>
                  <a:schemeClr val="accent4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sz="quarter" idx="14"/>
          </p:nvPr>
        </p:nvSpPr>
        <p:spPr>
          <a:xfrm>
            <a:off x="395817" y="6440102"/>
            <a:ext cx="11341099" cy="138499"/>
          </a:xfrm>
          <a:prstGeom prst="rect">
            <a:avLst/>
          </a:prstGeom>
        </p:spPr>
        <p:txBody>
          <a:bodyPr wrap="square" lIns="0" tIns="0" rIns="0" bIns="0" anchor="b">
            <a:spAutoFit/>
          </a:bodyPr>
          <a:lstStyle>
            <a:lvl1pPr marL="0" indent="0">
              <a:buNone/>
              <a:defRPr sz="900">
                <a:solidFill>
                  <a:schemeClr val="bg1">
                    <a:lumMod val="50000"/>
                  </a:schemeClr>
                </a:solidFill>
              </a:defRPr>
            </a:lvl1pPr>
            <a:lvl2pPr>
              <a:defRPr sz="800"/>
            </a:lvl2pPr>
            <a:lvl3pPr>
              <a:defRPr sz="800"/>
            </a:lvl3pPr>
            <a:lvl4pPr>
              <a:defRPr sz="800"/>
            </a:lvl4pPr>
            <a:lvl5pPr>
              <a:defRPr sz="800"/>
            </a:lvl5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4" name="Text Placeholder 2"/>
          <p:cNvSpPr>
            <a:spLocks noGrp="1"/>
          </p:cNvSpPr>
          <p:nvPr>
            <p:ph type="body" sz="quarter" idx="10"/>
          </p:nvPr>
        </p:nvSpPr>
        <p:spPr>
          <a:xfrm>
            <a:off x="5013855" y="398463"/>
            <a:ext cx="6722533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lvl1pPr marL="0" indent="0" algn="r" defTabSz="914400" rtl="0" eaLnBrk="1" latinLnBrk="0" hangingPunct="1">
              <a:buNone/>
              <a:defRPr lang="en-US" sz="1800" kern="1200" dirty="0">
                <a:solidFill>
                  <a:srgbClr val="011C32"/>
                </a:solidFill>
                <a:latin typeface="Arial"/>
                <a:ea typeface="+mn-ea"/>
                <a:cs typeface="Arial"/>
              </a:defRPr>
            </a:lvl1pPr>
          </a:lstStyle>
          <a:p>
            <a:pPr lvl="0"/>
            <a:r>
              <a:rPr lang="en-US" dirty="0"/>
              <a:t>Click to edit Master</a:t>
            </a:r>
          </a:p>
        </p:txBody>
      </p:sp>
      <p:sp>
        <p:nvSpPr>
          <p:cNvPr id="13" name="Slide Number Placeholder 1">
            <a:extLst>
              <a:ext uri="{FF2B5EF4-FFF2-40B4-BE49-F238E27FC236}">
                <a16:creationId xmlns:a16="http://schemas.microsoft.com/office/drawing/2014/main" id="{EF6118B1-6479-5C3A-1BDD-18614384E39F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11520488" y="6492875"/>
            <a:ext cx="671512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solidFill>
                  <a:srgbClr val="898989"/>
                </a:solidFill>
              </a:defRPr>
            </a:lvl1pPr>
          </a:lstStyle>
          <a:p>
            <a:pPr>
              <a:defRPr/>
            </a:pPr>
            <a:fld id="{E6F9664B-027D-4AEE-9671-4928BEA61568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  <p:sp>
        <p:nvSpPr>
          <p:cNvPr id="11" name="hcSlideMaster.3_Layout 1 - Title, Subtitle and ContentHeader" descr=" ">
            <a:extLst>
              <a:ext uri="{FF2B5EF4-FFF2-40B4-BE49-F238E27FC236}">
                <a16:creationId xmlns:a16="http://schemas.microsoft.com/office/drawing/2014/main" id="{94E5FAC6-9A0A-44F8-B9B3-D4501D93AD72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2" name="fcSlideMaster.3_Layout 1 - Title, Subtitle and ContentFooter" descr=" ">
            <a:extLst>
              <a:ext uri="{FF2B5EF4-FFF2-40B4-BE49-F238E27FC236}">
                <a16:creationId xmlns:a16="http://schemas.microsoft.com/office/drawing/2014/main" id="{A97D2C51-3152-88B0-1B22-941262CECD81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8838530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Divider 1">
    <p:bg>
      <p:bgPr>
        <a:solidFill>
          <a:schemeClr val="bg1">
            <a:alpha val="90195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 descr="aerospace engineering reviewing specifications on laptop">
            <a:extLst>
              <a:ext uri="{FF2B5EF4-FFF2-40B4-BE49-F238E27FC236}">
                <a16:creationId xmlns:a16="http://schemas.microsoft.com/office/drawing/2014/main" id="{6CF2200A-7965-A251-2FC7-3DB369B6FBAC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0" cy="5029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831013A9-9FBD-7644-61FF-9DDB201427EA}"/>
              </a:ext>
            </a:extLst>
          </p:cNvPr>
          <p:cNvSpPr/>
          <p:nvPr userDrawn="1"/>
        </p:nvSpPr>
        <p:spPr>
          <a:xfrm>
            <a:off x="0" y="4714875"/>
            <a:ext cx="12192000" cy="128587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US"/>
          </a:p>
        </p:txBody>
      </p:sp>
      <p:graphicFrame>
        <p:nvGraphicFramePr>
          <p:cNvPr id="4" name="Object 3" hidden="1">
            <a:extLst>
              <a:ext uri="{FF2B5EF4-FFF2-40B4-BE49-F238E27FC236}">
                <a16:creationId xmlns:a16="http://schemas.microsoft.com/office/drawing/2014/main" id="{A7C041D6-A600-9DE5-86C4-03E906F6836D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1588" y="1588"/>
          <a:ext cx="3175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5" imgW="360" imgH="360" progId="TCLayout.ActiveDocument.1">
                  <p:embed/>
                </p:oleObj>
              </mc:Choice>
              <mc:Fallback>
                <p:oleObj name="think-cell Slide" r:id="rId5" imgW="360" imgH="360" progId="TCLayout.ActiveDocument.1">
                  <p:embed/>
                  <p:pic>
                    <p:nvPicPr>
                      <p:cNvPr id="10244" name="Object 3" hidden="1">
                        <a:extLst>
                          <a:ext uri="{FF2B5EF4-FFF2-40B4-BE49-F238E27FC236}">
                            <a16:creationId xmlns:a16="http://schemas.microsoft.com/office/drawing/2014/main" id="{19D95245-B891-C7CD-1861-1B8BA77DB572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588" y="1588"/>
                        <a:ext cx="3175" cy="1587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5" name="Do not remove" hidden="1">
            <a:extLst>
              <a:ext uri="{FF2B5EF4-FFF2-40B4-BE49-F238E27FC236}">
                <a16:creationId xmlns:a16="http://schemas.microsoft.com/office/drawing/2014/main" id="{8B2067C8-39F1-F65C-8D0E-5A7657CB6BCA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7463" cy="12700"/>
          </a:xfrm>
          <a:prstGeom prst="octagon">
            <a:avLst/>
          </a:prstGeom>
          <a:noFill/>
          <a:ln w="25400" cap="flat" cmpd="sng" algn="ctr">
            <a:noFill/>
            <a:prstDash val="soli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US" sz="195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18A159E-64D9-393E-C348-B4CE33A50B31}"/>
              </a:ext>
            </a:extLst>
          </p:cNvPr>
          <p:cNvSpPr/>
          <p:nvPr userDrawn="1"/>
        </p:nvSpPr>
        <p:spPr>
          <a:xfrm>
            <a:off x="0" y="4711700"/>
            <a:ext cx="12192000" cy="84138"/>
          </a:xfrm>
          <a:prstGeom prst="rect">
            <a:avLst/>
          </a:prstGeom>
          <a:solidFill>
            <a:srgbClr val="186BC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235CF18-49A8-8E1A-2AEC-9E1217ACA9C6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7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0" y="1981200"/>
            <a:ext cx="2379663" cy="9366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FA9398C1-6466-6836-4718-870188C345F9}"/>
              </a:ext>
            </a:extLst>
          </p:cNvPr>
          <p:cNvCxnSpPr/>
          <p:nvPr userDrawn="1"/>
        </p:nvCxnSpPr>
        <p:spPr>
          <a:xfrm>
            <a:off x="1695450" y="5445125"/>
            <a:ext cx="660400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Title 8"/>
          <p:cNvSpPr>
            <a:spLocks noGrp="1"/>
          </p:cNvSpPr>
          <p:nvPr>
            <p:ph type="title"/>
          </p:nvPr>
        </p:nvSpPr>
        <p:spPr>
          <a:xfrm>
            <a:off x="2356222" y="5014045"/>
            <a:ext cx="9394363" cy="871329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0" rIns="91440" bIns="0" anchor="ctr">
            <a:noAutofit/>
          </a:bodyPr>
          <a:lstStyle>
            <a:lvl1pPr marL="0" algn="l" defTabSz="914377" rtl="0" eaLnBrk="1" latinLnBrk="0" hangingPunct="1">
              <a:lnSpc>
                <a:spcPct val="100000"/>
              </a:lnSpc>
              <a:defRPr lang="en-US" sz="1600" b="1" kern="1200" cap="all" baseline="0" dirty="0">
                <a:solidFill>
                  <a:schemeClr val="bg1"/>
                </a:solidFill>
                <a:latin typeface="+mj-lt"/>
                <a:ea typeface="+mn-ea"/>
                <a:cs typeface="Dreaming Outloud Script Pro" panose="020B0604020202020204" pitchFamily="66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9" name="hcSlideMaster.Divider 1Header" descr=" ">
            <a:extLst>
              <a:ext uri="{FF2B5EF4-FFF2-40B4-BE49-F238E27FC236}">
                <a16:creationId xmlns:a16="http://schemas.microsoft.com/office/drawing/2014/main" id="{2C1E635C-C015-3BA3-32CF-77754B0010BF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0" name="fcSlideMaster.Divider 1Footer" descr=" ">
            <a:extLst>
              <a:ext uri="{FF2B5EF4-FFF2-40B4-BE49-F238E27FC236}">
                <a16:creationId xmlns:a16="http://schemas.microsoft.com/office/drawing/2014/main" id="{D07816B1-6DE0-6C9C-157C-B661009C5397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5110805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image" Target="../media/image1.emf"/><Relationship Id="rId5" Type="http://schemas.openxmlformats.org/officeDocument/2006/relationships/slideLayout" Target="../slideLayouts/slideLayout5.xml"/><Relationship Id="rId10" Type="http://schemas.openxmlformats.org/officeDocument/2006/relationships/oleObject" Target="../embeddings/oleObject1.bin"/><Relationship Id="rId4" Type="http://schemas.openxmlformats.org/officeDocument/2006/relationships/slideLayout" Target="../slideLayouts/slideLayout4.xml"/><Relationship Id="rId9" Type="http://schemas.openxmlformats.org/officeDocument/2006/relationships/tags" Target="../tags/tag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026" name="Object 9" hidden="1">
            <a:extLst>
              <a:ext uri="{FF2B5EF4-FFF2-40B4-BE49-F238E27FC236}">
                <a16:creationId xmlns:a16="http://schemas.microsoft.com/office/drawing/2014/main" id="{7208E0D4-98E9-DD31-1ADD-B670E23C418E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9"/>
            </p:custDataLst>
          </p:nvPr>
        </p:nvGraphicFramePr>
        <p:xfrm>
          <a:off x="0" y="0"/>
          <a:ext cx="211138" cy="1587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10" imgW="360" imgH="360" progId="TCLayout.ActiveDocument.1">
                  <p:embed/>
                </p:oleObj>
              </mc:Choice>
              <mc:Fallback>
                <p:oleObj name="think-cell Slide" r:id="rId10" imgW="360" imgH="360" progId="TCLayout.ActiveDocument.1">
                  <p:embed/>
                  <p:pic>
                    <p:nvPicPr>
                      <p:cNvPr id="0" name="Object 9" hidden="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1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0" y="0"/>
                        <a:ext cx="211138" cy="1587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</p:cSld>
  <p:clrMap bg1="lt1" tx1="dk1" bg2="lt2" tx2="dk2" accent1="accent1" accent2="accent2" accent3="accent3" accent4="accent4" accent5="accent5" accent6="accent6" hlink="hlink" folHlink="folHlink"/>
  <p:sldLayoutIdLst>
    <p:sldLayoutId id="2147484792" r:id="rId1"/>
    <p:sldLayoutId id="2147484793" r:id="rId2"/>
    <p:sldLayoutId id="2147484794" r:id="rId3"/>
    <p:sldLayoutId id="2147484795" r:id="rId4"/>
    <p:sldLayoutId id="2147484796" r:id="rId5"/>
    <p:sldLayoutId id="2147484798" r:id="rId6"/>
    <p:sldLayoutId id="2147484800" r:id="rId7"/>
  </p:sldLayoutIdLst>
  <p:hf sldNum="0" hdr="0" ftr="0" dt="0"/>
  <p:txStyles>
    <p:titleStyle>
      <a:lvl1pPr algn="ctr" rtl="0" eaLnBrk="0" fontAlgn="base" hangingPunct="0">
        <a:spcBef>
          <a:spcPct val="0"/>
        </a:spcBef>
        <a:spcAft>
          <a:spcPct val="0"/>
        </a:spcAft>
        <a:defRPr lang="en-US" sz="2000" b="1" kern="1200">
          <a:solidFill>
            <a:schemeClr val="tx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2000" b="1">
          <a:solidFill>
            <a:schemeClr val="tx1"/>
          </a:solidFill>
          <a:latin typeface="Arial" panose="020B0604020202020204" pitchFamily="34" charset="0"/>
          <a:cs typeface="Arial" panose="020B0604020202020204" pitchFamily="34" charset="0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2000" b="1">
          <a:solidFill>
            <a:schemeClr val="tx1"/>
          </a:solidFill>
          <a:latin typeface="Arial" panose="020B0604020202020204" pitchFamily="34" charset="0"/>
          <a:cs typeface="Arial" panose="020B0604020202020204" pitchFamily="34" charset="0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2000" b="1">
          <a:solidFill>
            <a:schemeClr val="tx1"/>
          </a:solidFill>
          <a:latin typeface="Arial" panose="020B0604020202020204" pitchFamily="34" charset="0"/>
          <a:cs typeface="Arial" panose="020B0604020202020204" pitchFamily="34" charset="0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2000" b="1">
          <a:solidFill>
            <a:schemeClr val="tx1"/>
          </a:solidFill>
          <a:latin typeface="Arial" panose="020B0604020202020204" pitchFamily="34" charset="0"/>
          <a:cs typeface="Arial" panose="020B0604020202020204" pitchFamily="34" charset="0"/>
        </a:defRPr>
      </a:lvl5pPr>
      <a:lvl6pPr marL="457200" algn="ctr" rtl="0" fontAlgn="base">
        <a:spcBef>
          <a:spcPct val="0"/>
        </a:spcBef>
        <a:spcAft>
          <a:spcPct val="0"/>
        </a:spcAft>
        <a:defRPr sz="2000" b="1">
          <a:solidFill>
            <a:schemeClr val="tx1"/>
          </a:solidFill>
          <a:latin typeface="Arial" panose="020B0604020202020204" pitchFamily="34" charset="0"/>
          <a:cs typeface="Arial" panose="020B0604020202020204" pitchFamily="34" charset="0"/>
        </a:defRPr>
      </a:lvl6pPr>
      <a:lvl7pPr marL="914400" algn="ctr" rtl="0" fontAlgn="base">
        <a:spcBef>
          <a:spcPct val="0"/>
        </a:spcBef>
        <a:spcAft>
          <a:spcPct val="0"/>
        </a:spcAft>
        <a:defRPr sz="2000" b="1">
          <a:solidFill>
            <a:schemeClr val="tx1"/>
          </a:solidFill>
          <a:latin typeface="Arial" panose="020B0604020202020204" pitchFamily="34" charset="0"/>
          <a:cs typeface="Arial" panose="020B0604020202020204" pitchFamily="34" charset="0"/>
        </a:defRPr>
      </a:lvl7pPr>
      <a:lvl8pPr marL="1371600" algn="ctr" rtl="0" fontAlgn="base">
        <a:spcBef>
          <a:spcPct val="0"/>
        </a:spcBef>
        <a:spcAft>
          <a:spcPct val="0"/>
        </a:spcAft>
        <a:defRPr sz="2000" b="1">
          <a:solidFill>
            <a:schemeClr val="tx1"/>
          </a:solidFill>
          <a:latin typeface="Arial" panose="020B0604020202020204" pitchFamily="34" charset="0"/>
          <a:cs typeface="Arial" panose="020B0604020202020204" pitchFamily="34" charset="0"/>
        </a:defRPr>
      </a:lvl8pPr>
      <a:lvl9pPr marL="1828800" algn="ctr" rtl="0" fontAlgn="base">
        <a:spcBef>
          <a:spcPct val="0"/>
        </a:spcBef>
        <a:spcAft>
          <a:spcPct val="0"/>
        </a:spcAft>
        <a:defRPr sz="2000" b="1">
          <a:solidFill>
            <a:schemeClr val="tx1"/>
          </a:solidFill>
          <a:latin typeface="Arial" panose="020B0604020202020204" pitchFamily="34" charset="0"/>
          <a:cs typeface="Arial" panose="020B0604020202020204" pitchFamily="34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–"/>
        <a:defRPr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–"/>
        <a:defRPr sz="14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»"/>
        <a:defRPr sz="14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6.png"/><Relationship Id="rId4" Type="http://schemas.openxmlformats.org/officeDocument/2006/relationships/image" Target="../media/image15.jpe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5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9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2.png"/><Relationship Id="rId4" Type="http://schemas.openxmlformats.org/officeDocument/2006/relationships/image" Target="../media/image41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1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5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png"/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8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.png"/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4.png"/><Relationship Id="rId2" Type="http://schemas.openxmlformats.org/officeDocument/2006/relationships/image" Target="../media/image63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6.png"/><Relationship Id="rId2" Type="http://schemas.openxmlformats.org/officeDocument/2006/relationships/image" Target="../media/image65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7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9.png"/><Relationship Id="rId2" Type="http://schemas.openxmlformats.org/officeDocument/2006/relationships/image" Target="../media/image68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2.png"/><Relationship Id="rId2" Type="http://schemas.openxmlformats.org/officeDocument/2006/relationships/image" Target="../media/image7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3.png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4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5.png"/><Relationship Id="rId2" Type="http://schemas.openxmlformats.org/officeDocument/2006/relationships/image" Target="../media/image6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6.png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8.png"/><Relationship Id="rId2" Type="http://schemas.openxmlformats.org/officeDocument/2006/relationships/image" Target="../media/image77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0.png"/><Relationship Id="rId4" Type="http://schemas.openxmlformats.org/officeDocument/2006/relationships/image" Target="../media/image79.png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2.png"/><Relationship Id="rId2" Type="http://schemas.openxmlformats.org/officeDocument/2006/relationships/image" Target="../media/image8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3.png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5.png"/><Relationship Id="rId2" Type="http://schemas.openxmlformats.org/officeDocument/2006/relationships/image" Target="../media/image84.png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7.png"/><Relationship Id="rId2" Type="http://schemas.openxmlformats.org/officeDocument/2006/relationships/image" Target="../media/image86.png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9.png"/><Relationship Id="rId2" Type="http://schemas.openxmlformats.org/officeDocument/2006/relationships/image" Target="../media/image88.png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1.png"/><Relationship Id="rId2" Type="http://schemas.openxmlformats.org/officeDocument/2006/relationships/image" Target="../media/image9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2.png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4.png"/><Relationship Id="rId2" Type="http://schemas.openxmlformats.org/officeDocument/2006/relationships/image" Target="../media/image93.png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6.png"/><Relationship Id="rId2" Type="http://schemas.openxmlformats.org/officeDocument/2006/relationships/image" Target="../media/image95.png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8.png"/><Relationship Id="rId2" Type="http://schemas.openxmlformats.org/officeDocument/2006/relationships/image" Target="../media/image97.png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13594AB9-2C9A-954E-9F92-62EFB7D09B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84130" y="4947338"/>
            <a:ext cx="9394825" cy="871538"/>
          </a:xfrm>
        </p:spPr>
        <p:txBody>
          <a:bodyPr/>
          <a:lstStyle/>
          <a:p>
            <a:pPr>
              <a:defRPr/>
            </a:pPr>
            <a:r>
              <a:rPr dirty="0"/>
              <a:t>Chapter 1 </a:t>
            </a:r>
            <a:r>
              <a:rPr lang="en-US" altLang="en-US" dirty="0"/>
              <a:t>The Basics</a:t>
            </a:r>
            <a:endParaRPr dirty="0"/>
          </a:p>
        </p:txBody>
      </p:sp>
      <p:sp>
        <p:nvSpPr>
          <p:cNvPr id="14339" name="TextBox 3">
            <a:extLst>
              <a:ext uri="{FF2B5EF4-FFF2-40B4-BE49-F238E27FC236}">
                <a16:creationId xmlns:a16="http://schemas.microsoft.com/office/drawing/2014/main" id="{5987A8B9-2167-D53B-8086-29D2671D85C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917342" y="5310188"/>
            <a:ext cx="2684517" cy="4308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/>
            <a:r>
              <a:rPr lang="en-US" altLang="en-US" sz="1400" b="1" dirty="0">
                <a:solidFill>
                  <a:schemeClr val="bg1"/>
                </a:solidFill>
              </a:rPr>
              <a:t>How to Use MATLAB/SIMULINK</a:t>
            </a:r>
          </a:p>
          <a:p>
            <a:pPr algn="ctr"/>
            <a:r>
              <a:rPr lang="en-US" altLang="en-US" sz="1400" b="1" dirty="0">
                <a:solidFill>
                  <a:schemeClr val="bg1"/>
                </a:solidFill>
              </a:rPr>
              <a:t>09 September 2026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D08D16E5-FC70-4956-3DB3-2BE8C99241E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165" y="2019503"/>
            <a:ext cx="4637020" cy="871537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DE62CD-A924-D5BC-DA59-1503640470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09FB752-1763-93D5-228F-EEC9C9997F5E}"/>
              </a:ext>
            </a:extLst>
          </p:cNvPr>
          <p:cNvSpPr txBox="1"/>
          <p:nvPr/>
        </p:nvSpPr>
        <p:spPr>
          <a:xfrm>
            <a:off x="7720553" y="207390"/>
            <a:ext cx="4119511" cy="307777"/>
          </a:xfrm>
          <a:prstGeom prst="rect">
            <a:avLst/>
          </a:prstGeom>
        </p:spPr>
        <p:txBody>
          <a:bodyPr/>
          <a:lstStyle>
            <a:lvl1pPr marL="0" indent="0" algn="r">
              <a:spcBef>
                <a:spcPct val="20000"/>
              </a:spcBef>
              <a:buFont typeface="Arial" panose="020B0604020202020204" pitchFamily="34" charset="0"/>
              <a:buNone/>
              <a:defRPr sz="2000">
                <a:cs typeface="Arial" panose="020B0604020202020204" pitchFamily="34" charset="0"/>
              </a:defRPr>
            </a:lvl1pPr>
            <a:lvl2pPr indent="0" algn="r">
              <a:spcBef>
                <a:spcPct val="20000"/>
              </a:spcBef>
              <a:buFont typeface="Arial" panose="020B0604020202020204" pitchFamily="34" charset="0"/>
              <a:buNone/>
              <a:defRPr>
                <a:cs typeface="Arial" panose="020B0604020202020204" pitchFamily="34" charset="0"/>
              </a:defRPr>
            </a:lvl2pPr>
            <a:lvl3pPr indent="0" algn="r">
              <a:spcBef>
                <a:spcPct val="20000"/>
              </a:spcBef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3pPr>
            <a:lvl4pPr indent="0" algn="r">
              <a:spcBef>
                <a:spcPct val="20000"/>
              </a:spcBef>
              <a:buFont typeface="Arial" panose="020B0604020202020204" pitchFamily="34" charset="0"/>
              <a:buNone/>
              <a:defRPr sz="1400">
                <a:cs typeface="Arial" panose="020B0604020202020204" pitchFamily="34" charset="0"/>
              </a:defRPr>
            </a:lvl4pPr>
            <a:lvl5pPr indent="0" algn="r">
              <a:spcBef>
                <a:spcPct val="20000"/>
              </a:spcBef>
              <a:buFont typeface="Arial" panose="020B0604020202020204" pitchFamily="34" charset="0"/>
              <a:buNone/>
              <a:defRPr sz="1400">
                <a:cs typeface="Arial" panose="020B0604020202020204" pitchFamily="34" charset="0"/>
              </a:defRPr>
            </a:lvl5pPr>
            <a:lvl6pPr marL="25146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6pPr>
            <a:lvl7pPr marL="29718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7pPr>
            <a:lvl8pPr marL="3429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8pPr>
            <a:lvl9pPr marL="38862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9pPr>
          </a:lstStyle>
          <a:p>
            <a:r>
              <a:rPr lang="en-US" dirty="0"/>
              <a:t>What is MATLAB and Simulink?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8AD141CB-8FCA-D812-4969-CD2764BC2618}"/>
              </a:ext>
            </a:extLst>
          </p:cNvPr>
          <p:cNvSpPr txBox="1">
            <a:spLocks/>
          </p:cNvSpPr>
          <p:nvPr/>
        </p:nvSpPr>
        <p:spPr>
          <a:xfrm>
            <a:off x="839788" y="913911"/>
            <a:ext cx="10515600" cy="823912"/>
          </a:xfrm>
        </p:spPr>
        <p:txBody>
          <a:bodyPr>
            <a:normAutofit fontScale="97500"/>
          </a:bodyPr>
          <a:lstStyle>
            <a:lvl1pPr algn="ctr" rtl="0" eaLnBrk="0" fontAlgn="base" hangingPunct="0">
              <a:spcBef>
                <a:spcPct val="0"/>
              </a:spcBef>
              <a:spcAft>
                <a:spcPct val="0"/>
              </a:spcAft>
              <a:defRPr lang="en-US" sz="2000" b="1" kern="1200">
                <a:solidFill>
                  <a:schemeClr val="tx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  <a:lvl2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4572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9144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13716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18288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l"/>
            <a:r>
              <a:rPr lang="en-US" dirty="0"/>
              <a:t>What is MATLAB and Simulink?</a:t>
            </a:r>
            <a:br>
              <a:rPr lang="en-US" sz="2100" b="0" i="1" dirty="0">
                <a:solidFill>
                  <a:srgbClr val="0B1F33"/>
                </a:solidFill>
                <a:latin typeface="Aptos"/>
                <a:ea typeface="Aptos"/>
                <a:cs typeface="Aptos"/>
              </a:rPr>
            </a:br>
            <a:r>
              <a:rPr lang="en-US" sz="1400" b="0" i="1" dirty="0">
                <a:solidFill>
                  <a:srgbClr val="17324A"/>
                </a:solidFill>
                <a:latin typeface="Aptos"/>
                <a:ea typeface="Aptos"/>
                <a:cs typeface="Aptos"/>
              </a:rPr>
              <a:t>MATLAB and Simulink provide a unified environment for model-based development, simulation, and verification of complex engineering systems.</a:t>
            </a:r>
            <a:endParaRPr lang="en-US" sz="1400" b="0" i="1" dirty="0"/>
          </a:p>
        </p:txBody>
      </p:sp>
      <p:sp>
        <p:nvSpPr>
          <p:cNvPr id="6" name="Text Placeholder 4">
            <a:extLst>
              <a:ext uri="{FF2B5EF4-FFF2-40B4-BE49-F238E27FC236}">
                <a16:creationId xmlns:a16="http://schemas.microsoft.com/office/drawing/2014/main" id="{C589D463-8449-016D-2E65-1AA063023CF2}"/>
              </a:ext>
            </a:extLst>
          </p:cNvPr>
          <p:cNvSpPr txBox="1">
            <a:spLocks/>
          </p:cNvSpPr>
          <p:nvPr/>
        </p:nvSpPr>
        <p:spPr>
          <a:xfrm>
            <a:off x="839788" y="1992254"/>
            <a:ext cx="5157787" cy="369332"/>
          </a:xfrm>
        </p:spPr>
        <p:txBody>
          <a:bodyPr/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1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1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b="1" dirty="0"/>
              <a:t>MATLAB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AEA56A49-BF59-B749-4A18-293A0E3D768C}"/>
              </a:ext>
            </a:extLst>
          </p:cNvPr>
          <p:cNvSpPr txBox="1">
            <a:spLocks/>
          </p:cNvSpPr>
          <p:nvPr/>
        </p:nvSpPr>
        <p:spPr>
          <a:xfrm>
            <a:off x="6172200" y="1992254"/>
            <a:ext cx="5183188" cy="369332"/>
          </a:xfrm>
        </p:spPr>
        <p:txBody>
          <a:bodyPr/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1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1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b="1" dirty="0"/>
              <a:t>Simulink</a:t>
            </a:r>
          </a:p>
        </p:txBody>
      </p:sp>
      <p:pic>
        <p:nvPicPr>
          <p:cNvPr id="8" name="Content Placeholder 9">
            <a:extLst>
              <a:ext uri="{FF2B5EF4-FFF2-40B4-BE49-F238E27FC236}">
                <a16:creationId xmlns:a16="http://schemas.microsoft.com/office/drawing/2014/main" id="{78655114-1A25-EB6E-7E81-5C8BFD24291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9788" y="3195299"/>
            <a:ext cx="5157787" cy="3218244"/>
          </a:xfrm>
          <a:prstGeom prst="rect">
            <a:avLst/>
          </a:prstGeom>
        </p:spPr>
      </p:pic>
      <p:pic>
        <p:nvPicPr>
          <p:cNvPr id="9" name="Picture 8" descr="MATLAB Logo, symbol, meaning, history, PNG, brand">
            <a:extLst>
              <a:ext uri="{FF2B5EF4-FFF2-40B4-BE49-F238E27FC236}">
                <a16:creationId xmlns:a16="http://schemas.microsoft.com/office/drawing/2014/main" id="{8D4DDF90-6388-C1EF-C402-CB15E36783D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27097" r="65520" b="27886"/>
          <a:stretch>
            <a:fillRect/>
          </a:stretch>
        </p:blipFill>
        <p:spPr>
          <a:xfrm>
            <a:off x="2287815" y="1839021"/>
            <a:ext cx="779850" cy="572729"/>
          </a:xfrm>
          <a:prstGeom prst="rect">
            <a:avLst/>
          </a:prstGeom>
        </p:spPr>
      </p:pic>
      <p:pic>
        <p:nvPicPr>
          <p:cNvPr id="11" name="Picture 10" descr="Logotipo De Simulink De Matlab MATLAB® And Simulink® | Microchip">
            <a:extLst>
              <a:ext uri="{FF2B5EF4-FFF2-40B4-BE49-F238E27FC236}">
                <a16:creationId xmlns:a16="http://schemas.microsoft.com/office/drawing/2014/main" id="{EC3FC2F0-0943-0DFE-F6CA-79EC70675B5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39664" y="1866697"/>
            <a:ext cx="525259" cy="525259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75529F6E-9268-30B6-2456-B8B453CD23F6}"/>
              </a:ext>
            </a:extLst>
          </p:cNvPr>
          <p:cNvSpPr txBox="1"/>
          <p:nvPr/>
        </p:nvSpPr>
        <p:spPr>
          <a:xfrm>
            <a:off x="6172200" y="2420888"/>
            <a:ext cx="59874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Graphical modeling and simulation of dynamic systems.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AEBD052-9C8C-D19B-7EA6-20AFDD901847}"/>
              </a:ext>
            </a:extLst>
          </p:cNvPr>
          <p:cNvSpPr txBox="1"/>
          <p:nvPr/>
        </p:nvSpPr>
        <p:spPr>
          <a:xfrm>
            <a:off x="839788" y="2420888"/>
            <a:ext cx="515778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Numerical computing, analysis, and algorithm development.</a:t>
            </a:r>
          </a:p>
        </p:txBody>
      </p:sp>
      <p:pic>
        <p:nvPicPr>
          <p:cNvPr id="14" name="Content Placeholder 11">
            <a:extLst>
              <a:ext uri="{FF2B5EF4-FFF2-40B4-BE49-F238E27FC236}">
                <a16:creationId xmlns:a16="http://schemas.microsoft.com/office/drawing/2014/main" id="{6E6E7B14-B25C-A7EC-F416-D7F565330A6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96000" y="3195299"/>
            <a:ext cx="5987432" cy="32182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4289616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104B2E-4295-3478-AD48-D4CAD1D2D2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2313CD5-D119-CC16-E8F4-FF12AC3EB990}"/>
              </a:ext>
            </a:extLst>
          </p:cNvPr>
          <p:cNvSpPr txBox="1"/>
          <p:nvPr/>
        </p:nvSpPr>
        <p:spPr>
          <a:xfrm>
            <a:off x="7720553" y="207390"/>
            <a:ext cx="4119511" cy="307777"/>
          </a:xfrm>
          <a:prstGeom prst="rect">
            <a:avLst/>
          </a:prstGeom>
        </p:spPr>
        <p:txBody>
          <a:bodyPr/>
          <a:lstStyle>
            <a:lvl1pPr marL="0" indent="0" algn="r">
              <a:spcBef>
                <a:spcPct val="20000"/>
              </a:spcBef>
              <a:buFont typeface="Arial" panose="020B0604020202020204" pitchFamily="34" charset="0"/>
              <a:buNone/>
              <a:defRPr sz="2000">
                <a:cs typeface="Arial" panose="020B0604020202020204" pitchFamily="34" charset="0"/>
              </a:defRPr>
            </a:lvl1pPr>
            <a:lvl2pPr indent="0" algn="r">
              <a:spcBef>
                <a:spcPct val="20000"/>
              </a:spcBef>
              <a:buFont typeface="Arial" panose="020B0604020202020204" pitchFamily="34" charset="0"/>
              <a:buNone/>
              <a:defRPr>
                <a:cs typeface="Arial" panose="020B0604020202020204" pitchFamily="34" charset="0"/>
              </a:defRPr>
            </a:lvl2pPr>
            <a:lvl3pPr indent="0" algn="r">
              <a:spcBef>
                <a:spcPct val="20000"/>
              </a:spcBef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3pPr>
            <a:lvl4pPr indent="0" algn="r">
              <a:spcBef>
                <a:spcPct val="20000"/>
              </a:spcBef>
              <a:buFont typeface="Arial" panose="020B0604020202020204" pitchFamily="34" charset="0"/>
              <a:buNone/>
              <a:defRPr sz="1400">
                <a:cs typeface="Arial" panose="020B0604020202020204" pitchFamily="34" charset="0"/>
              </a:defRPr>
            </a:lvl4pPr>
            <a:lvl5pPr indent="0" algn="r">
              <a:spcBef>
                <a:spcPct val="20000"/>
              </a:spcBef>
              <a:buFont typeface="Arial" panose="020B0604020202020204" pitchFamily="34" charset="0"/>
              <a:buNone/>
              <a:defRPr sz="1400">
                <a:cs typeface="Arial" panose="020B0604020202020204" pitchFamily="34" charset="0"/>
              </a:defRPr>
            </a:lvl5pPr>
            <a:lvl6pPr marL="25146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6pPr>
            <a:lvl7pPr marL="29718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7pPr>
            <a:lvl8pPr marL="3429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8pPr>
            <a:lvl9pPr marL="38862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9pPr>
          </a:lstStyle>
          <a:p>
            <a:r>
              <a:rPr lang="en-US" dirty="0"/>
              <a:t>What does success look like?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CDEB54A0-F271-C250-EA99-C3135011174D}"/>
              </a:ext>
            </a:extLst>
          </p:cNvPr>
          <p:cNvSpPr txBox="1">
            <a:spLocks/>
          </p:cNvSpPr>
          <p:nvPr/>
        </p:nvSpPr>
        <p:spPr>
          <a:xfrm>
            <a:off x="839788" y="1376313"/>
            <a:ext cx="10515600" cy="4901938"/>
          </a:xfrm>
        </p:spPr>
        <p:txBody>
          <a:bodyPr>
            <a:normAutofit fontScale="97500"/>
          </a:bodyPr>
          <a:lstStyle>
            <a:lvl1pPr algn="ctr" rtl="0" eaLnBrk="0" fontAlgn="base" hangingPunct="0">
              <a:spcBef>
                <a:spcPct val="0"/>
              </a:spcBef>
              <a:spcAft>
                <a:spcPct val="0"/>
              </a:spcAft>
              <a:defRPr lang="en-US" sz="2000" b="1" kern="1200">
                <a:solidFill>
                  <a:schemeClr val="tx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  <a:lvl2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4572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9144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13716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18288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marL="228600" indent="-228600" algn="l" ea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1800" b="0" dirty="0">
                <a:latin typeface="+mn-lt"/>
                <a:ea typeface="+mn-ea"/>
                <a:cs typeface="+mn-cs"/>
              </a:rPr>
              <a:t>Open MATLAB &amp; SIMULINK</a:t>
            </a:r>
          </a:p>
          <a:p>
            <a:pPr marL="228600" indent="-228600" algn="l" ea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1800" b="0" dirty="0">
                <a:latin typeface="+mn-lt"/>
                <a:ea typeface="+mn-ea"/>
                <a:cs typeface="+mn-cs"/>
              </a:rPr>
              <a:t>Create a new Simulink Model</a:t>
            </a:r>
          </a:p>
          <a:p>
            <a:pPr marL="228600" indent="-228600" algn="l" ea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1800" b="0" dirty="0">
                <a:latin typeface="+mn-lt"/>
                <a:ea typeface="+mn-ea"/>
                <a:cs typeface="+mn-cs"/>
              </a:rPr>
              <a:t>Use blocks</a:t>
            </a:r>
          </a:p>
          <a:p>
            <a:pPr marL="228600" indent="-228600" algn="l" ea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1800" b="0" dirty="0">
                <a:latin typeface="+mn-lt"/>
                <a:ea typeface="+mn-ea"/>
                <a:cs typeface="+mn-cs"/>
              </a:rPr>
              <a:t>Run a simulation</a:t>
            </a:r>
          </a:p>
          <a:p>
            <a:pPr marL="228600" indent="-228600" algn="l" ea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1800" b="0" dirty="0">
                <a:latin typeface="+mn-lt"/>
                <a:ea typeface="+mn-ea"/>
                <a:cs typeface="+mn-cs"/>
              </a:rPr>
              <a:t>Use Data inspector</a:t>
            </a:r>
          </a:p>
          <a:p>
            <a:pPr marL="228600" indent="-228600" algn="l" ea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1800" b="0" dirty="0">
                <a:latin typeface="+mn-lt"/>
                <a:ea typeface="+mn-ea"/>
                <a:cs typeface="+mn-cs"/>
              </a:rPr>
              <a:t>Use Model Explorer</a:t>
            </a:r>
          </a:p>
          <a:p>
            <a:pPr marL="228600" indent="-228600" algn="l" ea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1800" b="0" dirty="0">
                <a:latin typeface="+mn-lt"/>
                <a:ea typeface="+mn-ea"/>
                <a:cs typeface="+mn-cs"/>
              </a:rPr>
              <a:t>Use Requirements editor</a:t>
            </a:r>
          </a:p>
        </p:txBody>
      </p:sp>
      <p:sp>
        <p:nvSpPr>
          <p:cNvPr id="20" name="Title 3">
            <a:extLst>
              <a:ext uri="{FF2B5EF4-FFF2-40B4-BE49-F238E27FC236}">
                <a16:creationId xmlns:a16="http://schemas.microsoft.com/office/drawing/2014/main" id="{0C679F78-73FB-AB93-7A81-46381BF375EC}"/>
              </a:ext>
            </a:extLst>
          </p:cNvPr>
          <p:cNvSpPr txBox="1">
            <a:spLocks/>
          </p:cNvSpPr>
          <p:nvPr/>
        </p:nvSpPr>
        <p:spPr>
          <a:xfrm>
            <a:off x="839788" y="913911"/>
            <a:ext cx="10515600" cy="396416"/>
          </a:xfrm>
        </p:spPr>
        <p:txBody>
          <a:bodyPr>
            <a:normAutofit fontScale="97500"/>
          </a:bodyPr>
          <a:lstStyle>
            <a:lvl1pPr algn="ctr" rtl="0" eaLnBrk="0" fontAlgn="base" hangingPunct="0">
              <a:spcBef>
                <a:spcPct val="0"/>
              </a:spcBef>
              <a:spcAft>
                <a:spcPct val="0"/>
              </a:spcAft>
              <a:defRPr lang="en-US" sz="2000" b="1" kern="1200">
                <a:solidFill>
                  <a:schemeClr val="tx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  <a:lvl2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4572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9144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13716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18288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l"/>
            <a:r>
              <a:rPr lang="en-US" dirty="0"/>
              <a:t>Success looks like knowing how to …</a:t>
            </a:r>
          </a:p>
        </p:txBody>
      </p:sp>
    </p:spTree>
    <p:extLst>
      <p:ext uri="{BB962C8B-B14F-4D97-AF65-F5344CB8AC3E}">
        <p14:creationId xmlns:p14="http://schemas.microsoft.com/office/powerpoint/2010/main" val="57576006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C97AB5-A5D4-3944-0F7D-C85DD1D46F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8A4E279-D21E-F0CF-6F4E-5EDBA1D4ED85}"/>
              </a:ext>
            </a:extLst>
          </p:cNvPr>
          <p:cNvSpPr txBox="1"/>
          <p:nvPr/>
        </p:nvSpPr>
        <p:spPr>
          <a:xfrm>
            <a:off x="7720553" y="207390"/>
            <a:ext cx="4119511" cy="307777"/>
          </a:xfrm>
          <a:prstGeom prst="rect">
            <a:avLst/>
          </a:prstGeom>
        </p:spPr>
        <p:txBody>
          <a:bodyPr/>
          <a:lstStyle>
            <a:lvl1pPr marL="0" indent="0" algn="r">
              <a:spcBef>
                <a:spcPct val="20000"/>
              </a:spcBef>
              <a:buFont typeface="Arial" panose="020B0604020202020204" pitchFamily="34" charset="0"/>
              <a:buNone/>
              <a:defRPr sz="2000">
                <a:cs typeface="Arial" panose="020B0604020202020204" pitchFamily="34" charset="0"/>
              </a:defRPr>
            </a:lvl1pPr>
            <a:lvl2pPr indent="0" algn="r">
              <a:spcBef>
                <a:spcPct val="20000"/>
              </a:spcBef>
              <a:buFont typeface="Arial" panose="020B0604020202020204" pitchFamily="34" charset="0"/>
              <a:buNone/>
              <a:defRPr>
                <a:cs typeface="Arial" panose="020B0604020202020204" pitchFamily="34" charset="0"/>
              </a:defRPr>
            </a:lvl2pPr>
            <a:lvl3pPr indent="0" algn="r">
              <a:spcBef>
                <a:spcPct val="20000"/>
              </a:spcBef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3pPr>
            <a:lvl4pPr indent="0" algn="r">
              <a:spcBef>
                <a:spcPct val="20000"/>
              </a:spcBef>
              <a:buFont typeface="Arial" panose="020B0604020202020204" pitchFamily="34" charset="0"/>
              <a:buNone/>
              <a:defRPr sz="1400">
                <a:cs typeface="Arial" panose="020B0604020202020204" pitchFamily="34" charset="0"/>
              </a:defRPr>
            </a:lvl4pPr>
            <a:lvl5pPr indent="0" algn="r">
              <a:spcBef>
                <a:spcPct val="20000"/>
              </a:spcBef>
              <a:buFont typeface="Arial" panose="020B0604020202020204" pitchFamily="34" charset="0"/>
              <a:buNone/>
              <a:defRPr sz="1400">
                <a:cs typeface="Arial" panose="020B0604020202020204" pitchFamily="34" charset="0"/>
              </a:defRPr>
            </a:lvl5pPr>
            <a:lvl6pPr marL="25146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6pPr>
            <a:lvl7pPr marL="29718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7pPr>
            <a:lvl8pPr marL="3429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8pPr>
            <a:lvl9pPr marL="38862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9pPr>
          </a:lstStyle>
          <a:p>
            <a:r>
              <a:rPr lang="en-US" dirty="0"/>
              <a:t>Final Model(s)</a:t>
            </a:r>
          </a:p>
        </p:txBody>
      </p:sp>
      <p:sp>
        <p:nvSpPr>
          <p:cNvPr id="20" name="Title 3">
            <a:extLst>
              <a:ext uri="{FF2B5EF4-FFF2-40B4-BE49-F238E27FC236}">
                <a16:creationId xmlns:a16="http://schemas.microsoft.com/office/drawing/2014/main" id="{D535CB43-462B-508E-D728-E34C163B190E}"/>
              </a:ext>
            </a:extLst>
          </p:cNvPr>
          <p:cNvSpPr txBox="1">
            <a:spLocks/>
          </p:cNvSpPr>
          <p:nvPr/>
        </p:nvSpPr>
        <p:spPr>
          <a:xfrm>
            <a:off x="839788" y="913911"/>
            <a:ext cx="10515600" cy="396416"/>
          </a:xfrm>
        </p:spPr>
        <p:txBody>
          <a:bodyPr>
            <a:normAutofit fontScale="97500"/>
          </a:bodyPr>
          <a:lstStyle>
            <a:lvl1pPr algn="ctr" rtl="0" eaLnBrk="0" fontAlgn="base" hangingPunct="0">
              <a:spcBef>
                <a:spcPct val="0"/>
              </a:spcBef>
              <a:spcAft>
                <a:spcPct val="0"/>
              </a:spcAft>
              <a:defRPr lang="en-US" sz="2000" b="1" kern="1200">
                <a:solidFill>
                  <a:schemeClr val="tx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  <a:lvl2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4572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9144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13716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18288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l"/>
            <a:r>
              <a:rPr lang="en-US" dirty="0" err="1">
                <a:solidFill>
                  <a:srgbClr val="0B1F33"/>
                </a:solidFill>
                <a:latin typeface="Aptos"/>
                <a:ea typeface="Aptos"/>
                <a:cs typeface="Aptos"/>
              </a:rPr>
              <a:t>simpleDemo.slx</a:t>
            </a:r>
            <a:endParaRPr lang="en-US" dirty="0"/>
          </a:p>
        </p:txBody>
      </p:sp>
      <p:pic>
        <p:nvPicPr>
          <p:cNvPr id="8" name="Content Placeholder 4">
            <a:extLst>
              <a:ext uri="{FF2B5EF4-FFF2-40B4-BE49-F238E27FC236}">
                <a16:creationId xmlns:a16="http://schemas.microsoft.com/office/drawing/2014/main" id="{7A09FCA9-ED12-9807-290C-BC0C63D5FF5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05704" y="1592751"/>
            <a:ext cx="8095512" cy="4351338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99F1EA68-7499-D1EE-110C-F5BC7201A3A7}"/>
              </a:ext>
            </a:extLst>
          </p:cNvPr>
          <p:cNvSpPr txBox="1"/>
          <p:nvPr/>
        </p:nvSpPr>
        <p:spPr>
          <a:xfrm>
            <a:off x="179109" y="1808145"/>
            <a:ext cx="313912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i="1" dirty="0">
                <a:solidFill>
                  <a:srgbClr val="FF0000"/>
                </a:solidFill>
              </a:rPr>
              <a:t>Note: Scopes are not used in Rolls Royce models. I ONLY used a scope because it was the first sink I thought of for this example.</a:t>
            </a:r>
          </a:p>
        </p:txBody>
      </p:sp>
    </p:spTree>
    <p:extLst>
      <p:ext uri="{BB962C8B-B14F-4D97-AF65-F5344CB8AC3E}">
        <p14:creationId xmlns:p14="http://schemas.microsoft.com/office/powerpoint/2010/main" val="271167304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B525BDFB-94C2-A959-29C1-318ED12D82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to Open MATLAB &amp; SIMULINK</a:t>
            </a:r>
          </a:p>
        </p:txBody>
      </p:sp>
    </p:spTree>
    <p:extLst>
      <p:ext uri="{BB962C8B-B14F-4D97-AF65-F5344CB8AC3E}">
        <p14:creationId xmlns:p14="http://schemas.microsoft.com/office/powerpoint/2010/main" val="20098562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6C53D0-4FBD-B36F-C004-E1787F8591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364C7E8-4A6B-AAEB-FBB6-2D79D11796FE}"/>
              </a:ext>
            </a:extLst>
          </p:cNvPr>
          <p:cNvSpPr txBox="1"/>
          <p:nvPr/>
        </p:nvSpPr>
        <p:spPr>
          <a:xfrm>
            <a:off x="7720553" y="207390"/>
            <a:ext cx="4119511" cy="307777"/>
          </a:xfrm>
          <a:prstGeom prst="rect">
            <a:avLst/>
          </a:prstGeom>
        </p:spPr>
        <p:txBody>
          <a:bodyPr/>
          <a:lstStyle>
            <a:lvl1pPr marL="0" indent="0" algn="r">
              <a:spcBef>
                <a:spcPct val="20000"/>
              </a:spcBef>
              <a:buFont typeface="Arial" panose="020B0604020202020204" pitchFamily="34" charset="0"/>
              <a:buNone/>
              <a:defRPr sz="2000">
                <a:cs typeface="Arial" panose="020B0604020202020204" pitchFamily="34" charset="0"/>
              </a:defRPr>
            </a:lvl1pPr>
            <a:lvl2pPr indent="0" algn="r">
              <a:spcBef>
                <a:spcPct val="20000"/>
              </a:spcBef>
              <a:buFont typeface="Arial" panose="020B0604020202020204" pitchFamily="34" charset="0"/>
              <a:buNone/>
              <a:defRPr>
                <a:cs typeface="Arial" panose="020B0604020202020204" pitchFamily="34" charset="0"/>
              </a:defRPr>
            </a:lvl2pPr>
            <a:lvl3pPr indent="0" algn="r">
              <a:spcBef>
                <a:spcPct val="20000"/>
              </a:spcBef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3pPr>
            <a:lvl4pPr indent="0" algn="r">
              <a:spcBef>
                <a:spcPct val="20000"/>
              </a:spcBef>
              <a:buFont typeface="Arial" panose="020B0604020202020204" pitchFamily="34" charset="0"/>
              <a:buNone/>
              <a:defRPr sz="1400">
                <a:cs typeface="Arial" panose="020B0604020202020204" pitchFamily="34" charset="0"/>
              </a:defRPr>
            </a:lvl4pPr>
            <a:lvl5pPr indent="0" algn="r">
              <a:spcBef>
                <a:spcPct val="20000"/>
              </a:spcBef>
              <a:buFont typeface="Arial" panose="020B0604020202020204" pitchFamily="34" charset="0"/>
              <a:buNone/>
              <a:defRPr sz="1400">
                <a:cs typeface="Arial" panose="020B0604020202020204" pitchFamily="34" charset="0"/>
              </a:defRPr>
            </a:lvl5pPr>
            <a:lvl6pPr marL="25146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6pPr>
            <a:lvl7pPr marL="29718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7pPr>
            <a:lvl8pPr marL="3429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8pPr>
            <a:lvl9pPr marL="38862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9pPr>
          </a:lstStyle>
          <a:p>
            <a:r>
              <a:rPr lang="en-US" dirty="0"/>
              <a:t>How to Open MATLAB &amp; SIMULINK</a:t>
            </a:r>
          </a:p>
        </p:txBody>
      </p:sp>
      <p:sp>
        <p:nvSpPr>
          <p:cNvPr id="20" name="Title 3">
            <a:extLst>
              <a:ext uri="{FF2B5EF4-FFF2-40B4-BE49-F238E27FC236}">
                <a16:creationId xmlns:a16="http://schemas.microsoft.com/office/drawing/2014/main" id="{6D197DC7-0F06-7AAB-B469-F83EE5911FA3}"/>
              </a:ext>
            </a:extLst>
          </p:cNvPr>
          <p:cNvSpPr txBox="1">
            <a:spLocks/>
          </p:cNvSpPr>
          <p:nvPr/>
        </p:nvSpPr>
        <p:spPr>
          <a:xfrm>
            <a:off x="839788" y="913911"/>
            <a:ext cx="10515600" cy="396416"/>
          </a:xfrm>
        </p:spPr>
        <p:txBody>
          <a:bodyPr>
            <a:normAutofit fontScale="97500"/>
          </a:bodyPr>
          <a:lstStyle>
            <a:lvl1pPr algn="ctr" rtl="0" eaLnBrk="0" fontAlgn="base" hangingPunct="0">
              <a:spcBef>
                <a:spcPct val="0"/>
              </a:spcBef>
              <a:spcAft>
                <a:spcPct val="0"/>
              </a:spcAft>
              <a:defRPr lang="en-US" sz="2000" b="1" kern="1200">
                <a:solidFill>
                  <a:schemeClr val="tx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  <a:lvl2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4572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9144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13716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18288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l"/>
            <a:r>
              <a:rPr lang="en-US" dirty="0"/>
              <a:t>Open MATLAB</a:t>
            </a:r>
          </a:p>
        </p:txBody>
      </p:sp>
      <p:pic>
        <p:nvPicPr>
          <p:cNvPr id="3" name="Content Placeholder 7">
            <a:extLst>
              <a:ext uri="{FF2B5EF4-FFF2-40B4-BE49-F238E27FC236}">
                <a16:creationId xmlns:a16="http://schemas.microsoft.com/office/drawing/2014/main" id="{DC80C3C2-02B5-DA99-33EC-289ACEFC5B3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95576" y="3243951"/>
            <a:ext cx="3200847" cy="15146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7786660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7C9EF8-636C-4CAF-F65E-9AF03140F4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BACC11EE-5225-5881-50F5-0D1E55CC9E9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48244" y="1815793"/>
            <a:ext cx="8095513" cy="4351338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931DA2C2-5F82-34DB-D47B-FBE23CD76BCF}"/>
              </a:ext>
            </a:extLst>
          </p:cNvPr>
          <p:cNvSpPr txBox="1"/>
          <p:nvPr/>
        </p:nvSpPr>
        <p:spPr>
          <a:xfrm>
            <a:off x="7720553" y="207390"/>
            <a:ext cx="4119511" cy="307777"/>
          </a:xfrm>
          <a:prstGeom prst="rect">
            <a:avLst/>
          </a:prstGeom>
        </p:spPr>
        <p:txBody>
          <a:bodyPr/>
          <a:lstStyle>
            <a:lvl1pPr marL="0" indent="0" algn="r">
              <a:spcBef>
                <a:spcPct val="20000"/>
              </a:spcBef>
              <a:buFont typeface="Arial" panose="020B0604020202020204" pitchFamily="34" charset="0"/>
              <a:buNone/>
              <a:defRPr sz="2000">
                <a:cs typeface="Arial" panose="020B0604020202020204" pitchFamily="34" charset="0"/>
              </a:defRPr>
            </a:lvl1pPr>
            <a:lvl2pPr indent="0" algn="r">
              <a:spcBef>
                <a:spcPct val="20000"/>
              </a:spcBef>
              <a:buFont typeface="Arial" panose="020B0604020202020204" pitchFamily="34" charset="0"/>
              <a:buNone/>
              <a:defRPr>
                <a:cs typeface="Arial" panose="020B0604020202020204" pitchFamily="34" charset="0"/>
              </a:defRPr>
            </a:lvl2pPr>
            <a:lvl3pPr indent="0" algn="r">
              <a:spcBef>
                <a:spcPct val="20000"/>
              </a:spcBef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3pPr>
            <a:lvl4pPr indent="0" algn="r">
              <a:spcBef>
                <a:spcPct val="20000"/>
              </a:spcBef>
              <a:buFont typeface="Arial" panose="020B0604020202020204" pitchFamily="34" charset="0"/>
              <a:buNone/>
              <a:defRPr sz="1400">
                <a:cs typeface="Arial" panose="020B0604020202020204" pitchFamily="34" charset="0"/>
              </a:defRPr>
            </a:lvl4pPr>
            <a:lvl5pPr indent="0" algn="r">
              <a:spcBef>
                <a:spcPct val="20000"/>
              </a:spcBef>
              <a:buFont typeface="Arial" panose="020B0604020202020204" pitchFamily="34" charset="0"/>
              <a:buNone/>
              <a:defRPr sz="1400">
                <a:cs typeface="Arial" panose="020B0604020202020204" pitchFamily="34" charset="0"/>
              </a:defRPr>
            </a:lvl5pPr>
            <a:lvl6pPr marL="25146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6pPr>
            <a:lvl7pPr marL="29718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7pPr>
            <a:lvl8pPr marL="3429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8pPr>
            <a:lvl9pPr marL="38862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9pPr>
          </a:lstStyle>
          <a:p>
            <a:r>
              <a:rPr lang="en-US" dirty="0"/>
              <a:t>How to Open MATLAB &amp; SIMULINK</a:t>
            </a:r>
          </a:p>
        </p:txBody>
      </p:sp>
      <p:sp>
        <p:nvSpPr>
          <p:cNvPr id="20" name="Title 3">
            <a:extLst>
              <a:ext uri="{FF2B5EF4-FFF2-40B4-BE49-F238E27FC236}">
                <a16:creationId xmlns:a16="http://schemas.microsoft.com/office/drawing/2014/main" id="{C34F7BC0-64DE-976C-A707-103AD80B7018}"/>
              </a:ext>
            </a:extLst>
          </p:cNvPr>
          <p:cNvSpPr txBox="1">
            <a:spLocks/>
          </p:cNvSpPr>
          <p:nvPr/>
        </p:nvSpPr>
        <p:spPr>
          <a:xfrm>
            <a:off x="839788" y="913911"/>
            <a:ext cx="10515600" cy="396416"/>
          </a:xfrm>
        </p:spPr>
        <p:txBody>
          <a:bodyPr>
            <a:normAutofit fontScale="97500"/>
          </a:bodyPr>
          <a:lstStyle>
            <a:lvl1pPr algn="ctr" rtl="0" eaLnBrk="0" fontAlgn="base" hangingPunct="0">
              <a:spcBef>
                <a:spcPct val="0"/>
              </a:spcBef>
              <a:spcAft>
                <a:spcPct val="0"/>
              </a:spcAft>
              <a:defRPr lang="en-US" sz="2000" b="1" kern="1200">
                <a:solidFill>
                  <a:schemeClr val="tx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  <a:lvl2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4572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9144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13716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18288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l"/>
            <a:r>
              <a:rPr lang="en-US" dirty="0"/>
              <a:t>Review the MATLAB Window Layout</a:t>
            </a:r>
          </a:p>
        </p:txBody>
      </p:sp>
    </p:spTree>
    <p:extLst>
      <p:ext uri="{BB962C8B-B14F-4D97-AF65-F5344CB8AC3E}">
        <p14:creationId xmlns:p14="http://schemas.microsoft.com/office/powerpoint/2010/main" val="422623197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5200D5-9A5A-76D4-BA0B-BD1B8DEF63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Content Placeholder 4">
            <a:extLst>
              <a:ext uri="{FF2B5EF4-FFF2-40B4-BE49-F238E27FC236}">
                <a16:creationId xmlns:a16="http://schemas.microsoft.com/office/drawing/2014/main" id="{B8CFFBC4-0B5F-0238-F7ED-DD8B8CB1BA3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8140" b="53247"/>
          <a:stretch>
            <a:fillRect/>
          </a:stretch>
        </p:blipFill>
        <p:spPr>
          <a:xfrm>
            <a:off x="839788" y="2582556"/>
            <a:ext cx="5157787" cy="3096365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0B45F4EC-DA9A-3328-622F-0FAE00B1D72E}"/>
              </a:ext>
            </a:extLst>
          </p:cNvPr>
          <p:cNvSpPr txBox="1"/>
          <p:nvPr/>
        </p:nvSpPr>
        <p:spPr>
          <a:xfrm>
            <a:off x="7720553" y="207390"/>
            <a:ext cx="4119511" cy="307777"/>
          </a:xfrm>
          <a:prstGeom prst="rect">
            <a:avLst/>
          </a:prstGeom>
        </p:spPr>
        <p:txBody>
          <a:bodyPr/>
          <a:lstStyle>
            <a:lvl1pPr marL="0" indent="0" algn="r">
              <a:spcBef>
                <a:spcPct val="20000"/>
              </a:spcBef>
              <a:buFont typeface="Arial" panose="020B0604020202020204" pitchFamily="34" charset="0"/>
              <a:buNone/>
              <a:defRPr sz="2000">
                <a:cs typeface="Arial" panose="020B0604020202020204" pitchFamily="34" charset="0"/>
              </a:defRPr>
            </a:lvl1pPr>
            <a:lvl2pPr indent="0" algn="r">
              <a:spcBef>
                <a:spcPct val="20000"/>
              </a:spcBef>
              <a:buFont typeface="Arial" panose="020B0604020202020204" pitchFamily="34" charset="0"/>
              <a:buNone/>
              <a:defRPr>
                <a:cs typeface="Arial" panose="020B0604020202020204" pitchFamily="34" charset="0"/>
              </a:defRPr>
            </a:lvl2pPr>
            <a:lvl3pPr indent="0" algn="r">
              <a:spcBef>
                <a:spcPct val="20000"/>
              </a:spcBef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3pPr>
            <a:lvl4pPr indent="0" algn="r">
              <a:spcBef>
                <a:spcPct val="20000"/>
              </a:spcBef>
              <a:buFont typeface="Arial" panose="020B0604020202020204" pitchFamily="34" charset="0"/>
              <a:buNone/>
              <a:defRPr sz="1400">
                <a:cs typeface="Arial" panose="020B0604020202020204" pitchFamily="34" charset="0"/>
              </a:defRPr>
            </a:lvl4pPr>
            <a:lvl5pPr indent="0" algn="r">
              <a:spcBef>
                <a:spcPct val="20000"/>
              </a:spcBef>
              <a:buFont typeface="Arial" panose="020B0604020202020204" pitchFamily="34" charset="0"/>
              <a:buNone/>
              <a:defRPr sz="1400">
                <a:cs typeface="Arial" panose="020B0604020202020204" pitchFamily="34" charset="0"/>
              </a:defRPr>
            </a:lvl5pPr>
            <a:lvl6pPr marL="25146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6pPr>
            <a:lvl7pPr marL="29718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7pPr>
            <a:lvl8pPr marL="3429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8pPr>
            <a:lvl9pPr marL="38862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9pPr>
          </a:lstStyle>
          <a:p>
            <a:r>
              <a:rPr lang="en-US" dirty="0"/>
              <a:t>How to Open MATLAB &amp; SIMULINK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7C4E1001-1584-6807-5B3F-3D6CF604977E}"/>
              </a:ext>
            </a:extLst>
          </p:cNvPr>
          <p:cNvSpPr txBox="1">
            <a:spLocks/>
          </p:cNvSpPr>
          <p:nvPr/>
        </p:nvSpPr>
        <p:spPr>
          <a:xfrm>
            <a:off x="839788" y="913911"/>
            <a:ext cx="10515600" cy="823912"/>
          </a:xfrm>
        </p:spPr>
        <p:txBody>
          <a:bodyPr>
            <a:normAutofit fontScale="97500"/>
          </a:bodyPr>
          <a:lstStyle>
            <a:lvl1pPr algn="ctr" rtl="0" eaLnBrk="0" fontAlgn="base" hangingPunct="0">
              <a:spcBef>
                <a:spcPct val="0"/>
              </a:spcBef>
              <a:spcAft>
                <a:spcPct val="0"/>
              </a:spcAft>
              <a:defRPr lang="en-US" sz="2000" b="1" kern="1200">
                <a:solidFill>
                  <a:schemeClr val="tx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  <a:lvl2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4572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9144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13716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18288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l"/>
            <a:r>
              <a:rPr lang="en-US" dirty="0"/>
              <a:t>Navigate to training folder</a:t>
            </a:r>
            <a:endParaRPr lang="en-US" sz="1400" b="0" i="1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064DF38-FE80-6524-8A1B-5CBCD13A55D6}"/>
              </a:ext>
            </a:extLst>
          </p:cNvPr>
          <p:cNvSpPr txBox="1"/>
          <p:nvPr/>
        </p:nvSpPr>
        <p:spPr>
          <a:xfrm>
            <a:off x="6172200" y="1808145"/>
            <a:ext cx="59874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Step 2. Navigate to Chapter 1 folder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33A3146-0F3B-E712-2ED5-941608DE96A4}"/>
              </a:ext>
            </a:extLst>
          </p:cNvPr>
          <p:cNvSpPr txBox="1"/>
          <p:nvPr/>
        </p:nvSpPr>
        <p:spPr>
          <a:xfrm>
            <a:off x="839788" y="1808145"/>
            <a:ext cx="51577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Step 1. Navigate to training folder</a:t>
            </a:r>
          </a:p>
        </p:txBody>
      </p:sp>
      <p:pic>
        <p:nvPicPr>
          <p:cNvPr id="3" name="Content Placeholder 13">
            <a:extLst>
              <a:ext uri="{FF2B5EF4-FFF2-40B4-BE49-F238E27FC236}">
                <a16:creationId xmlns:a16="http://schemas.microsoft.com/office/drawing/2014/main" id="{DD768DE8-0749-81F6-121F-09496A2A47D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2393" b="59936"/>
          <a:stretch>
            <a:fillRect/>
          </a:stretch>
        </p:blipFill>
        <p:spPr>
          <a:xfrm>
            <a:off x="6096000" y="2582556"/>
            <a:ext cx="5183188" cy="29679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7952653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59DFB6-62FA-C697-2982-FEA9648454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A2D27DD5-B0EE-7BCF-19AD-3A8BF72665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to Create a new Simulink Model</a:t>
            </a:r>
          </a:p>
        </p:txBody>
      </p:sp>
    </p:spTree>
    <p:extLst>
      <p:ext uri="{BB962C8B-B14F-4D97-AF65-F5344CB8AC3E}">
        <p14:creationId xmlns:p14="http://schemas.microsoft.com/office/powerpoint/2010/main" val="158697345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41C9D9-CEF4-F4FB-3A9F-4F6D2AD4E4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8C9CA6C-0165-A691-E3F4-8CDBDD7ED297}"/>
              </a:ext>
            </a:extLst>
          </p:cNvPr>
          <p:cNvSpPr txBox="1"/>
          <p:nvPr/>
        </p:nvSpPr>
        <p:spPr>
          <a:xfrm>
            <a:off x="7720553" y="207390"/>
            <a:ext cx="4119511" cy="307777"/>
          </a:xfrm>
          <a:prstGeom prst="rect">
            <a:avLst/>
          </a:prstGeom>
        </p:spPr>
        <p:txBody>
          <a:bodyPr/>
          <a:lstStyle>
            <a:lvl1pPr marL="0" indent="0" algn="r">
              <a:spcBef>
                <a:spcPct val="20000"/>
              </a:spcBef>
              <a:buFont typeface="Arial" panose="020B0604020202020204" pitchFamily="34" charset="0"/>
              <a:buNone/>
              <a:defRPr sz="2000">
                <a:cs typeface="Arial" panose="020B0604020202020204" pitchFamily="34" charset="0"/>
              </a:defRPr>
            </a:lvl1pPr>
            <a:lvl2pPr indent="0" algn="r">
              <a:spcBef>
                <a:spcPct val="20000"/>
              </a:spcBef>
              <a:buFont typeface="Arial" panose="020B0604020202020204" pitchFamily="34" charset="0"/>
              <a:buNone/>
              <a:defRPr>
                <a:cs typeface="Arial" panose="020B0604020202020204" pitchFamily="34" charset="0"/>
              </a:defRPr>
            </a:lvl2pPr>
            <a:lvl3pPr indent="0" algn="r">
              <a:spcBef>
                <a:spcPct val="20000"/>
              </a:spcBef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3pPr>
            <a:lvl4pPr indent="0" algn="r">
              <a:spcBef>
                <a:spcPct val="20000"/>
              </a:spcBef>
              <a:buFont typeface="Arial" panose="020B0604020202020204" pitchFamily="34" charset="0"/>
              <a:buNone/>
              <a:defRPr sz="1400">
                <a:cs typeface="Arial" panose="020B0604020202020204" pitchFamily="34" charset="0"/>
              </a:defRPr>
            </a:lvl4pPr>
            <a:lvl5pPr indent="0" algn="r">
              <a:spcBef>
                <a:spcPct val="20000"/>
              </a:spcBef>
              <a:buFont typeface="Arial" panose="020B0604020202020204" pitchFamily="34" charset="0"/>
              <a:buNone/>
              <a:defRPr sz="1400">
                <a:cs typeface="Arial" panose="020B0604020202020204" pitchFamily="34" charset="0"/>
              </a:defRPr>
            </a:lvl5pPr>
            <a:lvl6pPr marL="25146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6pPr>
            <a:lvl7pPr marL="29718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7pPr>
            <a:lvl8pPr marL="3429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8pPr>
            <a:lvl9pPr marL="38862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9pPr>
          </a:lstStyle>
          <a:p>
            <a:r>
              <a:rPr lang="en-US" dirty="0"/>
              <a:t>How to Create a new Simulink Model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856F25EA-1AAE-2DBB-8349-BB585FC07CE8}"/>
              </a:ext>
            </a:extLst>
          </p:cNvPr>
          <p:cNvSpPr txBox="1">
            <a:spLocks/>
          </p:cNvSpPr>
          <p:nvPr/>
        </p:nvSpPr>
        <p:spPr>
          <a:xfrm>
            <a:off x="839788" y="1376313"/>
            <a:ext cx="10515600" cy="4901938"/>
          </a:xfrm>
        </p:spPr>
        <p:txBody>
          <a:bodyPr>
            <a:normAutofit fontScale="97500"/>
          </a:bodyPr>
          <a:lstStyle>
            <a:lvl1pPr algn="ctr" rtl="0" eaLnBrk="0" fontAlgn="base" hangingPunct="0">
              <a:spcBef>
                <a:spcPct val="0"/>
              </a:spcBef>
              <a:spcAft>
                <a:spcPct val="0"/>
              </a:spcAft>
              <a:defRPr lang="en-US" sz="2000" b="1" kern="1200">
                <a:solidFill>
                  <a:schemeClr val="tx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  <a:lvl2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4572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9144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13716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18288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marL="228600" indent="-228600" algn="l" ea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1800" b="0" dirty="0">
                <a:latin typeface="+mn-lt"/>
                <a:ea typeface="+mn-ea"/>
                <a:cs typeface="+mn-cs"/>
              </a:rPr>
              <a:t>Create a new Simulink Model</a:t>
            </a:r>
          </a:p>
          <a:p>
            <a:pPr marL="685800" lvl="1" indent="-228600" algn="l" ea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1800" b="0" i="1" dirty="0"/>
              <a:t>Creating File (</a:t>
            </a:r>
            <a:r>
              <a:rPr lang="en-US" sz="1800" b="0" i="1" dirty="0" err="1"/>
              <a:t>slx</a:t>
            </a:r>
            <a:r>
              <a:rPr lang="en-US" sz="1800" b="0" i="1" dirty="0"/>
              <a:t>) 		Create / Rename / Open</a:t>
            </a:r>
            <a:endParaRPr lang="en-US" sz="1800" b="0" dirty="0">
              <a:latin typeface="+mn-lt"/>
              <a:ea typeface="+mn-ea"/>
              <a:cs typeface="+mn-cs"/>
            </a:endParaRPr>
          </a:p>
        </p:txBody>
      </p:sp>
      <p:sp>
        <p:nvSpPr>
          <p:cNvPr id="20" name="Title 3">
            <a:extLst>
              <a:ext uri="{FF2B5EF4-FFF2-40B4-BE49-F238E27FC236}">
                <a16:creationId xmlns:a16="http://schemas.microsoft.com/office/drawing/2014/main" id="{E1FB5DE2-B036-6C1F-D009-D23EA5793D5A}"/>
              </a:ext>
            </a:extLst>
          </p:cNvPr>
          <p:cNvSpPr txBox="1">
            <a:spLocks/>
          </p:cNvSpPr>
          <p:nvPr/>
        </p:nvSpPr>
        <p:spPr>
          <a:xfrm>
            <a:off x="839788" y="913911"/>
            <a:ext cx="10515600" cy="396416"/>
          </a:xfrm>
        </p:spPr>
        <p:txBody>
          <a:bodyPr>
            <a:normAutofit fontScale="97500"/>
          </a:bodyPr>
          <a:lstStyle>
            <a:lvl1pPr algn="ctr" rtl="0" eaLnBrk="0" fontAlgn="base" hangingPunct="0">
              <a:spcBef>
                <a:spcPct val="0"/>
              </a:spcBef>
              <a:spcAft>
                <a:spcPct val="0"/>
              </a:spcAft>
              <a:defRPr lang="en-US" sz="2000" b="1" kern="1200">
                <a:solidFill>
                  <a:schemeClr val="tx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  <a:lvl2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4572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9144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13716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18288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l"/>
            <a:r>
              <a:rPr lang="en-US" dirty="0"/>
              <a:t>Detailed Success in this section looks like knowing how to …</a:t>
            </a:r>
          </a:p>
        </p:txBody>
      </p:sp>
    </p:spTree>
    <p:extLst>
      <p:ext uri="{BB962C8B-B14F-4D97-AF65-F5344CB8AC3E}">
        <p14:creationId xmlns:p14="http://schemas.microsoft.com/office/powerpoint/2010/main" val="427980712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9A03E9-A88C-BB1D-75DB-3B44A6A2FC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8C786F9-09BE-EFD8-32F5-2E7FA20A5D71}"/>
              </a:ext>
            </a:extLst>
          </p:cNvPr>
          <p:cNvSpPr txBox="1"/>
          <p:nvPr/>
        </p:nvSpPr>
        <p:spPr>
          <a:xfrm>
            <a:off x="7720553" y="207390"/>
            <a:ext cx="4119511" cy="307777"/>
          </a:xfrm>
          <a:prstGeom prst="rect">
            <a:avLst/>
          </a:prstGeom>
        </p:spPr>
        <p:txBody>
          <a:bodyPr/>
          <a:lstStyle>
            <a:lvl1pPr marL="0" indent="0" algn="r">
              <a:spcBef>
                <a:spcPct val="20000"/>
              </a:spcBef>
              <a:buFont typeface="Arial" panose="020B0604020202020204" pitchFamily="34" charset="0"/>
              <a:buNone/>
              <a:defRPr sz="2000">
                <a:cs typeface="Arial" panose="020B0604020202020204" pitchFamily="34" charset="0"/>
              </a:defRPr>
            </a:lvl1pPr>
            <a:lvl2pPr indent="0" algn="r">
              <a:spcBef>
                <a:spcPct val="20000"/>
              </a:spcBef>
              <a:buFont typeface="Arial" panose="020B0604020202020204" pitchFamily="34" charset="0"/>
              <a:buNone/>
              <a:defRPr>
                <a:cs typeface="Arial" panose="020B0604020202020204" pitchFamily="34" charset="0"/>
              </a:defRPr>
            </a:lvl2pPr>
            <a:lvl3pPr indent="0" algn="r">
              <a:spcBef>
                <a:spcPct val="20000"/>
              </a:spcBef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3pPr>
            <a:lvl4pPr indent="0" algn="r">
              <a:spcBef>
                <a:spcPct val="20000"/>
              </a:spcBef>
              <a:buFont typeface="Arial" panose="020B0604020202020204" pitchFamily="34" charset="0"/>
              <a:buNone/>
              <a:defRPr sz="1400">
                <a:cs typeface="Arial" panose="020B0604020202020204" pitchFamily="34" charset="0"/>
              </a:defRPr>
            </a:lvl4pPr>
            <a:lvl5pPr indent="0" algn="r">
              <a:spcBef>
                <a:spcPct val="20000"/>
              </a:spcBef>
              <a:buFont typeface="Arial" panose="020B0604020202020204" pitchFamily="34" charset="0"/>
              <a:buNone/>
              <a:defRPr sz="1400">
                <a:cs typeface="Arial" panose="020B0604020202020204" pitchFamily="34" charset="0"/>
              </a:defRPr>
            </a:lvl5pPr>
            <a:lvl6pPr marL="25146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6pPr>
            <a:lvl7pPr marL="29718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7pPr>
            <a:lvl8pPr marL="3429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8pPr>
            <a:lvl9pPr marL="38862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9pPr>
          </a:lstStyle>
          <a:p>
            <a:r>
              <a:rPr lang="en-US" dirty="0"/>
              <a:t>How to Create a new Simulink Model</a:t>
            </a:r>
          </a:p>
        </p:txBody>
      </p:sp>
      <p:sp>
        <p:nvSpPr>
          <p:cNvPr id="20" name="Title 3">
            <a:extLst>
              <a:ext uri="{FF2B5EF4-FFF2-40B4-BE49-F238E27FC236}">
                <a16:creationId xmlns:a16="http://schemas.microsoft.com/office/drawing/2014/main" id="{D1F6C991-6AEE-5FC6-2009-F4DEB0A2238B}"/>
              </a:ext>
            </a:extLst>
          </p:cNvPr>
          <p:cNvSpPr txBox="1">
            <a:spLocks/>
          </p:cNvSpPr>
          <p:nvPr/>
        </p:nvSpPr>
        <p:spPr>
          <a:xfrm>
            <a:off x="839788" y="913911"/>
            <a:ext cx="10515600" cy="396416"/>
          </a:xfrm>
        </p:spPr>
        <p:txBody>
          <a:bodyPr>
            <a:normAutofit fontScale="97500"/>
          </a:bodyPr>
          <a:lstStyle>
            <a:lvl1pPr algn="ctr" rtl="0" eaLnBrk="0" fontAlgn="base" hangingPunct="0">
              <a:spcBef>
                <a:spcPct val="0"/>
              </a:spcBef>
              <a:spcAft>
                <a:spcPct val="0"/>
              </a:spcAft>
              <a:defRPr lang="en-US" sz="2000" b="1" kern="1200">
                <a:solidFill>
                  <a:schemeClr val="tx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  <a:lvl2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4572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9144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13716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18288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l"/>
            <a:r>
              <a:rPr lang="en-US" dirty="0"/>
              <a:t>Navigate to training folder &amp; create Simulink Model</a:t>
            </a:r>
          </a:p>
        </p:txBody>
      </p:sp>
      <p:pic>
        <p:nvPicPr>
          <p:cNvPr id="4" name="Content Placeholder 8">
            <a:extLst>
              <a:ext uri="{FF2B5EF4-FFF2-40B4-BE49-F238E27FC236}">
                <a16:creationId xmlns:a16="http://schemas.microsoft.com/office/drawing/2014/main" id="{44FBDD96-9C1E-0F94-653F-2BC0980A8FC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6940" b="34476"/>
          <a:stretch>
            <a:fillRect/>
          </a:stretch>
        </p:blipFill>
        <p:spPr>
          <a:xfrm>
            <a:off x="2200458" y="1825625"/>
            <a:ext cx="7791083" cy="4351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9912605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0913E2-DD61-05C8-3AA2-2D168C162A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Content Placeholder 14">
            <a:extLst>
              <a:ext uri="{FF2B5EF4-FFF2-40B4-BE49-F238E27FC236}">
                <a16:creationId xmlns:a16="http://schemas.microsoft.com/office/drawing/2014/main" id="{3A08736A-7D47-0596-839D-1E01C966731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1592" b="56296"/>
          <a:stretch>
            <a:fillRect/>
          </a:stretch>
        </p:blipFill>
        <p:spPr>
          <a:xfrm>
            <a:off x="6096000" y="2582556"/>
            <a:ext cx="5183188" cy="3170114"/>
          </a:xfrm>
          <a:prstGeom prst="rect">
            <a:avLst/>
          </a:prstGeom>
        </p:spPr>
      </p:pic>
      <p:pic>
        <p:nvPicPr>
          <p:cNvPr id="5" name="Content Placeholder 9">
            <a:extLst>
              <a:ext uri="{FF2B5EF4-FFF2-40B4-BE49-F238E27FC236}">
                <a16:creationId xmlns:a16="http://schemas.microsoft.com/office/drawing/2014/main" id="{0876F7C8-834E-FAA9-2257-D9C872CE76B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3650" b="54953"/>
          <a:stretch>
            <a:fillRect/>
          </a:stretch>
        </p:blipFill>
        <p:spPr>
          <a:xfrm>
            <a:off x="839788" y="2629566"/>
            <a:ext cx="5157787" cy="3435606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178CB322-5B34-F9F9-DBFB-D83DE915971B}"/>
              </a:ext>
            </a:extLst>
          </p:cNvPr>
          <p:cNvSpPr txBox="1"/>
          <p:nvPr/>
        </p:nvSpPr>
        <p:spPr>
          <a:xfrm>
            <a:off x="7720553" y="207390"/>
            <a:ext cx="4119511" cy="307777"/>
          </a:xfrm>
          <a:prstGeom prst="rect">
            <a:avLst/>
          </a:prstGeom>
        </p:spPr>
        <p:txBody>
          <a:bodyPr/>
          <a:lstStyle>
            <a:lvl1pPr marL="0" indent="0" algn="r">
              <a:spcBef>
                <a:spcPct val="20000"/>
              </a:spcBef>
              <a:buFont typeface="Arial" panose="020B0604020202020204" pitchFamily="34" charset="0"/>
              <a:buNone/>
              <a:defRPr sz="2000">
                <a:cs typeface="Arial" panose="020B0604020202020204" pitchFamily="34" charset="0"/>
              </a:defRPr>
            </a:lvl1pPr>
            <a:lvl2pPr indent="0" algn="r">
              <a:spcBef>
                <a:spcPct val="20000"/>
              </a:spcBef>
              <a:buFont typeface="Arial" panose="020B0604020202020204" pitchFamily="34" charset="0"/>
              <a:buNone/>
              <a:defRPr>
                <a:cs typeface="Arial" panose="020B0604020202020204" pitchFamily="34" charset="0"/>
              </a:defRPr>
            </a:lvl2pPr>
            <a:lvl3pPr indent="0" algn="r">
              <a:spcBef>
                <a:spcPct val="20000"/>
              </a:spcBef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3pPr>
            <a:lvl4pPr indent="0" algn="r">
              <a:spcBef>
                <a:spcPct val="20000"/>
              </a:spcBef>
              <a:buFont typeface="Arial" panose="020B0604020202020204" pitchFamily="34" charset="0"/>
              <a:buNone/>
              <a:defRPr sz="1400">
                <a:cs typeface="Arial" panose="020B0604020202020204" pitchFamily="34" charset="0"/>
              </a:defRPr>
            </a:lvl4pPr>
            <a:lvl5pPr indent="0" algn="r">
              <a:spcBef>
                <a:spcPct val="20000"/>
              </a:spcBef>
              <a:buFont typeface="Arial" panose="020B0604020202020204" pitchFamily="34" charset="0"/>
              <a:buNone/>
              <a:defRPr sz="1400">
                <a:cs typeface="Arial" panose="020B0604020202020204" pitchFamily="34" charset="0"/>
              </a:defRPr>
            </a:lvl5pPr>
            <a:lvl6pPr marL="25146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6pPr>
            <a:lvl7pPr marL="29718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7pPr>
            <a:lvl8pPr marL="3429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8pPr>
            <a:lvl9pPr marL="38862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9pPr>
          </a:lstStyle>
          <a:p>
            <a:r>
              <a:rPr lang="en-US" dirty="0"/>
              <a:t>How to Create a new Simulink Model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9D00A42B-31D3-AC19-8D33-C7F85C8C03C5}"/>
              </a:ext>
            </a:extLst>
          </p:cNvPr>
          <p:cNvSpPr txBox="1">
            <a:spLocks/>
          </p:cNvSpPr>
          <p:nvPr/>
        </p:nvSpPr>
        <p:spPr>
          <a:xfrm>
            <a:off x="839788" y="913911"/>
            <a:ext cx="10515600" cy="823912"/>
          </a:xfrm>
        </p:spPr>
        <p:txBody>
          <a:bodyPr>
            <a:normAutofit fontScale="97500"/>
          </a:bodyPr>
          <a:lstStyle>
            <a:lvl1pPr algn="ctr" rtl="0" eaLnBrk="0" fontAlgn="base" hangingPunct="0">
              <a:spcBef>
                <a:spcPct val="0"/>
              </a:spcBef>
              <a:spcAft>
                <a:spcPct val="0"/>
              </a:spcAft>
              <a:defRPr lang="en-US" sz="2000" b="1" kern="1200">
                <a:solidFill>
                  <a:schemeClr val="tx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  <a:lvl2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4572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9144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13716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18288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l"/>
            <a:r>
              <a:rPr lang="en-US" dirty="0"/>
              <a:t>Rename Simulink File</a:t>
            </a:r>
            <a:endParaRPr lang="en-US" sz="1400" b="0" i="1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6FF27C5-5353-9989-556A-84FEA15EEA5C}"/>
              </a:ext>
            </a:extLst>
          </p:cNvPr>
          <p:cNvSpPr txBox="1"/>
          <p:nvPr/>
        </p:nvSpPr>
        <p:spPr>
          <a:xfrm>
            <a:off x="6172200" y="1808145"/>
            <a:ext cx="59874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Step 2. Rename and Press Enter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01B84A3-9271-6043-3389-47F73AC89625}"/>
              </a:ext>
            </a:extLst>
          </p:cNvPr>
          <p:cNvSpPr txBox="1"/>
          <p:nvPr/>
        </p:nvSpPr>
        <p:spPr>
          <a:xfrm>
            <a:off x="839788" y="1808145"/>
            <a:ext cx="51577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Step 1. Right click new file</a:t>
            </a:r>
          </a:p>
        </p:txBody>
      </p:sp>
    </p:spTree>
    <p:extLst>
      <p:ext uri="{BB962C8B-B14F-4D97-AF65-F5344CB8AC3E}">
        <p14:creationId xmlns:p14="http://schemas.microsoft.com/office/powerpoint/2010/main" val="256315708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72ACA5-37C6-C9B0-99BC-AB5DF0ED03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D876321-6A34-A610-3DFA-B18E86863DDB}"/>
              </a:ext>
            </a:extLst>
          </p:cNvPr>
          <p:cNvSpPr txBox="1"/>
          <p:nvPr/>
        </p:nvSpPr>
        <p:spPr>
          <a:xfrm>
            <a:off x="7720553" y="207390"/>
            <a:ext cx="4119511" cy="307777"/>
          </a:xfrm>
          <a:prstGeom prst="rect">
            <a:avLst/>
          </a:prstGeom>
        </p:spPr>
        <p:txBody>
          <a:bodyPr/>
          <a:lstStyle>
            <a:lvl1pPr marL="0" indent="0" algn="r">
              <a:spcBef>
                <a:spcPct val="20000"/>
              </a:spcBef>
              <a:buFont typeface="Arial" panose="020B0604020202020204" pitchFamily="34" charset="0"/>
              <a:buNone/>
              <a:defRPr sz="2000">
                <a:cs typeface="Arial" panose="020B0604020202020204" pitchFamily="34" charset="0"/>
              </a:defRPr>
            </a:lvl1pPr>
            <a:lvl2pPr indent="0" algn="r">
              <a:spcBef>
                <a:spcPct val="20000"/>
              </a:spcBef>
              <a:buFont typeface="Arial" panose="020B0604020202020204" pitchFamily="34" charset="0"/>
              <a:buNone/>
              <a:defRPr>
                <a:cs typeface="Arial" panose="020B0604020202020204" pitchFamily="34" charset="0"/>
              </a:defRPr>
            </a:lvl2pPr>
            <a:lvl3pPr indent="0" algn="r">
              <a:spcBef>
                <a:spcPct val="20000"/>
              </a:spcBef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3pPr>
            <a:lvl4pPr indent="0" algn="r">
              <a:spcBef>
                <a:spcPct val="20000"/>
              </a:spcBef>
              <a:buFont typeface="Arial" panose="020B0604020202020204" pitchFamily="34" charset="0"/>
              <a:buNone/>
              <a:defRPr sz="1400">
                <a:cs typeface="Arial" panose="020B0604020202020204" pitchFamily="34" charset="0"/>
              </a:defRPr>
            </a:lvl4pPr>
            <a:lvl5pPr indent="0" algn="r">
              <a:spcBef>
                <a:spcPct val="20000"/>
              </a:spcBef>
              <a:buFont typeface="Arial" panose="020B0604020202020204" pitchFamily="34" charset="0"/>
              <a:buNone/>
              <a:defRPr sz="1400">
                <a:cs typeface="Arial" panose="020B0604020202020204" pitchFamily="34" charset="0"/>
              </a:defRPr>
            </a:lvl5pPr>
            <a:lvl6pPr marL="25146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6pPr>
            <a:lvl7pPr marL="29718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7pPr>
            <a:lvl8pPr marL="3429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8pPr>
            <a:lvl9pPr marL="38862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9pPr>
          </a:lstStyle>
          <a:p>
            <a:r>
              <a:rPr lang="en-US" dirty="0"/>
              <a:t>How to Create a new Simulink Model</a:t>
            </a:r>
          </a:p>
        </p:txBody>
      </p:sp>
      <p:sp>
        <p:nvSpPr>
          <p:cNvPr id="20" name="Title 3">
            <a:extLst>
              <a:ext uri="{FF2B5EF4-FFF2-40B4-BE49-F238E27FC236}">
                <a16:creationId xmlns:a16="http://schemas.microsoft.com/office/drawing/2014/main" id="{7C2A0B45-8E7D-5D8E-8327-E9D8C95C9B8E}"/>
              </a:ext>
            </a:extLst>
          </p:cNvPr>
          <p:cNvSpPr txBox="1">
            <a:spLocks/>
          </p:cNvSpPr>
          <p:nvPr/>
        </p:nvSpPr>
        <p:spPr>
          <a:xfrm>
            <a:off x="839788" y="913911"/>
            <a:ext cx="10515600" cy="396416"/>
          </a:xfrm>
        </p:spPr>
        <p:txBody>
          <a:bodyPr>
            <a:normAutofit fontScale="97500"/>
          </a:bodyPr>
          <a:lstStyle>
            <a:lvl1pPr algn="ctr" rtl="0" eaLnBrk="0" fontAlgn="base" hangingPunct="0">
              <a:spcBef>
                <a:spcPct val="0"/>
              </a:spcBef>
              <a:spcAft>
                <a:spcPct val="0"/>
              </a:spcAft>
              <a:defRPr lang="en-US" sz="2000" b="1" kern="1200">
                <a:solidFill>
                  <a:schemeClr val="tx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  <a:lvl2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4572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9144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13716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18288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l"/>
            <a:r>
              <a:rPr lang="en-US" dirty="0"/>
              <a:t>Open Simulink Model</a:t>
            </a:r>
          </a:p>
        </p:txBody>
      </p:sp>
      <p:pic>
        <p:nvPicPr>
          <p:cNvPr id="5" name="Content Placeholder 9">
            <a:extLst>
              <a:ext uri="{FF2B5EF4-FFF2-40B4-BE49-F238E27FC236}">
                <a16:creationId xmlns:a16="http://schemas.microsoft.com/office/drawing/2014/main" id="{B149CBB3-0BBC-CAE7-DAD7-2ED8EFA8283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6504" b="38118"/>
          <a:stretch>
            <a:fillRect/>
          </a:stretch>
        </p:blipFill>
        <p:spPr>
          <a:xfrm>
            <a:off x="1942671" y="1825625"/>
            <a:ext cx="8306658" cy="4351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3404109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DFC9AB-A703-9E2F-F787-CC1A03948C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2969A52B-51AC-CFB6-0C11-D2DE4A77B9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</p:spTree>
    <p:extLst>
      <p:ext uri="{BB962C8B-B14F-4D97-AF65-F5344CB8AC3E}">
        <p14:creationId xmlns:p14="http://schemas.microsoft.com/office/powerpoint/2010/main" val="108808610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4DE013-80C3-8841-80DC-659C493970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4207729-77E0-A825-284B-5BCDF24440A2}"/>
              </a:ext>
            </a:extLst>
          </p:cNvPr>
          <p:cNvSpPr txBox="1"/>
          <p:nvPr/>
        </p:nvSpPr>
        <p:spPr>
          <a:xfrm>
            <a:off x="7720553" y="207390"/>
            <a:ext cx="4119511" cy="307777"/>
          </a:xfrm>
          <a:prstGeom prst="rect">
            <a:avLst/>
          </a:prstGeom>
        </p:spPr>
        <p:txBody>
          <a:bodyPr/>
          <a:lstStyle>
            <a:lvl1pPr marL="0" indent="0" algn="r">
              <a:spcBef>
                <a:spcPct val="20000"/>
              </a:spcBef>
              <a:buFont typeface="Arial" panose="020B0604020202020204" pitchFamily="34" charset="0"/>
              <a:buNone/>
              <a:defRPr sz="2000">
                <a:cs typeface="Arial" panose="020B0604020202020204" pitchFamily="34" charset="0"/>
              </a:defRPr>
            </a:lvl1pPr>
            <a:lvl2pPr indent="0" algn="r">
              <a:spcBef>
                <a:spcPct val="20000"/>
              </a:spcBef>
              <a:buFont typeface="Arial" panose="020B0604020202020204" pitchFamily="34" charset="0"/>
              <a:buNone/>
              <a:defRPr>
                <a:cs typeface="Arial" panose="020B0604020202020204" pitchFamily="34" charset="0"/>
              </a:defRPr>
            </a:lvl2pPr>
            <a:lvl3pPr indent="0" algn="r">
              <a:spcBef>
                <a:spcPct val="20000"/>
              </a:spcBef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3pPr>
            <a:lvl4pPr indent="0" algn="r">
              <a:spcBef>
                <a:spcPct val="20000"/>
              </a:spcBef>
              <a:buFont typeface="Arial" panose="020B0604020202020204" pitchFamily="34" charset="0"/>
              <a:buNone/>
              <a:defRPr sz="1400">
                <a:cs typeface="Arial" panose="020B0604020202020204" pitchFamily="34" charset="0"/>
              </a:defRPr>
            </a:lvl4pPr>
            <a:lvl5pPr indent="0" algn="r">
              <a:spcBef>
                <a:spcPct val="20000"/>
              </a:spcBef>
              <a:buFont typeface="Arial" panose="020B0604020202020204" pitchFamily="34" charset="0"/>
              <a:buNone/>
              <a:defRPr sz="1400">
                <a:cs typeface="Arial" panose="020B0604020202020204" pitchFamily="34" charset="0"/>
              </a:defRPr>
            </a:lvl5pPr>
            <a:lvl6pPr marL="25146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6pPr>
            <a:lvl7pPr marL="29718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7pPr>
            <a:lvl8pPr marL="3429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8pPr>
            <a:lvl9pPr marL="38862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9pPr>
          </a:lstStyle>
          <a:p>
            <a:r>
              <a:rPr lang="en-US" dirty="0"/>
              <a:t>How to Use blocks (Part 1)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A89A106B-210B-EFF7-DDCF-F18BB3C7A9B4}"/>
              </a:ext>
            </a:extLst>
          </p:cNvPr>
          <p:cNvSpPr txBox="1">
            <a:spLocks/>
          </p:cNvSpPr>
          <p:nvPr/>
        </p:nvSpPr>
        <p:spPr>
          <a:xfrm>
            <a:off x="839788" y="1376313"/>
            <a:ext cx="10515600" cy="4901938"/>
          </a:xfrm>
        </p:spPr>
        <p:txBody>
          <a:bodyPr>
            <a:normAutofit fontScale="97500"/>
          </a:bodyPr>
          <a:lstStyle>
            <a:lvl1pPr algn="ctr" rtl="0" eaLnBrk="0" fontAlgn="base" hangingPunct="0">
              <a:spcBef>
                <a:spcPct val="0"/>
              </a:spcBef>
              <a:spcAft>
                <a:spcPct val="0"/>
              </a:spcAft>
              <a:defRPr lang="en-US" sz="2000" b="1" kern="1200">
                <a:solidFill>
                  <a:schemeClr val="tx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  <a:lvl2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4572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9144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13716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18288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marL="228600" indent="-228600" algn="l" ea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1800" b="0" dirty="0"/>
              <a:t>Use blocks</a:t>
            </a:r>
          </a:p>
          <a:p>
            <a:pPr marL="685800" lvl="1" indent="-228600" algn="l" ea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1800" b="0" i="1" dirty="0"/>
              <a:t>Accessing Library Browser	Open / Find Blocks</a:t>
            </a:r>
          </a:p>
          <a:p>
            <a:pPr marL="685800" lvl="1" indent="-228600" algn="l" ea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1800" b="0" i="1" dirty="0"/>
              <a:t>Blocks 			Add / Edit / Label</a:t>
            </a:r>
          </a:p>
          <a:p>
            <a:pPr marL="685800" lvl="1" indent="-228600" algn="l" ea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1800" b="0" i="1" dirty="0"/>
              <a:t>Model 			Fit Contents to Window</a:t>
            </a:r>
          </a:p>
          <a:p>
            <a:pPr marL="685800" lvl="1" indent="-228600" algn="l" ea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1800" b="0" i="1" dirty="0"/>
              <a:t>Lines 			Create / Edit / Format / Label / Data log</a:t>
            </a:r>
          </a:p>
        </p:txBody>
      </p:sp>
      <p:sp>
        <p:nvSpPr>
          <p:cNvPr id="20" name="Title 3">
            <a:extLst>
              <a:ext uri="{FF2B5EF4-FFF2-40B4-BE49-F238E27FC236}">
                <a16:creationId xmlns:a16="http://schemas.microsoft.com/office/drawing/2014/main" id="{2FCC22A5-5295-850B-443F-34C8B9AB04FA}"/>
              </a:ext>
            </a:extLst>
          </p:cNvPr>
          <p:cNvSpPr txBox="1">
            <a:spLocks/>
          </p:cNvSpPr>
          <p:nvPr/>
        </p:nvSpPr>
        <p:spPr>
          <a:xfrm>
            <a:off x="839788" y="913911"/>
            <a:ext cx="10515600" cy="396416"/>
          </a:xfrm>
        </p:spPr>
        <p:txBody>
          <a:bodyPr>
            <a:normAutofit fontScale="97500"/>
          </a:bodyPr>
          <a:lstStyle>
            <a:lvl1pPr algn="ctr" rtl="0" eaLnBrk="0" fontAlgn="base" hangingPunct="0">
              <a:spcBef>
                <a:spcPct val="0"/>
              </a:spcBef>
              <a:spcAft>
                <a:spcPct val="0"/>
              </a:spcAft>
              <a:defRPr lang="en-US" sz="2000" b="1" kern="1200">
                <a:solidFill>
                  <a:schemeClr val="tx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  <a:lvl2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4572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9144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13716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18288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l"/>
            <a:r>
              <a:rPr lang="en-US" dirty="0"/>
              <a:t>Detailed Success in this section looks like knowing how to …</a:t>
            </a:r>
          </a:p>
        </p:txBody>
      </p:sp>
    </p:spTree>
    <p:extLst>
      <p:ext uri="{BB962C8B-B14F-4D97-AF65-F5344CB8AC3E}">
        <p14:creationId xmlns:p14="http://schemas.microsoft.com/office/powerpoint/2010/main" val="15103147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7EFED5-83BC-A155-523D-913EE098B1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Content Placeholder 11">
            <a:extLst>
              <a:ext uri="{FF2B5EF4-FFF2-40B4-BE49-F238E27FC236}">
                <a16:creationId xmlns:a16="http://schemas.microsoft.com/office/drawing/2014/main" id="{DF491675-074E-645D-B7A0-44B949A7644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912" t="21270" r="48545" b="42963"/>
          <a:stretch>
            <a:fillRect/>
          </a:stretch>
        </p:blipFill>
        <p:spPr>
          <a:xfrm>
            <a:off x="839788" y="2610389"/>
            <a:ext cx="5157787" cy="3473959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C58205A1-9992-0CB4-5F12-6D5F9BCFC7A5}"/>
              </a:ext>
            </a:extLst>
          </p:cNvPr>
          <p:cNvSpPr txBox="1"/>
          <p:nvPr/>
        </p:nvSpPr>
        <p:spPr>
          <a:xfrm>
            <a:off x="7720553" y="207390"/>
            <a:ext cx="4119511" cy="307777"/>
          </a:xfrm>
          <a:prstGeom prst="rect">
            <a:avLst/>
          </a:prstGeom>
        </p:spPr>
        <p:txBody>
          <a:bodyPr/>
          <a:lstStyle>
            <a:lvl1pPr marL="0" indent="0" algn="r">
              <a:spcBef>
                <a:spcPct val="20000"/>
              </a:spcBef>
              <a:buFont typeface="Arial" panose="020B0604020202020204" pitchFamily="34" charset="0"/>
              <a:buNone/>
              <a:defRPr sz="2000">
                <a:cs typeface="Arial" panose="020B0604020202020204" pitchFamily="34" charset="0"/>
              </a:defRPr>
            </a:lvl1pPr>
            <a:lvl2pPr indent="0" algn="r">
              <a:spcBef>
                <a:spcPct val="20000"/>
              </a:spcBef>
              <a:buFont typeface="Arial" panose="020B0604020202020204" pitchFamily="34" charset="0"/>
              <a:buNone/>
              <a:defRPr>
                <a:cs typeface="Arial" panose="020B0604020202020204" pitchFamily="34" charset="0"/>
              </a:defRPr>
            </a:lvl2pPr>
            <a:lvl3pPr indent="0" algn="r">
              <a:spcBef>
                <a:spcPct val="20000"/>
              </a:spcBef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3pPr>
            <a:lvl4pPr indent="0" algn="r">
              <a:spcBef>
                <a:spcPct val="20000"/>
              </a:spcBef>
              <a:buFont typeface="Arial" panose="020B0604020202020204" pitchFamily="34" charset="0"/>
              <a:buNone/>
              <a:defRPr sz="1400">
                <a:cs typeface="Arial" panose="020B0604020202020204" pitchFamily="34" charset="0"/>
              </a:defRPr>
            </a:lvl4pPr>
            <a:lvl5pPr indent="0" algn="r">
              <a:spcBef>
                <a:spcPct val="20000"/>
              </a:spcBef>
              <a:buFont typeface="Arial" panose="020B0604020202020204" pitchFamily="34" charset="0"/>
              <a:buNone/>
              <a:defRPr sz="1400">
                <a:cs typeface="Arial" panose="020B0604020202020204" pitchFamily="34" charset="0"/>
              </a:defRPr>
            </a:lvl5pPr>
            <a:lvl6pPr marL="25146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6pPr>
            <a:lvl7pPr marL="29718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7pPr>
            <a:lvl8pPr marL="3429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8pPr>
            <a:lvl9pPr marL="38862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9pPr>
          </a:lstStyle>
          <a:p>
            <a:r>
              <a:rPr lang="en-US" dirty="0"/>
              <a:t>How to Use blocks (Part 1)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EA390349-D6E7-C020-1F52-03E244E12BD2}"/>
              </a:ext>
            </a:extLst>
          </p:cNvPr>
          <p:cNvSpPr txBox="1">
            <a:spLocks/>
          </p:cNvSpPr>
          <p:nvPr/>
        </p:nvSpPr>
        <p:spPr>
          <a:xfrm>
            <a:off x="839788" y="913911"/>
            <a:ext cx="10515600" cy="823912"/>
          </a:xfrm>
        </p:spPr>
        <p:txBody>
          <a:bodyPr>
            <a:normAutofit fontScale="97500"/>
          </a:bodyPr>
          <a:lstStyle>
            <a:lvl1pPr algn="ctr" rtl="0" eaLnBrk="0" fontAlgn="base" hangingPunct="0">
              <a:spcBef>
                <a:spcPct val="0"/>
              </a:spcBef>
              <a:spcAft>
                <a:spcPct val="0"/>
              </a:spcAft>
              <a:defRPr lang="en-US" sz="2000" b="1" kern="1200">
                <a:solidFill>
                  <a:schemeClr val="tx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  <a:lvl2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4572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9144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13716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18288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l"/>
            <a:r>
              <a:rPr lang="en-US" dirty="0"/>
              <a:t>Open Library Browser (Part 1)</a:t>
            </a:r>
            <a:endParaRPr lang="en-US" sz="1400" b="0" i="1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181EED9-F0E1-C875-88A0-81DEEFA83163}"/>
              </a:ext>
            </a:extLst>
          </p:cNvPr>
          <p:cNvSpPr txBox="1"/>
          <p:nvPr/>
        </p:nvSpPr>
        <p:spPr>
          <a:xfrm>
            <a:off x="6172200" y="1808145"/>
            <a:ext cx="59874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Step 2. Observe loaded library browser window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3A3BB10-E127-78D4-BD28-01C5D0FA36A6}"/>
              </a:ext>
            </a:extLst>
          </p:cNvPr>
          <p:cNvSpPr txBox="1"/>
          <p:nvPr/>
        </p:nvSpPr>
        <p:spPr>
          <a:xfrm>
            <a:off x="839788" y="1808145"/>
            <a:ext cx="51577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Step 1. Click Library Browser</a:t>
            </a:r>
          </a:p>
        </p:txBody>
      </p:sp>
      <p:pic>
        <p:nvPicPr>
          <p:cNvPr id="7" name="Content Placeholder 9">
            <a:extLst>
              <a:ext uri="{FF2B5EF4-FFF2-40B4-BE49-F238E27FC236}">
                <a16:creationId xmlns:a16="http://schemas.microsoft.com/office/drawing/2014/main" id="{7BCED9DC-FFB4-E772-140C-C298D123297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1504" t="20872" r="27351"/>
          <a:stretch>
            <a:fillRect/>
          </a:stretch>
        </p:blipFill>
        <p:spPr>
          <a:xfrm>
            <a:off x="6096000" y="2582556"/>
            <a:ext cx="4430813" cy="36845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3470243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6972FE-AFC5-4321-CA64-F554920DC4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Content Placeholder 14">
            <a:extLst>
              <a:ext uri="{FF2B5EF4-FFF2-40B4-BE49-F238E27FC236}">
                <a16:creationId xmlns:a16="http://schemas.microsoft.com/office/drawing/2014/main" id="{6102F780-A36B-AEA4-851A-84734384DF6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43737" t="32614" r="10967" b="7647"/>
          <a:stretch>
            <a:fillRect/>
          </a:stretch>
        </p:blipFill>
        <p:spPr>
          <a:xfrm>
            <a:off x="6134493" y="2620686"/>
            <a:ext cx="5183188" cy="3674291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E7CAC930-9B4C-ADC9-74B2-3B6F13AD39D3}"/>
              </a:ext>
            </a:extLst>
          </p:cNvPr>
          <p:cNvSpPr txBox="1"/>
          <p:nvPr/>
        </p:nvSpPr>
        <p:spPr>
          <a:xfrm>
            <a:off x="7720553" y="207390"/>
            <a:ext cx="4119511" cy="307777"/>
          </a:xfrm>
          <a:prstGeom prst="rect">
            <a:avLst/>
          </a:prstGeom>
        </p:spPr>
        <p:txBody>
          <a:bodyPr/>
          <a:lstStyle>
            <a:lvl1pPr marL="0" indent="0" algn="r">
              <a:spcBef>
                <a:spcPct val="20000"/>
              </a:spcBef>
              <a:buFont typeface="Arial" panose="020B0604020202020204" pitchFamily="34" charset="0"/>
              <a:buNone/>
              <a:defRPr sz="2000">
                <a:cs typeface="Arial" panose="020B0604020202020204" pitchFamily="34" charset="0"/>
              </a:defRPr>
            </a:lvl1pPr>
            <a:lvl2pPr indent="0" algn="r">
              <a:spcBef>
                <a:spcPct val="20000"/>
              </a:spcBef>
              <a:buFont typeface="Arial" panose="020B0604020202020204" pitchFamily="34" charset="0"/>
              <a:buNone/>
              <a:defRPr>
                <a:cs typeface="Arial" panose="020B0604020202020204" pitchFamily="34" charset="0"/>
              </a:defRPr>
            </a:lvl2pPr>
            <a:lvl3pPr indent="0" algn="r">
              <a:spcBef>
                <a:spcPct val="20000"/>
              </a:spcBef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3pPr>
            <a:lvl4pPr indent="0" algn="r">
              <a:spcBef>
                <a:spcPct val="20000"/>
              </a:spcBef>
              <a:buFont typeface="Arial" panose="020B0604020202020204" pitchFamily="34" charset="0"/>
              <a:buNone/>
              <a:defRPr sz="1400">
                <a:cs typeface="Arial" panose="020B0604020202020204" pitchFamily="34" charset="0"/>
              </a:defRPr>
            </a:lvl4pPr>
            <a:lvl5pPr indent="0" algn="r">
              <a:spcBef>
                <a:spcPct val="20000"/>
              </a:spcBef>
              <a:buFont typeface="Arial" panose="020B0604020202020204" pitchFamily="34" charset="0"/>
              <a:buNone/>
              <a:defRPr sz="1400">
                <a:cs typeface="Arial" panose="020B0604020202020204" pitchFamily="34" charset="0"/>
              </a:defRPr>
            </a:lvl5pPr>
            <a:lvl6pPr marL="25146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6pPr>
            <a:lvl7pPr marL="29718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7pPr>
            <a:lvl8pPr marL="3429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8pPr>
            <a:lvl9pPr marL="38862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9pPr>
          </a:lstStyle>
          <a:p>
            <a:r>
              <a:rPr lang="en-US" dirty="0"/>
              <a:t>How to Use blocks (Part 1)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29F33B6F-6A0D-5C68-6029-414B3480C304}"/>
              </a:ext>
            </a:extLst>
          </p:cNvPr>
          <p:cNvSpPr txBox="1">
            <a:spLocks/>
          </p:cNvSpPr>
          <p:nvPr/>
        </p:nvSpPr>
        <p:spPr>
          <a:xfrm>
            <a:off x="839788" y="913911"/>
            <a:ext cx="10515600" cy="823912"/>
          </a:xfrm>
        </p:spPr>
        <p:txBody>
          <a:bodyPr>
            <a:normAutofit fontScale="97500"/>
          </a:bodyPr>
          <a:lstStyle>
            <a:lvl1pPr algn="ctr" rtl="0" eaLnBrk="0" fontAlgn="base" hangingPunct="0">
              <a:spcBef>
                <a:spcPct val="0"/>
              </a:spcBef>
              <a:spcAft>
                <a:spcPct val="0"/>
              </a:spcAft>
              <a:defRPr lang="en-US" sz="2000" b="1" kern="1200">
                <a:solidFill>
                  <a:schemeClr val="tx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  <a:lvl2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4572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9144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13716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18288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l"/>
            <a:r>
              <a:rPr lang="en-US" dirty="0"/>
              <a:t>Open Library Browser (Part 2)</a:t>
            </a:r>
            <a:endParaRPr lang="en-US" sz="1600" b="0" i="1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ECA13CB-8F99-5999-94A1-D7656C7DB0B1}"/>
              </a:ext>
            </a:extLst>
          </p:cNvPr>
          <p:cNvSpPr txBox="1"/>
          <p:nvPr/>
        </p:nvSpPr>
        <p:spPr>
          <a:xfrm>
            <a:off x="6172200" y="1808145"/>
            <a:ext cx="59874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Step 4. Review Common Blocks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DFE893E-C0A3-25AF-6D4D-9A046BCE5DF4}"/>
              </a:ext>
            </a:extLst>
          </p:cNvPr>
          <p:cNvSpPr txBox="1"/>
          <p:nvPr/>
        </p:nvSpPr>
        <p:spPr>
          <a:xfrm>
            <a:off x="839788" y="1808145"/>
            <a:ext cx="51577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Step 3. Click Icon</a:t>
            </a:r>
          </a:p>
        </p:txBody>
      </p:sp>
      <p:pic>
        <p:nvPicPr>
          <p:cNvPr id="5" name="Content Placeholder 9">
            <a:extLst>
              <a:ext uri="{FF2B5EF4-FFF2-40B4-BE49-F238E27FC236}">
                <a16:creationId xmlns:a16="http://schemas.microsoft.com/office/drawing/2014/main" id="{4401BFD6-3D40-4475-96A8-B479E284DEA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2130" t="21125" r="42413" b="46364"/>
          <a:stretch>
            <a:fillRect/>
          </a:stretch>
        </p:blipFill>
        <p:spPr>
          <a:xfrm>
            <a:off x="839787" y="2610389"/>
            <a:ext cx="5157787" cy="25420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091354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5228C5-5A4A-0F1D-10B2-9B9D05126A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Content Placeholder 9">
            <a:extLst>
              <a:ext uri="{FF2B5EF4-FFF2-40B4-BE49-F238E27FC236}">
                <a16:creationId xmlns:a16="http://schemas.microsoft.com/office/drawing/2014/main" id="{EABA8152-C163-118D-3E9A-792BD25C6D0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42622" t="33987" r="10062" b="6076"/>
          <a:stretch>
            <a:fillRect/>
          </a:stretch>
        </p:blipFill>
        <p:spPr>
          <a:xfrm>
            <a:off x="839788" y="2591473"/>
            <a:ext cx="5157787" cy="3511792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181B1E27-B819-746C-EC55-F556BA12DA23}"/>
              </a:ext>
            </a:extLst>
          </p:cNvPr>
          <p:cNvSpPr txBox="1"/>
          <p:nvPr/>
        </p:nvSpPr>
        <p:spPr>
          <a:xfrm>
            <a:off x="7720553" y="207390"/>
            <a:ext cx="4119511" cy="307777"/>
          </a:xfrm>
          <a:prstGeom prst="rect">
            <a:avLst/>
          </a:prstGeom>
        </p:spPr>
        <p:txBody>
          <a:bodyPr/>
          <a:lstStyle>
            <a:lvl1pPr marL="0" indent="0" algn="r">
              <a:spcBef>
                <a:spcPct val="20000"/>
              </a:spcBef>
              <a:buFont typeface="Arial" panose="020B0604020202020204" pitchFamily="34" charset="0"/>
              <a:buNone/>
              <a:defRPr sz="2000">
                <a:cs typeface="Arial" panose="020B0604020202020204" pitchFamily="34" charset="0"/>
              </a:defRPr>
            </a:lvl1pPr>
            <a:lvl2pPr indent="0" algn="r">
              <a:spcBef>
                <a:spcPct val="20000"/>
              </a:spcBef>
              <a:buFont typeface="Arial" panose="020B0604020202020204" pitchFamily="34" charset="0"/>
              <a:buNone/>
              <a:defRPr>
                <a:cs typeface="Arial" panose="020B0604020202020204" pitchFamily="34" charset="0"/>
              </a:defRPr>
            </a:lvl2pPr>
            <a:lvl3pPr indent="0" algn="r">
              <a:spcBef>
                <a:spcPct val="20000"/>
              </a:spcBef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3pPr>
            <a:lvl4pPr indent="0" algn="r">
              <a:spcBef>
                <a:spcPct val="20000"/>
              </a:spcBef>
              <a:buFont typeface="Arial" panose="020B0604020202020204" pitchFamily="34" charset="0"/>
              <a:buNone/>
              <a:defRPr sz="1400">
                <a:cs typeface="Arial" panose="020B0604020202020204" pitchFamily="34" charset="0"/>
              </a:defRPr>
            </a:lvl4pPr>
            <a:lvl5pPr indent="0" algn="r">
              <a:spcBef>
                <a:spcPct val="20000"/>
              </a:spcBef>
              <a:buFont typeface="Arial" panose="020B0604020202020204" pitchFamily="34" charset="0"/>
              <a:buNone/>
              <a:defRPr sz="1400">
                <a:cs typeface="Arial" panose="020B0604020202020204" pitchFamily="34" charset="0"/>
              </a:defRPr>
            </a:lvl5pPr>
            <a:lvl6pPr marL="25146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6pPr>
            <a:lvl7pPr marL="29718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7pPr>
            <a:lvl8pPr marL="3429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8pPr>
            <a:lvl9pPr marL="38862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9pPr>
          </a:lstStyle>
          <a:p>
            <a:r>
              <a:rPr lang="en-US" dirty="0"/>
              <a:t>How to Use blocks (Part 1)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AFA8130E-2AFF-DAED-148E-11A7BCBA708C}"/>
              </a:ext>
            </a:extLst>
          </p:cNvPr>
          <p:cNvSpPr txBox="1">
            <a:spLocks/>
          </p:cNvSpPr>
          <p:nvPr/>
        </p:nvSpPr>
        <p:spPr>
          <a:xfrm>
            <a:off x="839788" y="913911"/>
            <a:ext cx="10515600" cy="823912"/>
          </a:xfrm>
        </p:spPr>
        <p:txBody>
          <a:bodyPr>
            <a:normAutofit fontScale="97500"/>
          </a:bodyPr>
          <a:lstStyle>
            <a:lvl1pPr algn="ctr" rtl="0" eaLnBrk="0" fontAlgn="base" hangingPunct="0">
              <a:spcBef>
                <a:spcPct val="0"/>
              </a:spcBef>
              <a:spcAft>
                <a:spcPct val="0"/>
              </a:spcAft>
              <a:defRPr lang="en-US" sz="2000" b="1" kern="1200">
                <a:solidFill>
                  <a:schemeClr val="tx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  <a:lvl2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4572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9144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13716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18288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l"/>
            <a:r>
              <a:rPr lang="en-US" dirty="0"/>
              <a:t>Open Library Browser (Part 3)</a:t>
            </a:r>
            <a:endParaRPr lang="en-US" sz="1600" b="0" i="1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DB6370F-DDEB-489B-9552-EB7F572A1213}"/>
              </a:ext>
            </a:extLst>
          </p:cNvPr>
          <p:cNvSpPr txBox="1"/>
          <p:nvPr/>
        </p:nvSpPr>
        <p:spPr>
          <a:xfrm>
            <a:off x="839788" y="1808145"/>
            <a:ext cx="51577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Step 5. Review Common Blocks</a:t>
            </a:r>
          </a:p>
        </p:txBody>
      </p:sp>
    </p:spTree>
    <p:extLst>
      <p:ext uri="{BB962C8B-B14F-4D97-AF65-F5344CB8AC3E}">
        <p14:creationId xmlns:p14="http://schemas.microsoft.com/office/powerpoint/2010/main" val="359695320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575A8C-D972-689D-1642-874B83DDF2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Content Placeholder 20">
            <a:extLst>
              <a:ext uri="{FF2B5EF4-FFF2-40B4-BE49-F238E27FC236}">
                <a16:creationId xmlns:a16="http://schemas.microsoft.com/office/drawing/2014/main" id="{FFD636E9-31C3-1389-00AB-4D991EC6596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41211" t="10771" r="7128" b="20227"/>
          <a:stretch>
            <a:fillRect/>
          </a:stretch>
        </p:blipFill>
        <p:spPr>
          <a:xfrm>
            <a:off x="839787" y="2610389"/>
            <a:ext cx="5132295" cy="3684588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01DF0A6D-CC6B-270F-861E-2672D978713A}"/>
              </a:ext>
            </a:extLst>
          </p:cNvPr>
          <p:cNvSpPr txBox="1"/>
          <p:nvPr/>
        </p:nvSpPr>
        <p:spPr>
          <a:xfrm>
            <a:off x="7720553" y="207390"/>
            <a:ext cx="4119511" cy="307777"/>
          </a:xfrm>
          <a:prstGeom prst="rect">
            <a:avLst/>
          </a:prstGeom>
        </p:spPr>
        <p:txBody>
          <a:bodyPr/>
          <a:lstStyle>
            <a:lvl1pPr marL="0" indent="0" algn="r">
              <a:spcBef>
                <a:spcPct val="20000"/>
              </a:spcBef>
              <a:buFont typeface="Arial" panose="020B0604020202020204" pitchFamily="34" charset="0"/>
              <a:buNone/>
              <a:defRPr sz="2000">
                <a:cs typeface="Arial" panose="020B0604020202020204" pitchFamily="34" charset="0"/>
              </a:defRPr>
            </a:lvl1pPr>
            <a:lvl2pPr indent="0" algn="r">
              <a:spcBef>
                <a:spcPct val="20000"/>
              </a:spcBef>
              <a:buFont typeface="Arial" panose="020B0604020202020204" pitchFamily="34" charset="0"/>
              <a:buNone/>
              <a:defRPr>
                <a:cs typeface="Arial" panose="020B0604020202020204" pitchFamily="34" charset="0"/>
              </a:defRPr>
            </a:lvl2pPr>
            <a:lvl3pPr indent="0" algn="r">
              <a:spcBef>
                <a:spcPct val="20000"/>
              </a:spcBef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3pPr>
            <a:lvl4pPr indent="0" algn="r">
              <a:spcBef>
                <a:spcPct val="20000"/>
              </a:spcBef>
              <a:buFont typeface="Arial" panose="020B0604020202020204" pitchFamily="34" charset="0"/>
              <a:buNone/>
              <a:defRPr sz="1400">
                <a:cs typeface="Arial" panose="020B0604020202020204" pitchFamily="34" charset="0"/>
              </a:defRPr>
            </a:lvl4pPr>
            <a:lvl5pPr indent="0" algn="r">
              <a:spcBef>
                <a:spcPct val="20000"/>
              </a:spcBef>
              <a:buFont typeface="Arial" panose="020B0604020202020204" pitchFamily="34" charset="0"/>
              <a:buNone/>
              <a:defRPr sz="1400">
                <a:cs typeface="Arial" panose="020B0604020202020204" pitchFamily="34" charset="0"/>
              </a:defRPr>
            </a:lvl5pPr>
            <a:lvl6pPr marL="25146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6pPr>
            <a:lvl7pPr marL="29718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7pPr>
            <a:lvl8pPr marL="3429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8pPr>
            <a:lvl9pPr marL="38862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9pPr>
          </a:lstStyle>
          <a:p>
            <a:r>
              <a:rPr lang="en-US" dirty="0"/>
              <a:t>How to Use blocks (Part 1)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7EA2CA7A-19A2-C8F5-48B6-E12E2ADEA4F2}"/>
              </a:ext>
            </a:extLst>
          </p:cNvPr>
          <p:cNvSpPr txBox="1">
            <a:spLocks/>
          </p:cNvSpPr>
          <p:nvPr/>
        </p:nvSpPr>
        <p:spPr>
          <a:xfrm>
            <a:off x="839788" y="913911"/>
            <a:ext cx="10515600" cy="823912"/>
          </a:xfrm>
        </p:spPr>
        <p:txBody>
          <a:bodyPr>
            <a:normAutofit fontScale="97500"/>
          </a:bodyPr>
          <a:lstStyle>
            <a:lvl1pPr algn="ctr" rtl="0" eaLnBrk="0" fontAlgn="base" hangingPunct="0">
              <a:spcBef>
                <a:spcPct val="0"/>
              </a:spcBef>
              <a:spcAft>
                <a:spcPct val="0"/>
              </a:spcAft>
              <a:defRPr lang="en-US" sz="2000" b="1" kern="1200">
                <a:solidFill>
                  <a:schemeClr val="tx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  <a:lvl2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4572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9144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13716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18288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l"/>
            <a:r>
              <a:rPr lang="en-US" dirty="0"/>
              <a:t>Add Blocks to Simulink Model (Method 1)</a:t>
            </a:r>
            <a:endParaRPr lang="en-US" sz="1600" b="0" i="1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B18B99A-D17F-FDBA-C645-9A0B274DC86E}"/>
              </a:ext>
            </a:extLst>
          </p:cNvPr>
          <p:cNvSpPr txBox="1"/>
          <p:nvPr/>
        </p:nvSpPr>
        <p:spPr>
          <a:xfrm>
            <a:off x="6172200" y="1808145"/>
            <a:ext cx="59874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Step 2. Observe the Simulink model after Drag and Drop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4030777-70AD-89C7-AF1C-A68EA0F2D55C}"/>
              </a:ext>
            </a:extLst>
          </p:cNvPr>
          <p:cNvSpPr txBox="1"/>
          <p:nvPr/>
        </p:nvSpPr>
        <p:spPr>
          <a:xfrm>
            <a:off x="839788" y="1808145"/>
            <a:ext cx="515778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Step 1. Drag Blocks from Library to Simulink model window</a:t>
            </a:r>
          </a:p>
        </p:txBody>
      </p:sp>
      <p:pic>
        <p:nvPicPr>
          <p:cNvPr id="6" name="Content Placeholder 6">
            <a:extLst>
              <a:ext uri="{FF2B5EF4-FFF2-40B4-BE49-F238E27FC236}">
                <a16:creationId xmlns:a16="http://schemas.microsoft.com/office/drawing/2014/main" id="{E0E51410-5063-0792-97AE-2216C07FB59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41289" t="35662" r="24433" b="6431"/>
          <a:stretch>
            <a:fillRect/>
          </a:stretch>
        </p:blipFill>
        <p:spPr>
          <a:xfrm>
            <a:off x="6134493" y="2610389"/>
            <a:ext cx="4057840" cy="36845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1337767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3E741B-DA75-BEAE-43FA-E74CB2B8C1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6079677-C762-C00E-2830-A995268950A8}"/>
              </a:ext>
            </a:extLst>
          </p:cNvPr>
          <p:cNvSpPr txBox="1"/>
          <p:nvPr/>
        </p:nvSpPr>
        <p:spPr>
          <a:xfrm>
            <a:off x="7720553" y="207390"/>
            <a:ext cx="4119511" cy="307777"/>
          </a:xfrm>
          <a:prstGeom prst="rect">
            <a:avLst/>
          </a:prstGeom>
        </p:spPr>
        <p:txBody>
          <a:bodyPr/>
          <a:lstStyle>
            <a:lvl1pPr marL="0" indent="0" algn="r">
              <a:spcBef>
                <a:spcPct val="20000"/>
              </a:spcBef>
              <a:buFont typeface="Arial" panose="020B0604020202020204" pitchFamily="34" charset="0"/>
              <a:buNone/>
              <a:defRPr sz="2000">
                <a:cs typeface="Arial" panose="020B0604020202020204" pitchFamily="34" charset="0"/>
              </a:defRPr>
            </a:lvl1pPr>
            <a:lvl2pPr indent="0" algn="r">
              <a:spcBef>
                <a:spcPct val="20000"/>
              </a:spcBef>
              <a:buFont typeface="Arial" panose="020B0604020202020204" pitchFamily="34" charset="0"/>
              <a:buNone/>
              <a:defRPr>
                <a:cs typeface="Arial" panose="020B0604020202020204" pitchFamily="34" charset="0"/>
              </a:defRPr>
            </a:lvl2pPr>
            <a:lvl3pPr indent="0" algn="r">
              <a:spcBef>
                <a:spcPct val="20000"/>
              </a:spcBef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3pPr>
            <a:lvl4pPr indent="0" algn="r">
              <a:spcBef>
                <a:spcPct val="20000"/>
              </a:spcBef>
              <a:buFont typeface="Arial" panose="020B0604020202020204" pitchFamily="34" charset="0"/>
              <a:buNone/>
              <a:defRPr sz="1400">
                <a:cs typeface="Arial" panose="020B0604020202020204" pitchFamily="34" charset="0"/>
              </a:defRPr>
            </a:lvl4pPr>
            <a:lvl5pPr indent="0" algn="r">
              <a:spcBef>
                <a:spcPct val="20000"/>
              </a:spcBef>
              <a:buFont typeface="Arial" panose="020B0604020202020204" pitchFamily="34" charset="0"/>
              <a:buNone/>
              <a:defRPr sz="1400">
                <a:cs typeface="Arial" panose="020B0604020202020204" pitchFamily="34" charset="0"/>
              </a:defRPr>
            </a:lvl5pPr>
            <a:lvl6pPr marL="25146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6pPr>
            <a:lvl7pPr marL="29718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7pPr>
            <a:lvl8pPr marL="3429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8pPr>
            <a:lvl9pPr marL="38862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9pPr>
          </a:lstStyle>
          <a:p>
            <a:r>
              <a:rPr lang="en-US" dirty="0"/>
              <a:t>How to Use blocks (Part 1)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230F7556-EB38-462E-89B4-40B016253C91}"/>
              </a:ext>
            </a:extLst>
          </p:cNvPr>
          <p:cNvSpPr txBox="1">
            <a:spLocks/>
          </p:cNvSpPr>
          <p:nvPr/>
        </p:nvSpPr>
        <p:spPr>
          <a:xfrm>
            <a:off x="839788" y="913911"/>
            <a:ext cx="10515600" cy="823912"/>
          </a:xfrm>
        </p:spPr>
        <p:txBody>
          <a:bodyPr>
            <a:normAutofit fontScale="97500"/>
          </a:bodyPr>
          <a:lstStyle>
            <a:lvl1pPr algn="ctr" rtl="0" eaLnBrk="0" fontAlgn="base" hangingPunct="0">
              <a:spcBef>
                <a:spcPct val="0"/>
              </a:spcBef>
              <a:spcAft>
                <a:spcPct val="0"/>
              </a:spcAft>
              <a:defRPr lang="en-US" sz="2000" b="1" kern="1200">
                <a:solidFill>
                  <a:schemeClr val="tx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  <a:lvl2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4572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9144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13716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18288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l"/>
            <a:r>
              <a:rPr lang="en-US" dirty="0"/>
              <a:t>Add Blocks to Simulink Model (Method 2)</a:t>
            </a:r>
            <a:endParaRPr lang="en-US" sz="1600" b="0" i="1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EC4AF4D-FA36-AE61-662E-6B1AD8CC9B78}"/>
              </a:ext>
            </a:extLst>
          </p:cNvPr>
          <p:cNvSpPr txBox="1"/>
          <p:nvPr/>
        </p:nvSpPr>
        <p:spPr>
          <a:xfrm>
            <a:off x="4230277" y="1808145"/>
            <a:ext cx="38461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Step 2. Type “step” and press enter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BDC2579-AC88-D429-E5E1-C54D5BDE9670}"/>
              </a:ext>
            </a:extLst>
          </p:cNvPr>
          <p:cNvSpPr txBox="1"/>
          <p:nvPr/>
        </p:nvSpPr>
        <p:spPr>
          <a:xfrm>
            <a:off x="170484" y="1808145"/>
            <a:ext cx="411871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Step 1. Double Click on Empty Space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C2D7B56-A81B-1416-F85E-97E111444C6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2912" t="38815" r="26160" b="3887"/>
          <a:stretch>
            <a:fillRect/>
          </a:stretch>
        </p:blipFill>
        <p:spPr>
          <a:xfrm>
            <a:off x="170483" y="2608032"/>
            <a:ext cx="3770722" cy="3754824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C8B8AA5D-E61B-894B-2EA5-A96724686B1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1443" t="36202" r="26701" b="6501"/>
          <a:stretch>
            <a:fillRect/>
          </a:stretch>
        </p:blipFill>
        <p:spPr>
          <a:xfrm>
            <a:off x="4192570" y="2608032"/>
            <a:ext cx="3883844" cy="3754824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E162FD5F-764A-D7D4-0FE5-7E40A43839F2}"/>
              </a:ext>
            </a:extLst>
          </p:cNvPr>
          <p:cNvSpPr txBox="1"/>
          <p:nvPr/>
        </p:nvSpPr>
        <p:spPr>
          <a:xfrm>
            <a:off x="8175379" y="1805788"/>
            <a:ext cx="38461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Step 3. Observe Newly added block</a:t>
            </a:r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26540618-A2DD-8FB4-2A68-F058229EA61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1288" t="35939" r="26856" b="36154"/>
          <a:stretch>
            <a:fillRect/>
          </a:stretch>
        </p:blipFill>
        <p:spPr>
          <a:xfrm>
            <a:off x="8137672" y="2608032"/>
            <a:ext cx="3883844" cy="1828800"/>
          </a:xfrm>
          <a:prstGeom prst="rect">
            <a:avLst/>
          </a:prstGeom>
        </p:spPr>
      </p:pic>
      <p:sp>
        <p:nvSpPr>
          <p:cNvPr id="20" name="Rectangle 19">
            <a:extLst>
              <a:ext uri="{FF2B5EF4-FFF2-40B4-BE49-F238E27FC236}">
                <a16:creationId xmlns:a16="http://schemas.microsoft.com/office/drawing/2014/main" id="{A1EA5BF4-3366-D553-555F-68866DF2EEA4}"/>
              </a:ext>
            </a:extLst>
          </p:cNvPr>
          <p:cNvSpPr/>
          <p:nvPr/>
        </p:nvSpPr>
        <p:spPr>
          <a:xfrm>
            <a:off x="8606672" y="3978111"/>
            <a:ext cx="499621" cy="35821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Arrow: Up 2">
            <a:extLst>
              <a:ext uri="{FF2B5EF4-FFF2-40B4-BE49-F238E27FC236}">
                <a16:creationId xmlns:a16="http://schemas.microsoft.com/office/drawing/2014/main" id="{77338183-D1EB-1FA7-826C-609DFD6A5231}"/>
              </a:ext>
            </a:extLst>
          </p:cNvPr>
          <p:cNvSpPr/>
          <p:nvPr/>
        </p:nvSpPr>
        <p:spPr>
          <a:xfrm>
            <a:off x="8606672" y="4336330"/>
            <a:ext cx="499621" cy="533414"/>
          </a:xfrm>
          <a:prstGeom prst="upArrow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882536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E0A2F7-74B0-396F-45DC-E782BF40A8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Picture 18">
            <a:extLst>
              <a:ext uri="{FF2B5EF4-FFF2-40B4-BE49-F238E27FC236}">
                <a16:creationId xmlns:a16="http://schemas.microsoft.com/office/drawing/2014/main" id="{21582F82-2B72-B5A1-67A8-740A4250EC2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1520" t="36202" r="26160" b="4532"/>
          <a:stretch>
            <a:fillRect/>
          </a:stretch>
        </p:blipFill>
        <p:spPr>
          <a:xfrm>
            <a:off x="839786" y="2582555"/>
            <a:ext cx="3940405" cy="3883843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32F1BDB1-0B89-FDB2-D271-D516CAB019F1}"/>
              </a:ext>
            </a:extLst>
          </p:cNvPr>
          <p:cNvSpPr txBox="1"/>
          <p:nvPr/>
        </p:nvSpPr>
        <p:spPr>
          <a:xfrm>
            <a:off x="7720553" y="207390"/>
            <a:ext cx="4119511" cy="307777"/>
          </a:xfrm>
          <a:prstGeom prst="rect">
            <a:avLst/>
          </a:prstGeom>
        </p:spPr>
        <p:txBody>
          <a:bodyPr/>
          <a:lstStyle>
            <a:lvl1pPr marL="0" indent="0" algn="r">
              <a:spcBef>
                <a:spcPct val="20000"/>
              </a:spcBef>
              <a:buFont typeface="Arial" panose="020B0604020202020204" pitchFamily="34" charset="0"/>
              <a:buNone/>
              <a:defRPr sz="2000">
                <a:cs typeface="Arial" panose="020B0604020202020204" pitchFamily="34" charset="0"/>
              </a:defRPr>
            </a:lvl1pPr>
            <a:lvl2pPr indent="0" algn="r">
              <a:spcBef>
                <a:spcPct val="20000"/>
              </a:spcBef>
              <a:buFont typeface="Arial" panose="020B0604020202020204" pitchFamily="34" charset="0"/>
              <a:buNone/>
              <a:defRPr>
                <a:cs typeface="Arial" panose="020B0604020202020204" pitchFamily="34" charset="0"/>
              </a:defRPr>
            </a:lvl2pPr>
            <a:lvl3pPr indent="0" algn="r">
              <a:spcBef>
                <a:spcPct val="20000"/>
              </a:spcBef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3pPr>
            <a:lvl4pPr indent="0" algn="r">
              <a:spcBef>
                <a:spcPct val="20000"/>
              </a:spcBef>
              <a:buFont typeface="Arial" panose="020B0604020202020204" pitchFamily="34" charset="0"/>
              <a:buNone/>
              <a:defRPr sz="1400">
                <a:cs typeface="Arial" panose="020B0604020202020204" pitchFamily="34" charset="0"/>
              </a:defRPr>
            </a:lvl4pPr>
            <a:lvl5pPr indent="0" algn="r">
              <a:spcBef>
                <a:spcPct val="20000"/>
              </a:spcBef>
              <a:buFont typeface="Arial" panose="020B0604020202020204" pitchFamily="34" charset="0"/>
              <a:buNone/>
              <a:defRPr sz="1400">
                <a:cs typeface="Arial" panose="020B0604020202020204" pitchFamily="34" charset="0"/>
              </a:defRPr>
            </a:lvl5pPr>
            <a:lvl6pPr marL="25146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6pPr>
            <a:lvl7pPr marL="29718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7pPr>
            <a:lvl8pPr marL="3429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8pPr>
            <a:lvl9pPr marL="38862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9pPr>
          </a:lstStyle>
          <a:p>
            <a:r>
              <a:rPr lang="en-US" dirty="0"/>
              <a:t>How to Use blocks (Part 1)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0DBAC2B7-DE47-4107-4079-90778C0F6F59}"/>
              </a:ext>
            </a:extLst>
          </p:cNvPr>
          <p:cNvSpPr txBox="1">
            <a:spLocks/>
          </p:cNvSpPr>
          <p:nvPr/>
        </p:nvSpPr>
        <p:spPr>
          <a:xfrm>
            <a:off x="839788" y="913911"/>
            <a:ext cx="10515600" cy="823912"/>
          </a:xfrm>
        </p:spPr>
        <p:txBody>
          <a:bodyPr>
            <a:normAutofit fontScale="97500"/>
          </a:bodyPr>
          <a:lstStyle>
            <a:lvl1pPr algn="ctr" rtl="0" eaLnBrk="0" fontAlgn="base" hangingPunct="0">
              <a:spcBef>
                <a:spcPct val="0"/>
              </a:spcBef>
              <a:spcAft>
                <a:spcPct val="0"/>
              </a:spcAft>
              <a:defRPr lang="en-US" sz="2000" b="1" kern="1200">
                <a:solidFill>
                  <a:schemeClr val="tx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  <a:lvl2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4572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9144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13716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18288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l"/>
            <a:r>
              <a:rPr lang="en-US" dirty="0"/>
              <a:t>Fit Contents to Window</a:t>
            </a:r>
            <a:endParaRPr lang="en-US" sz="1400" b="0" i="1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EAC6AF6-0CC4-DFA2-D8F6-392727749B8B}"/>
              </a:ext>
            </a:extLst>
          </p:cNvPr>
          <p:cNvSpPr txBox="1"/>
          <p:nvPr/>
        </p:nvSpPr>
        <p:spPr>
          <a:xfrm>
            <a:off x="6172200" y="1808145"/>
            <a:ext cx="59874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Step 2. Observe the content has been fit to the screen.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EC92009-BE56-F3DE-CC46-CC5A9BDC5F8D}"/>
              </a:ext>
            </a:extLst>
          </p:cNvPr>
          <p:cNvSpPr txBox="1"/>
          <p:nvPr/>
        </p:nvSpPr>
        <p:spPr>
          <a:xfrm>
            <a:off x="839788" y="1808145"/>
            <a:ext cx="51577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Step 1. Click Simulink Model and press space</a:t>
            </a:r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79AC7A6B-C8CE-DE60-DD58-B0C1DA56BEB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3266" t="35938" r="26425" b="4796"/>
          <a:stretch>
            <a:fillRect/>
          </a:stretch>
        </p:blipFill>
        <p:spPr>
          <a:xfrm>
            <a:off x="6096000" y="2582556"/>
            <a:ext cx="3695308" cy="38838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8662402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AB85DA-73BB-6304-AF3C-98C3B6886F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05C702DB-F0AA-6BAB-379D-C5149C9AF83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1366" t="36202" r="26314" b="4532"/>
          <a:stretch>
            <a:fillRect/>
          </a:stretch>
        </p:blipFill>
        <p:spPr>
          <a:xfrm>
            <a:off x="190907" y="2608032"/>
            <a:ext cx="3940405" cy="3883843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2CFFF30C-04DC-0344-9C3E-085FF4E50EF7}"/>
              </a:ext>
            </a:extLst>
          </p:cNvPr>
          <p:cNvSpPr txBox="1"/>
          <p:nvPr/>
        </p:nvSpPr>
        <p:spPr>
          <a:xfrm>
            <a:off x="7720553" y="207390"/>
            <a:ext cx="4119511" cy="307777"/>
          </a:xfrm>
          <a:prstGeom prst="rect">
            <a:avLst/>
          </a:prstGeom>
        </p:spPr>
        <p:txBody>
          <a:bodyPr/>
          <a:lstStyle>
            <a:lvl1pPr marL="0" indent="0" algn="r">
              <a:spcBef>
                <a:spcPct val="20000"/>
              </a:spcBef>
              <a:buFont typeface="Arial" panose="020B0604020202020204" pitchFamily="34" charset="0"/>
              <a:buNone/>
              <a:defRPr sz="2000">
                <a:cs typeface="Arial" panose="020B0604020202020204" pitchFamily="34" charset="0"/>
              </a:defRPr>
            </a:lvl1pPr>
            <a:lvl2pPr indent="0" algn="r">
              <a:spcBef>
                <a:spcPct val="20000"/>
              </a:spcBef>
              <a:buFont typeface="Arial" panose="020B0604020202020204" pitchFamily="34" charset="0"/>
              <a:buNone/>
              <a:defRPr>
                <a:cs typeface="Arial" panose="020B0604020202020204" pitchFamily="34" charset="0"/>
              </a:defRPr>
            </a:lvl2pPr>
            <a:lvl3pPr indent="0" algn="r">
              <a:spcBef>
                <a:spcPct val="20000"/>
              </a:spcBef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3pPr>
            <a:lvl4pPr indent="0" algn="r">
              <a:spcBef>
                <a:spcPct val="20000"/>
              </a:spcBef>
              <a:buFont typeface="Arial" panose="020B0604020202020204" pitchFamily="34" charset="0"/>
              <a:buNone/>
              <a:defRPr sz="1400">
                <a:cs typeface="Arial" panose="020B0604020202020204" pitchFamily="34" charset="0"/>
              </a:defRPr>
            </a:lvl4pPr>
            <a:lvl5pPr indent="0" algn="r">
              <a:spcBef>
                <a:spcPct val="20000"/>
              </a:spcBef>
              <a:buFont typeface="Arial" panose="020B0604020202020204" pitchFamily="34" charset="0"/>
              <a:buNone/>
              <a:defRPr sz="1400">
                <a:cs typeface="Arial" panose="020B0604020202020204" pitchFamily="34" charset="0"/>
              </a:defRPr>
            </a:lvl5pPr>
            <a:lvl6pPr marL="25146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6pPr>
            <a:lvl7pPr marL="29718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7pPr>
            <a:lvl8pPr marL="3429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8pPr>
            <a:lvl9pPr marL="38862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9pPr>
          </a:lstStyle>
          <a:p>
            <a:r>
              <a:rPr lang="en-US" dirty="0"/>
              <a:t>How to Use blocks (Part 1)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DDDE34C2-CEC5-3ECD-4184-ACF10C9B45D2}"/>
              </a:ext>
            </a:extLst>
          </p:cNvPr>
          <p:cNvSpPr txBox="1">
            <a:spLocks/>
          </p:cNvSpPr>
          <p:nvPr/>
        </p:nvSpPr>
        <p:spPr>
          <a:xfrm>
            <a:off x="839788" y="913911"/>
            <a:ext cx="10515600" cy="823912"/>
          </a:xfrm>
        </p:spPr>
        <p:txBody>
          <a:bodyPr>
            <a:normAutofit fontScale="97500"/>
          </a:bodyPr>
          <a:lstStyle>
            <a:lvl1pPr algn="ctr" rtl="0" eaLnBrk="0" fontAlgn="base" hangingPunct="0">
              <a:spcBef>
                <a:spcPct val="0"/>
              </a:spcBef>
              <a:spcAft>
                <a:spcPct val="0"/>
              </a:spcAft>
              <a:defRPr lang="en-US" sz="2000" b="1" kern="1200">
                <a:solidFill>
                  <a:schemeClr val="tx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  <a:lvl2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4572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9144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13716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18288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l"/>
            <a:r>
              <a:rPr lang="en-US" dirty="0"/>
              <a:t>Rename Blocks</a:t>
            </a:r>
            <a:endParaRPr lang="en-US" sz="1600" b="0" i="1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67AA9F6-AE57-4776-6607-24078FEB96B1}"/>
              </a:ext>
            </a:extLst>
          </p:cNvPr>
          <p:cNvSpPr txBox="1"/>
          <p:nvPr/>
        </p:nvSpPr>
        <p:spPr>
          <a:xfrm>
            <a:off x="4230277" y="1808145"/>
            <a:ext cx="384613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Step 2. Rename Block and then press enter or click off the block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AEA4C5E-EABA-71E1-163F-94C18AFCC1F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1167" t="35651" r="26513" b="5083"/>
          <a:stretch>
            <a:fillRect/>
          </a:stretch>
        </p:blipFill>
        <p:spPr>
          <a:xfrm>
            <a:off x="4192570" y="2608032"/>
            <a:ext cx="3940405" cy="3883843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330468B3-717C-3493-D31B-545736F576D2}"/>
              </a:ext>
            </a:extLst>
          </p:cNvPr>
          <p:cNvSpPr txBox="1"/>
          <p:nvPr/>
        </p:nvSpPr>
        <p:spPr>
          <a:xfrm>
            <a:off x="170484" y="1808145"/>
            <a:ext cx="411871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Step 1. Click the block &amp; then click the blue text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D2859F8-D17E-297F-192F-030959A30670}"/>
              </a:ext>
            </a:extLst>
          </p:cNvPr>
          <p:cNvSpPr txBox="1"/>
          <p:nvPr/>
        </p:nvSpPr>
        <p:spPr>
          <a:xfrm>
            <a:off x="8175379" y="1805788"/>
            <a:ext cx="384613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Step 3. Observe Blocks have been renamed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DE90398B-EABD-D510-DF1E-73DED2BB236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1314" t="36202" r="26366" b="4532"/>
          <a:stretch>
            <a:fillRect/>
          </a:stretch>
        </p:blipFill>
        <p:spPr>
          <a:xfrm>
            <a:off x="8161256" y="2608032"/>
            <a:ext cx="3940406" cy="38838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1865195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7F2ECD-6BE3-5E7A-DBA5-C91C619A85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A7FE233-5A76-F861-9C10-171AD6ED4634}"/>
              </a:ext>
            </a:extLst>
          </p:cNvPr>
          <p:cNvSpPr txBox="1"/>
          <p:nvPr/>
        </p:nvSpPr>
        <p:spPr>
          <a:xfrm>
            <a:off x="7720553" y="207390"/>
            <a:ext cx="4119511" cy="307777"/>
          </a:xfrm>
          <a:prstGeom prst="rect">
            <a:avLst/>
          </a:prstGeom>
        </p:spPr>
        <p:txBody>
          <a:bodyPr/>
          <a:lstStyle>
            <a:lvl1pPr marL="0" indent="0" algn="r">
              <a:spcBef>
                <a:spcPct val="20000"/>
              </a:spcBef>
              <a:buFont typeface="Arial" panose="020B0604020202020204" pitchFamily="34" charset="0"/>
              <a:buNone/>
              <a:defRPr sz="2000">
                <a:cs typeface="Arial" panose="020B0604020202020204" pitchFamily="34" charset="0"/>
              </a:defRPr>
            </a:lvl1pPr>
            <a:lvl2pPr indent="0" algn="r">
              <a:spcBef>
                <a:spcPct val="20000"/>
              </a:spcBef>
              <a:buFont typeface="Arial" panose="020B0604020202020204" pitchFamily="34" charset="0"/>
              <a:buNone/>
              <a:defRPr>
                <a:cs typeface="Arial" panose="020B0604020202020204" pitchFamily="34" charset="0"/>
              </a:defRPr>
            </a:lvl2pPr>
            <a:lvl3pPr indent="0" algn="r">
              <a:spcBef>
                <a:spcPct val="20000"/>
              </a:spcBef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3pPr>
            <a:lvl4pPr indent="0" algn="r">
              <a:spcBef>
                <a:spcPct val="20000"/>
              </a:spcBef>
              <a:buFont typeface="Arial" panose="020B0604020202020204" pitchFamily="34" charset="0"/>
              <a:buNone/>
              <a:defRPr sz="1400">
                <a:cs typeface="Arial" panose="020B0604020202020204" pitchFamily="34" charset="0"/>
              </a:defRPr>
            </a:lvl4pPr>
            <a:lvl5pPr indent="0" algn="r">
              <a:spcBef>
                <a:spcPct val="20000"/>
              </a:spcBef>
              <a:buFont typeface="Arial" panose="020B0604020202020204" pitchFamily="34" charset="0"/>
              <a:buNone/>
              <a:defRPr sz="1400">
                <a:cs typeface="Arial" panose="020B0604020202020204" pitchFamily="34" charset="0"/>
              </a:defRPr>
            </a:lvl5pPr>
            <a:lvl6pPr marL="25146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6pPr>
            <a:lvl7pPr marL="29718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7pPr>
            <a:lvl8pPr marL="3429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8pPr>
            <a:lvl9pPr marL="38862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9pPr>
          </a:lstStyle>
          <a:p>
            <a:r>
              <a:rPr lang="en-US" dirty="0"/>
              <a:t>How to Use blocks (Part 1)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B6FC361C-F3CE-62DE-7E19-C48EFFBB7A3C}"/>
              </a:ext>
            </a:extLst>
          </p:cNvPr>
          <p:cNvSpPr txBox="1">
            <a:spLocks/>
          </p:cNvSpPr>
          <p:nvPr/>
        </p:nvSpPr>
        <p:spPr>
          <a:xfrm>
            <a:off x="839788" y="913911"/>
            <a:ext cx="10515600" cy="823912"/>
          </a:xfrm>
        </p:spPr>
        <p:txBody>
          <a:bodyPr>
            <a:normAutofit fontScale="97500"/>
          </a:bodyPr>
          <a:lstStyle>
            <a:lvl1pPr algn="ctr" rtl="0" eaLnBrk="0" fontAlgn="base" hangingPunct="0">
              <a:spcBef>
                <a:spcPct val="0"/>
              </a:spcBef>
              <a:spcAft>
                <a:spcPct val="0"/>
              </a:spcAft>
              <a:defRPr lang="en-US" sz="2000" b="1" kern="1200">
                <a:solidFill>
                  <a:schemeClr val="tx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  <a:lvl2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4572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9144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13716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18288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l"/>
            <a:r>
              <a:rPr lang="en-US" dirty="0"/>
              <a:t>Save Simulink Model File</a:t>
            </a:r>
            <a:endParaRPr lang="en-US" sz="1600" b="0" i="1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B605F21-6F19-445B-CBA5-CF893A20E2F2}"/>
              </a:ext>
            </a:extLst>
          </p:cNvPr>
          <p:cNvSpPr txBox="1"/>
          <p:nvPr/>
        </p:nvSpPr>
        <p:spPr>
          <a:xfrm>
            <a:off x="4230277" y="1808145"/>
            <a:ext cx="38461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Step 2. Press Save Or CTRL+S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C5EBC97-0E8F-4A56-3385-3CC3CAD80D7A}"/>
              </a:ext>
            </a:extLst>
          </p:cNvPr>
          <p:cNvSpPr txBox="1"/>
          <p:nvPr/>
        </p:nvSpPr>
        <p:spPr>
          <a:xfrm>
            <a:off x="170484" y="1808145"/>
            <a:ext cx="411871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Step 1. Notice the File is unsaved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FB6807C-F615-9180-58BD-E931918ACEFB}"/>
              </a:ext>
            </a:extLst>
          </p:cNvPr>
          <p:cNvSpPr txBox="1"/>
          <p:nvPr/>
        </p:nvSpPr>
        <p:spPr>
          <a:xfrm>
            <a:off x="8175379" y="1805788"/>
            <a:ext cx="384613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Step 3. Observe Blocks have been renamed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099B5F7-AC88-7F38-A9DB-CA79A207AAA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3498" r="67680" b="50000"/>
          <a:stretch>
            <a:fillRect/>
          </a:stretch>
        </p:blipFill>
        <p:spPr>
          <a:xfrm>
            <a:off x="190907" y="2608032"/>
            <a:ext cx="3940405" cy="2392052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C71DFFDC-0565-1775-4A08-97AB6256377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4116" r="69382" b="56725"/>
          <a:stretch>
            <a:fillRect/>
          </a:stretch>
        </p:blipFill>
        <p:spPr>
          <a:xfrm>
            <a:off x="4229493" y="2608032"/>
            <a:ext cx="3733014" cy="1910841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EA208D0D-1F32-C0EB-7E7B-6D8F9DE118F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" t="13642" r="67377" b="67945"/>
          <a:stretch>
            <a:fillRect/>
          </a:stretch>
        </p:blipFill>
        <p:spPr>
          <a:xfrm>
            <a:off x="8161256" y="2608032"/>
            <a:ext cx="3977309" cy="1206632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0F1111B1-4EA1-FBB1-CC77-ECFDB620848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3437" t="21078" r="69382" b="75587"/>
          <a:stretch>
            <a:fillRect/>
          </a:stretch>
        </p:blipFill>
        <p:spPr>
          <a:xfrm>
            <a:off x="190907" y="5302516"/>
            <a:ext cx="3564511" cy="889725"/>
          </a:xfrm>
          <a:prstGeom prst="rect">
            <a:avLst/>
          </a:prstGeom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9DB43FFA-EEC2-362A-1F23-0D629D473F7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3437" t="21078" r="69382" b="75587"/>
          <a:stretch>
            <a:fillRect/>
          </a:stretch>
        </p:blipFill>
        <p:spPr>
          <a:xfrm>
            <a:off x="4229493" y="5302516"/>
            <a:ext cx="3564511" cy="889725"/>
          </a:xfrm>
          <a:prstGeom prst="rect">
            <a:avLst/>
          </a:prstGeom>
        </p:spPr>
      </p:pic>
      <p:pic>
        <p:nvPicPr>
          <p:cNvPr id="36" name="Picture 35">
            <a:extLst>
              <a:ext uri="{FF2B5EF4-FFF2-40B4-BE49-F238E27FC236}">
                <a16:creationId xmlns:a16="http://schemas.microsoft.com/office/drawing/2014/main" id="{D8464DEE-93A0-9917-D484-BE70AE2EE799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3531" t="21554" r="68118" b="75807"/>
          <a:stretch>
            <a:fillRect/>
          </a:stretch>
        </p:blipFill>
        <p:spPr>
          <a:xfrm>
            <a:off x="8076415" y="5300759"/>
            <a:ext cx="3763650" cy="639447"/>
          </a:xfrm>
          <a:prstGeom prst="rect">
            <a:avLst/>
          </a:prstGeom>
        </p:spPr>
      </p:pic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B0C5BB27-CF0F-B340-A315-5D220C695EA6}"/>
              </a:ext>
            </a:extLst>
          </p:cNvPr>
          <p:cNvCxnSpPr>
            <a:cxnSpLocks/>
          </p:cNvCxnSpPr>
          <p:nvPr/>
        </p:nvCxnSpPr>
        <p:spPr>
          <a:xfrm>
            <a:off x="1715678" y="4911365"/>
            <a:ext cx="1055802" cy="716437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7CE75EE4-75FB-49B6-5096-4184D760F88E}"/>
              </a:ext>
            </a:extLst>
          </p:cNvPr>
          <p:cNvCxnSpPr>
            <a:cxnSpLocks/>
          </p:cNvCxnSpPr>
          <p:nvPr/>
        </p:nvCxnSpPr>
        <p:spPr>
          <a:xfrm>
            <a:off x="1715678" y="4911365"/>
            <a:ext cx="5071621" cy="716437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9390497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4F1912-7BB7-E0E3-5B91-A5CABE26DD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2BD9E9B4-475E-454F-67E1-12EC41D7E0A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2893" t="36130" r="26237" b="4603"/>
          <a:stretch>
            <a:fillRect/>
          </a:stretch>
        </p:blipFill>
        <p:spPr>
          <a:xfrm>
            <a:off x="6096000" y="2582556"/>
            <a:ext cx="3763650" cy="3883844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5EF2E182-373E-C2CC-F363-144E73D2204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3067" t="36130" r="26314" b="4603"/>
          <a:stretch>
            <a:fillRect/>
          </a:stretch>
        </p:blipFill>
        <p:spPr>
          <a:xfrm>
            <a:off x="839786" y="2582555"/>
            <a:ext cx="3733014" cy="3883844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4C499098-1B57-A977-FA18-1D1834A4459F}"/>
              </a:ext>
            </a:extLst>
          </p:cNvPr>
          <p:cNvSpPr txBox="1"/>
          <p:nvPr/>
        </p:nvSpPr>
        <p:spPr>
          <a:xfrm>
            <a:off x="7720553" y="207390"/>
            <a:ext cx="4119511" cy="307777"/>
          </a:xfrm>
          <a:prstGeom prst="rect">
            <a:avLst/>
          </a:prstGeom>
        </p:spPr>
        <p:txBody>
          <a:bodyPr/>
          <a:lstStyle>
            <a:lvl1pPr marL="0" indent="0" algn="r">
              <a:spcBef>
                <a:spcPct val="20000"/>
              </a:spcBef>
              <a:buFont typeface="Arial" panose="020B0604020202020204" pitchFamily="34" charset="0"/>
              <a:buNone/>
              <a:defRPr sz="2000">
                <a:cs typeface="Arial" panose="020B0604020202020204" pitchFamily="34" charset="0"/>
              </a:defRPr>
            </a:lvl1pPr>
            <a:lvl2pPr indent="0" algn="r">
              <a:spcBef>
                <a:spcPct val="20000"/>
              </a:spcBef>
              <a:buFont typeface="Arial" panose="020B0604020202020204" pitchFamily="34" charset="0"/>
              <a:buNone/>
              <a:defRPr>
                <a:cs typeface="Arial" panose="020B0604020202020204" pitchFamily="34" charset="0"/>
              </a:defRPr>
            </a:lvl2pPr>
            <a:lvl3pPr indent="0" algn="r">
              <a:spcBef>
                <a:spcPct val="20000"/>
              </a:spcBef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3pPr>
            <a:lvl4pPr indent="0" algn="r">
              <a:spcBef>
                <a:spcPct val="20000"/>
              </a:spcBef>
              <a:buFont typeface="Arial" panose="020B0604020202020204" pitchFamily="34" charset="0"/>
              <a:buNone/>
              <a:defRPr sz="1400">
                <a:cs typeface="Arial" panose="020B0604020202020204" pitchFamily="34" charset="0"/>
              </a:defRPr>
            </a:lvl4pPr>
            <a:lvl5pPr indent="0" algn="r">
              <a:spcBef>
                <a:spcPct val="20000"/>
              </a:spcBef>
              <a:buFont typeface="Arial" panose="020B0604020202020204" pitchFamily="34" charset="0"/>
              <a:buNone/>
              <a:defRPr sz="1400">
                <a:cs typeface="Arial" panose="020B0604020202020204" pitchFamily="34" charset="0"/>
              </a:defRPr>
            </a:lvl5pPr>
            <a:lvl6pPr marL="25146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6pPr>
            <a:lvl7pPr marL="29718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7pPr>
            <a:lvl8pPr marL="3429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8pPr>
            <a:lvl9pPr marL="38862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9pPr>
          </a:lstStyle>
          <a:p>
            <a:r>
              <a:rPr lang="en-US" dirty="0"/>
              <a:t>How to Use blocks (Part 1)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B1961491-E4AC-2CB8-9C38-80C16D6E6C2E}"/>
              </a:ext>
            </a:extLst>
          </p:cNvPr>
          <p:cNvSpPr txBox="1">
            <a:spLocks/>
          </p:cNvSpPr>
          <p:nvPr/>
        </p:nvSpPr>
        <p:spPr>
          <a:xfrm>
            <a:off x="839788" y="913911"/>
            <a:ext cx="10515600" cy="823912"/>
          </a:xfrm>
        </p:spPr>
        <p:txBody>
          <a:bodyPr>
            <a:normAutofit fontScale="97500"/>
          </a:bodyPr>
          <a:lstStyle>
            <a:lvl1pPr algn="ctr" rtl="0" eaLnBrk="0" fontAlgn="base" hangingPunct="0">
              <a:spcBef>
                <a:spcPct val="0"/>
              </a:spcBef>
              <a:spcAft>
                <a:spcPct val="0"/>
              </a:spcAft>
              <a:defRPr lang="en-US" sz="2000" b="1" kern="1200">
                <a:solidFill>
                  <a:schemeClr val="tx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  <a:lvl2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4572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9144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13716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18288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l"/>
            <a:r>
              <a:rPr lang="en-US" dirty="0"/>
              <a:t>Connect Lines / Drag Line (Part 1)</a:t>
            </a:r>
            <a:endParaRPr lang="en-US" sz="1800" b="0" i="1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6D6A237-6636-329A-7D3C-43B8A9DAE9D3}"/>
              </a:ext>
            </a:extLst>
          </p:cNvPr>
          <p:cNvSpPr txBox="1"/>
          <p:nvPr/>
        </p:nvSpPr>
        <p:spPr>
          <a:xfrm>
            <a:off x="6172200" y="1808145"/>
            <a:ext cx="59874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Step 2. Observe Blocks have been connected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2E2BCD5-F80A-3BE3-C0CE-F8AD81D7F079}"/>
              </a:ext>
            </a:extLst>
          </p:cNvPr>
          <p:cNvSpPr txBox="1"/>
          <p:nvPr/>
        </p:nvSpPr>
        <p:spPr>
          <a:xfrm>
            <a:off x="839788" y="1808145"/>
            <a:ext cx="515778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Step 1. Connect Line </a:t>
            </a:r>
          </a:p>
          <a:p>
            <a:r>
              <a:rPr lang="en-US" dirty="0"/>
              <a:t>From source block to destination block</a:t>
            </a:r>
          </a:p>
        </p:txBody>
      </p:sp>
    </p:spTree>
    <p:extLst>
      <p:ext uri="{BB962C8B-B14F-4D97-AF65-F5344CB8AC3E}">
        <p14:creationId xmlns:p14="http://schemas.microsoft.com/office/powerpoint/2010/main" val="260677535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35654E-F340-F3D4-F88F-DC8D998C48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F450A0B7-28F0-C635-CE2B-2A79C6467C5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2970" t="36130" r="26160" b="4603"/>
          <a:stretch>
            <a:fillRect/>
          </a:stretch>
        </p:blipFill>
        <p:spPr>
          <a:xfrm>
            <a:off x="6096000" y="2582556"/>
            <a:ext cx="3763650" cy="3883844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03208725-1295-1857-A0A9-5D41476D58D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2893" t="36130" r="26238" b="4603"/>
          <a:stretch>
            <a:fillRect/>
          </a:stretch>
        </p:blipFill>
        <p:spPr>
          <a:xfrm>
            <a:off x="839786" y="2582555"/>
            <a:ext cx="3763650" cy="3883844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716A4D30-F295-A0CB-A6C7-3A684EF53C0E}"/>
              </a:ext>
            </a:extLst>
          </p:cNvPr>
          <p:cNvSpPr txBox="1"/>
          <p:nvPr/>
        </p:nvSpPr>
        <p:spPr>
          <a:xfrm>
            <a:off x="7720553" y="207390"/>
            <a:ext cx="4119511" cy="307777"/>
          </a:xfrm>
          <a:prstGeom prst="rect">
            <a:avLst/>
          </a:prstGeom>
        </p:spPr>
        <p:txBody>
          <a:bodyPr/>
          <a:lstStyle>
            <a:lvl1pPr marL="0" indent="0" algn="r">
              <a:spcBef>
                <a:spcPct val="20000"/>
              </a:spcBef>
              <a:buFont typeface="Arial" panose="020B0604020202020204" pitchFamily="34" charset="0"/>
              <a:buNone/>
              <a:defRPr sz="2000">
                <a:cs typeface="Arial" panose="020B0604020202020204" pitchFamily="34" charset="0"/>
              </a:defRPr>
            </a:lvl1pPr>
            <a:lvl2pPr indent="0" algn="r">
              <a:spcBef>
                <a:spcPct val="20000"/>
              </a:spcBef>
              <a:buFont typeface="Arial" panose="020B0604020202020204" pitchFamily="34" charset="0"/>
              <a:buNone/>
              <a:defRPr>
                <a:cs typeface="Arial" panose="020B0604020202020204" pitchFamily="34" charset="0"/>
              </a:defRPr>
            </a:lvl2pPr>
            <a:lvl3pPr indent="0" algn="r">
              <a:spcBef>
                <a:spcPct val="20000"/>
              </a:spcBef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3pPr>
            <a:lvl4pPr indent="0" algn="r">
              <a:spcBef>
                <a:spcPct val="20000"/>
              </a:spcBef>
              <a:buFont typeface="Arial" panose="020B0604020202020204" pitchFamily="34" charset="0"/>
              <a:buNone/>
              <a:defRPr sz="1400">
                <a:cs typeface="Arial" panose="020B0604020202020204" pitchFamily="34" charset="0"/>
              </a:defRPr>
            </a:lvl4pPr>
            <a:lvl5pPr indent="0" algn="r">
              <a:spcBef>
                <a:spcPct val="20000"/>
              </a:spcBef>
              <a:buFont typeface="Arial" panose="020B0604020202020204" pitchFamily="34" charset="0"/>
              <a:buNone/>
              <a:defRPr sz="1400">
                <a:cs typeface="Arial" panose="020B0604020202020204" pitchFamily="34" charset="0"/>
              </a:defRPr>
            </a:lvl5pPr>
            <a:lvl6pPr marL="25146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6pPr>
            <a:lvl7pPr marL="29718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7pPr>
            <a:lvl8pPr marL="3429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8pPr>
            <a:lvl9pPr marL="38862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9pPr>
          </a:lstStyle>
          <a:p>
            <a:r>
              <a:rPr lang="en-US" dirty="0"/>
              <a:t>How to Use blocks (Part 1)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295C6031-8026-D45C-724C-E539A359A839}"/>
              </a:ext>
            </a:extLst>
          </p:cNvPr>
          <p:cNvSpPr txBox="1">
            <a:spLocks/>
          </p:cNvSpPr>
          <p:nvPr/>
        </p:nvSpPr>
        <p:spPr>
          <a:xfrm>
            <a:off x="839788" y="913911"/>
            <a:ext cx="10515600" cy="823912"/>
          </a:xfrm>
        </p:spPr>
        <p:txBody>
          <a:bodyPr>
            <a:normAutofit fontScale="97500"/>
          </a:bodyPr>
          <a:lstStyle>
            <a:lvl1pPr algn="ctr" rtl="0" eaLnBrk="0" fontAlgn="base" hangingPunct="0">
              <a:spcBef>
                <a:spcPct val="0"/>
              </a:spcBef>
              <a:spcAft>
                <a:spcPct val="0"/>
              </a:spcAft>
              <a:defRPr lang="en-US" sz="2000" b="1" kern="1200">
                <a:solidFill>
                  <a:schemeClr val="tx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  <a:lvl2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4572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9144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13716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18288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l"/>
            <a:r>
              <a:rPr lang="en-US" dirty="0"/>
              <a:t>Connect Lines / Drag Line (Part 2)</a:t>
            </a:r>
            <a:endParaRPr lang="en-US" sz="1800" b="0" i="1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AB6B330-D18D-ED05-3AF8-3E2C18EEE426}"/>
              </a:ext>
            </a:extLst>
          </p:cNvPr>
          <p:cNvSpPr txBox="1"/>
          <p:nvPr/>
        </p:nvSpPr>
        <p:spPr>
          <a:xfrm>
            <a:off x="6172200" y="1808145"/>
            <a:ext cx="59874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Step 2. Observe Blocks have been connected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F75A9E2-46F4-3B7D-18CD-3D5986C86558}"/>
              </a:ext>
            </a:extLst>
          </p:cNvPr>
          <p:cNvSpPr txBox="1"/>
          <p:nvPr/>
        </p:nvSpPr>
        <p:spPr>
          <a:xfrm>
            <a:off x="839788" y="1808145"/>
            <a:ext cx="515778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Step 1. Connect Line </a:t>
            </a:r>
          </a:p>
          <a:p>
            <a:r>
              <a:rPr lang="en-US" dirty="0"/>
              <a:t>From destination block to source block</a:t>
            </a:r>
          </a:p>
        </p:txBody>
      </p:sp>
    </p:spTree>
    <p:extLst>
      <p:ext uri="{BB962C8B-B14F-4D97-AF65-F5344CB8AC3E}">
        <p14:creationId xmlns:p14="http://schemas.microsoft.com/office/powerpoint/2010/main" val="207001311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8C412A-FEB4-1965-A773-C472E607FB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87CFE45C-E08E-B78D-5AE6-C9F0009E671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2661" t="36011" r="26469" b="4723"/>
          <a:stretch>
            <a:fillRect/>
          </a:stretch>
        </p:blipFill>
        <p:spPr>
          <a:xfrm>
            <a:off x="7236645" y="2582556"/>
            <a:ext cx="3763651" cy="3883844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3A8C16D3-EB74-4B6C-C8D0-58E195E6C5D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3222" t="36204" r="8531" b="5603"/>
          <a:stretch>
            <a:fillRect/>
          </a:stretch>
        </p:blipFill>
        <p:spPr>
          <a:xfrm>
            <a:off x="839786" y="2582555"/>
            <a:ext cx="5882325" cy="3813522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8111B4A0-2C59-E826-BD18-5326AC642DEB}"/>
              </a:ext>
            </a:extLst>
          </p:cNvPr>
          <p:cNvSpPr txBox="1"/>
          <p:nvPr/>
        </p:nvSpPr>
        <p:spPr>
          <a:xfrm>
            <a:off x="7720553" y="207390"/>
            <a:ext cx="4119511" cy="307777"/>
          </a:xfrm>
          <a:prstGeom prst="rect">
            <a:avLst/>
          </a:prstGeom>
        </p:spPr>
        <p:txBody>
          <a:bodyPr/>
          <a:lstStyle>
            <a:lvl1pPr marL="0" indent="0" algn="r">
              <a:spcBef>
                <a:spcPct val="20000"/>
              </a:spcBef>
              <a:buFont typeface="Arial" panose="020B0604020202020204" pitchFamily="34" charset="0"/>
              <a:buNone/>
              <a:defRPr sz="2000">
                <a:cs typeface="Arial" panose="020B0604020202020204" pitchFamily="34" charset="0"/>
              </a:defRPr>
            </a:lvl1pPr>
            <a:lvl2pPr indent="0" algn="r">
              <a:spcBef>
                <a:spcPct val="20000"/>
              </a:spcBef>
              <a:buFont typeface="Arial" panose="020B0604020202020204" pitchFamily="34" charset="0"/>
              <a:buNone/>
              <a:defRPr>
                <a:cs typeface="Arial" panose="020B0604020202020204" pitchFamily="34" charset="0"/>
              </a:defRPr>
            </a:lvl2pPr>
            <a:lvl3pPr indent="0" algn="r">
              <a:spcBef>
                <a:spcPct val="20000"/>
              </a:spcBef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3pPr>
            <a:lvl4pPr indent="0" algn="r">
              <a:spcBef>
                <a:spcPct val="20000"/>
              </a:spcBef>
              <a:buFont typeface="Arial" panose="020B0604020202020204" pitchFamily="34" charset="0"/>
              <a:buNone/>
              <a:defRPr sz="1400">
                <a:cs typeface="Arial" panose="020B0604020202020204" pitchFamily="34" charset="0"/>
              </a:defRPr>
            </a:lvl4pPr>
            <a:lvl5pPr indent="0" algn="r">
              <a:spcBef>
                <a:spcPct val="20000"/>
              </a:spcBef>
              <a:buFont typeface="Arial" panose="020B0604020202020204" pitchFamily="34" charset="0"/>
              <a:buNone/>
              <a:defRPr sz="1400">
                <a:cs typeface="Arial" panose="020B0604020202020204" pitchFamily="34" charset="0"/>
              </a:defRPr>
            </a:lvl5pPr>
            <a:lvl6pPr marL="25146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6pPr>
            <a:lvl7pPr marL="29718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7pPr>
            <a:lvl8pPr marL="3429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8pPr>
            <a:lvl9pPr marL="38862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9pPr>
          </a:lstStyle>
          <a:p>
            <a:r>
              <a:rPr lang="en-US" dirty="0"/>
              <a:t>How to Use blocks (Part 1)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A5376A7E-D891-E6C3-39C8-E8A815164CF0}"/>
              </a:ext>
            </a:extLst>
          </p:cNvPr>
          <p:cNvSpPr txBox="1">
            <a:spLocks/>
          </p:cNvSpPr>
          <p:nvPr/>
        </p:nvSpPr>
        <p:spPr>
          <a:xfrm>
            <a:off x="839788" y="913911"/>
            <a:ext cx="10515600" cy="823912"/>
          </a:xfrm>
        </p:spPr>
        <p:txBody>
          <a:bodyPr>
            <a:normAutofit fontScale="97500"/>
          </a:bodyPr>
          <a:lstStyle>
            <a:lvl1pPr algn="ctr" rtl="0" eaLnBrk="0" fontAlgn="base" hangingPunct="0">
              <a:spcBef>
                <a:spcPct val="0"/>
              </a:spcBef>
              <a:spcAft>
                <a:spcPct val="0"/>
              </a:spcAft>
              <a:defRPr lang="en-US" sz="2000" b="1" kern="1200">
                <a:solidFill>
                  <a:schemeClr val="tx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  <a:lvl2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4572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9144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13716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18288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l"/>
            <a:r>
              <a:rPr lang="en-US" dirty="0"/>
              <a:t>Connect Lines / Auto Routing</a:t>
            </a:r>
            <a:endParaRPr lang="en-US" sz="1800" b="0" i="1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F67F7D5-8045-0042-8B2B-AEE3034D81E4}"/>
              </a:ext>
            </a:extLst>
          </p:cNvPr>
          <p:cNvSpPr txBox="1"/>
          <p:nvPr/>
        </p:nvSpPr>
        <p:spPr>
          <a:xfrm>
            <a:off x="7236644" y="1808145"/>
            <a:ext cx="49229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Step 2. Observe Blocks have been connected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085CA28-5FF9-C83F-A916-5EFFD692AAB6}"/>
              </a:ext>
            </a:extLst>
          </p:cNvPr>
          <p:cNvSpPr txBox="1"/>
          <p:nvPr/>
        </p:nvSpPr>
        <p:spPr>
          <a:xfrm>
            <a:off x="839788" y="1808145"/>
            <a:ext cx="51577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Step 1. Connect Line</a:t>
            </a:r>
          </a:p>
        </p:txBody>
      </p:sp>
    </p:spTree>
    <p:extLst>
      <p:ext uri="{BB962C8B-B14F-4D97-AF65-F5344CB8AC3E}">
        <p14:creationId xmlns:p14="http://schemas.microsoft.com/office/powerpoint/2010/main" val="335411478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9CA2F1-78AB-51FF-CE30-EC0EB61085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77E74FC1-60F5-E92C-207A-87C8E7D00E4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2835" t="36131" r="26469" b="4363"/>
          <a:stretch>
            <a:fillRect/>
          </a:stretch>
        </p:blipFill>
        <p:spPr>
          <a:xfrm>
            <a:off x="190907" y="2608032"/>
            <a:ext cx="3742442" cy="3899571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7A07069B-63F4-7168-CEB0-AC8694405AC0}"/>
              </a:ext>
            </a:extLst>
          </p:cNvPr>
          <p:cNvSpPr txBox="1"/>
          <p:nvPr/>
        </p:nvSpPr>
        <p:spPr>
          <a:xfrm>
            <a:off x="7720553" y="207390"/>
            <a:ext cx="4119511" cy="307777"/>
          </a:xfrm>
          <a:prstGeom prst="rect">
            <a:avLst/>
          </a:prstGeom>
        </p:spPr>
        <p:txBody>
          <a:bodyPr/>
          <a:lstStyle>
            <a:lvl1pPr marL="0" indent="0" algn="r">
              <a:spcBef>
                <a:spcPct val="20000"/>
              </a:spcBef>
              <a:buFont typeface="Arial" panose="020B0604020202020204" pitchFamily="34" charset="0"/>
              <a:buNone/>
              <a:defRPr sz="2000">
                <a:cs typeface="Arial" panose="020B0604020202020204" pitchFamily="34" charset="0"/>
              </a:defRPr>
            </a:lvl1pPr>
            <a:lvl2pPr indent="0" algn="r">
              <a:spcBef>
                <a:spcPct val="20000"/>
              </a:spcBef>
              <a:buFont typeface="Arial" panose="020B0604020202020204" pitchFamily="34" charset="0"/>
              <a:buNone/>
              <a:defRPr>
                <a:cs typeface="Arial" panose="020B0604020202020204" pitchFamily="34" charset="0"/>
              </a:defRPr>
            </a:lvl2pPr>
            <a:lvl3pPr indent="0" algn="r">
              <a:spcBef>
                <a:spcPct val="20000"/>
              </a:spcBef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3pPr>
            <a:lvl4pPr indent="0" algn="r">
              <a:spcBef>
                <a:spcPct val="20000"/>
              </a:spcBef>
              <a:buFont typeface="Arial" panose="020B0604020202020204" pitchFamily="34" charset="0"/>
              <a:buNone/>
              <a:defRPr sz="1400">
                <a:cs typeface="Arial" panose="020B0604020202020204" pitchFamily="34" charset="0"/>
              </a:defRPr>
            </a:lvl4pPr>
            <a:lvl5pPr indent="0" algn="r">
              <a:spcBef>
                <a:spcPct val="20000"/>
              </a:spcBef>
              <a:buFont typeface="Arial" panose="020B0604020202020204" pitchFamily="34" charset="0"/>
              <a:buNone/>
              <a:defRPr sz="1400">
                <a:cs typeface="Arial" panose="020B0604020202020204" pitchFamily="34" charset="0"/>
              </a:defRPr>
            </a:lvl5pPr>
            <a:lvl6pPr marL="25146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6pPr>
            <a:lvl7pPr marL="29718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7pPr>
            <a:lvl8pPr marL="3429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8pPr>
            <a:lvl9pPr marL="38862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9pPr>
          </a:lstStyle>
          <a:p>
            <a:r>
              <a:rPr lang="en-US" dirty="0"/>
              <a:t>How to Use blocks (Part 1)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061C3FD2-8276-1D40-C53A-14C0C4AC6D41}"/>
              </a:ext>
            </a:extLst>
          </p:cNvPr>
          <p:cNvSpPr txBox="1">
            <a:spLocks/>
          </p:cNvSpPr>
          <p:nvPr/>
        </p:nvSpPr>
        <p:spPr>
          <a:xfrm>
            <a:off x="839788" y="913911"/>
            <a:ext cx="10515600" cy="823912"/>
          </a:xfrm>
        </p:spPr>
        <p:txBody>
          <a:bodyPr>
            <a:normAutofit fontScale="97500"/>
          </a:bodyPr>
          <a:lstStyle>
            <a:lvl1pPr algn="ctr" rtl="0" eaLnBrk="0" fontAlgn="base" hangingPunct="0">
              <a:spcBef>
                <a:spcPct val="0"/>
              </a:spcBef>
              <a:spcAft>
                <a:spcPct val="0"/>
              </a:spcAft>
              <a:defRPr lang="en-US" sz="2000" b="1" kern="1200">
                <a:solidFill>
                  <a:schemeClr val="tx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  <a:lvl2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4572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9144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13716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18288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l"/>
            <a:r>
              <a:rPr lang="en-US" dirty="0"/>
              <a:t>Connect Lines / Drag Line / Create </a:t>
            </a:r>
            <a:r>
              <a:rPr lang="en-US" dirty="0" err="1"/>
              <a:t>Inport</a:t>
            </a:r>
            <a:endParaRPr lang="en-US" b="0" i="1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59B5FBB-8C8D-C3FC-7528-60FA63423AD7}"/>
              </a:ext>
            </a:extLst>
          </p:cNvPr>
          <p:cNvSpPr txBox="1"/>
          <p:nvPr/>
        </p:nvSpPr>
        <p:spPr>
          <a:xfrm>
            <a:off x="4230277" y="1808145"/>
            <a:ext cx="38461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Step 2. Create New </a:t>
            </a:r>
            <a:r>
              <a:rPr lang="en-US" dirty="0" err="1"/>
              <a:t>Inport</a:t>
            </a:r>
            <a:endParaRPr 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309A3AD-0CF6-2CB6-4B1A-5973ADF091EA}"/>
              </a:ext>
            </a:extLst>
          </p:cNvPr>
          <p:cNvSpPr txBox="1"/>
          <p:nvPr/>
        </p:nvSpPr>
        <p:spPr>
          <a:xfrm>
            <a:off x="170484" y="1808145"/>
            <a:ext cx="411871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Step 1. Connect Line </a:t>
            </a:r>
          </a:p>
          <a:p>
            <a:r>
              <a:rPr lang="en-US" dirty="0"/>
              <a:t>From destination block to source block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1F2774A-44E7-F708-5238-C770B8285E86}"/>
              </a:ext>
            </a:extLst>
          </p:cNvPr>
          <p:cNvSpPr txBox="1"/>
          <p:nvPr/>
        </p:nvSpPr>
        <p:spPr>
          <a:xfrm>
            <a:off x="8175379" y="1805788"/>
            <a:ext cx="384613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Step 3. Observe Blocks have been connected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957ACBD3-41B2-52B4-BBFE-1E6D2CEC9EE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2990" t="36130" r="26315" b="4603"/>
          <a:stretch>
            <a:fillRect/>
          </a:stretch>
        </p:blipFill>
        <p:spPr>
          <a:xfrm>
            <a:off x="4192570" y="2608032"/>
            <a:ext cx="3742442" cy="3883843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99FAB7C7-EE1E-1BCF-1B17-2D291D8BC5EA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42758" t="36130" r="26546" b="4603"/>
          <a:stretch>
            <a:fillRect/>
          </a:stretch>
        </p:blipFill>
        <p:spPr>
          <a:xfrm>
            <a:off x="8161256" y="2608032"/>
            <a:ext cx="3742443" cy="38838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760946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31A9E3-2F0A-1B3B-5860-C21CC4AF7D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FFEC0A4-E65B-0B5F-8C32-C1D4B663DB5D}"/>
              </a:ext>
            </a:extLst>
          </p:cNvPr>
          <p:cNvSpPr txBox="1"/>
          <p:nvPr/>
        </p:nvSpPr>
        <p:spPr>
          <a:xfrm>
            <a:off x="7720553" y="207390"/>
            <a:ext cx="4119511" cy="307777"/>
          </a:xfrm>
          <a:prstGeom prst="rect">
            <a:avLst/>
          </a:prstGeom>
        </p:spPr>
        <p:txBody>
          <a:bodyPr/>
          <a:lstStyle>
            <a:lvl1pPr marL="0" indent="0" algn="r">
              <a:spcBef>
                <a:spcPct val="20000"/>
              </a:spcBef>
              <a:buFont typeface="Arial" panose="020B0604020202020204" pitchFamily="34" charset="0"/>
              <a:buNone/>
              <a:defRPr sz="2000">
                <a:cs typeface="Arial" panose="020B0604020202020204" pitchFamily="34" charset="0"/>
              </a:defRPr>
            </a:lvl1pPr>
            <a:lvl2pPr indent="0" algn="r">
              <a:spcBef>
                <a:spcPct val="20000"/>
              </a:spcBef>
              <a:buFont typeface="Arial" panose="020B0604020202020204" pitchFamily="34" charset="0"/>
              <a:buNone/>
              <a:defRPr>
                <a:cs typeface="Arial" panose="020B0604020202020204" pitchFamily="34" charset="0"/>
              </a:defRPr>
            </a:lvl2pPr>
            <a:lvl3pPr indent="0" algn="r">
              <a:spcBef>
                <a:spcPct val="20000"/>
              </a:spcBef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3pPr>
            <a:lvl4pPr indent="0" algn="r">
              <a:spcBef>
                <a:spcPct val="20000"/>
              </a:spcBef>
              <a:buFont typeface="Arial" panose="020B0604020202020204" pitchFamily="34" charset="0"/>
              <a:buNone/>
              <a:defRPr sz="1400">
                <a:cs typeface="Arial" panose="020B0604020202020204" pitchFamily="34" charset="0"/>
              </a:defRPr>
            </a:lvl4pPr>
            <a:lvl5pPr indent="0" algn="r">
              <a:spcBef>
                <a:spcPct val="20000"/>
              </a:spcBef>
              <a:buFont typeface="Arial" panose="020B0604020202020204" pitchFamily="34" charset="0"/>
              <a:buNone/>
              <a:defRPr sz="1400">
                <a:cs typeface="Arial" panose="020B0604020202020204" pitchFamily="34" charset="0"/>
              </a:defRPr>
            </a:lvl5pPr>
            <a:lvl6pPr marL="25146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6pPr>
            <a:lvl7pPr marL="29718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7pPr>
            <a:lvl8pPr marL="3429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8pPr>
            <a:lvl9pPr marL="38862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9pPr>
          </a:lstStyle>
          <a:p>
            <a:r>
              <a:rPr lang="en-US" dirty="0"/>
              <a:t>How to Use blocks (Part 1)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403B5BF9-DC4D-C14C-E7BB-14B25D39D07F}"/>
              </a:ext>
            </a:extLst>
          </p:cNvPr>
          <p:cNvSpPr txBox="1">
            <a:spLocks/>
          </p:cNvSpPr>
          <p:nvPr/>
        </p:nvSpPr>
        <p:spPr>
          <a:xfrm>
            <a:off x="839788" y="913911"/>
            <a:ext cx="10515600" cy="823912"/>
          </a:xfrm>
        </p:spPr>
        <p:txBody>
          <a:bodyPr>
            <a:normAutofit fontScale="97500"/>
          </a:bodyPr>
          <a:lstStyle>
            <a:lvl1pPr algn="ctr" rtl="0" eaLnBrk="0" fontAlgn="base" hangingPunct="0">
              <a:spcBef>
                <a:spcPct val="0"/>
              </a:spcBef>
              <a:spcAft>
                <a:spcPct val="0"/>
              </a:spcAft>
              <a:defRPr lang="en-US" sz="2000" b="1" kern="1200">
                <a:solidFill>
                  <a:schemeClr val="tx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  <a:lvl2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4572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9144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13716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18288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l"/>
            <a:r>
              <a:rPr lang="en-US" dirty="0"/>
              <a:t>Connect Lines / Drag Line / Create </a:t>
            </a:r>
            <a:r>
              <a:rPr lang="en-US" dirty="0" err="1"/>
              <a:t>Inport</a:t>
            </a:r>
            <a:endParaRPr lang="en-US" b="0" i="1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F132B32-F166-E921-CBBC-C8E9A82D38C4}"/>
              </a:ext>
            </a:extLst>
          </p:cNvPr>
          <p:cNvSpPr txBox="1"/>
          <p:nvPr/>
        </p:nvSpPr>
        <p:spPr>
          <a:xfrm>
            <a:off x="4230277" y="1808145"/>
            <a:ext cx="38461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Step 1. Create New </a:t>
            </a:r>
            <a:r>
              <a:rPr lang="en-US" dirty="0" err="1"/>
              <a:t>Inport</a:t>
            </a:r>
            <a:endParaRPr lang="en-US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C60D126-C9D7-CA3A-1C77-29DD3BA810C3}"/>
              </a:ext>
            </a:extLst>
          </p:cNvPr>
          <p:cNvSpPr txBox="1"/>
          <p:nvPr/>
        </p:nvSpPr>
        <p:spPr>
          <a:xfrm>
            <a:off x="8175379" y="1805788"/>
            <a:ext cx="384613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Step 2. Observe Blocks have been connected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ABB15DB-81CB-C575-DC21-E2C95F370FB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2816" t="36202" r="26315" b="4532"/>
          <a:stretch>
            <a:fillRect/>
          </a:stretch>
        </p:blipFill>
        <p:spPr>
          <a:xfrm>
            <a:off x="4192570" y="2608032"/>
            <a:ext cx="3763650" cy="3883844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4F33FBD0-D600-EB7D-35B5-139CB4DEAF1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2913" t="36130" r="26392" b="4603"/>
          <a:stretch>
            <a:fillRect/>
          </a:stretch>
        </p:blipFill>
        <p:spPr>
          <a:xfrm>
            <a:off x="8161256" y="2608032"/>
            <a:ext cx="3742444" cy="38838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1761312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480DC6-C813-069D-008C-0CADCA1E1F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0CAB8A83-8C77-C153-E232-8B377746D73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3067" t="36130" r="26392" b="4603"/>
          <a:stretch>
            <a:fillRect/>
          </a:stretch>
        </p:blipFill>
        <p:spPr>
          <a:xfrm>
            <a:off x="190907" y="2608032"/>
            <a:ext cx="3723588" cy="3883843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8EB093B8-9772-DE82-7D79-A271571D2216}"/>
              </a:ext>
            </a:extLst>
          </p:cNvPr>
          <p:cNvSpPr txBox="1"/>
          <p:nvPr/>
        </p:nvSpPr>
        <p:spPr>
          <a:xfrm>
            <a:off x="7720553" y="207390"/>
            <a:ext cx="4119511" cy="307777"/>
          </a:xfrm>
          <a:prstGeom prst="rect">
            <a:avLst/>
          </a:prstGeom>
        </p:spPr>
        <p:txBody>
          <a:bodyPr/>
          <a:lstStyle>
            <a:lvl1pPr marL="0" indent="0" algn="r">
              <a:spcBef>
                <a:spcPct val="20000"/>
              </a:spcBef>
              <a:buFont typeface="Arial" panose="020B0604020202020204" pitchFamily="34" charset="0"/>
              <a:buNone/>
              <a:defRPr sz="2000">
                <a:cs typeface="Arial" panose="020B0604020202020204" pitchFamily="34" charset="0"/>
              </a:defRPr>
            </a:lvl1pPr>
            <a:lvl2pPr indent="0" algn="r">
              <a:spcBef>
                <a:spcPct val="20000"/>
              </a:spcBef>
              <a:buFont typeface="Arial" panose="020B0604020202020204" pitchFamily="34" charset="0"/>
              <a:buNone/>
              <a:defRPr>
                <a:cs typeface="Arial" panose="020B0604020202020204" pitchFamily="34" charset="0"/>
              </a:defRPr>
            </a:lvl2pPr>
            <a:lvl3pPr indent="0" algn="r">
              <a:spcBef>
                <a:spcPct val="20000"/>
              </a:spcBef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3pPr>
            <a:lvl4pPr indent="0" algn="r">
              <a:spcBef>
                <a:spcPct val="20000"/>
              </a:spcBef>
              <a:buFont typeface="Arial" panose="020B0604020202020204" pitchFamily="34" charset="0"/>
              <a:buNone/>
              <a:defRPr sz="1400">
                <a:cs typeface="Arial" panose="020B0604020202020204" pitchFamily="34" charset="0"/>
              </a:defRPr>
            </a:lvl4pPr>
            <a:lvl5pPr indent="0" algn="r">
              <a:spcBef>
                <a:spcPct val="20000"/>
              </a:spcBef>
              <a:buFont typeface="Arial" panose="020B0604020202020204" pitchFamily="34" charset="0"/>
              <a:buNone/>
              <a:defRPr sz="1400">
                <a:cs typeface="Arial" panose="020B0604020202020204" pitchFamily="34" charset="0"/>
              </a:defRPr>
            </a:lvl5pPr>
            <a:lvl6pPr marL="25146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6pPr>
            <a:lvl7pPr marL="29718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7pPr>
            <a:lvl8pPr marL="3429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8pPr>
            <a:lvl9pPr marL="38862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9pPr>
          </a:lstStyle>
          <a:p>
            <a:r>
              <a:rPr lang="en-US" dirty="0"/>
              <a:t>How to Use blocks (Part 1)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8B4CEB95-A068-37D0-7B46-5A6E73E6BC2F}"/>
              </a:ext>
            </a:extLst>
          </p:cNvPr>
          <p:cNvSpPr txBox="1">
            <a:spLocks/>
          </p:cNvSpPr>
          <p:nvPr/>
        </p:nvSpPr>
        <p:spPr>
          <a:xfrm>
            <a:off x="839788" y="913911"/>
            <a:ext cx="10515600" cy="823912"/>
          </a:xfrm>
        </p:spPr>
        <p:txBody>
          <a:bodyPr>
            <a:normAutofit fontScale="97500"/>
          </a:bodyPr>
          <a:lstStyle>
            <a:lvl1pPr algn="ctr" rtl="0" eaLnBrk="0" fontAlgn="base" hangingPunct="0">
              <a:spcBef>
                <a:spcPct val="0"/>
              </a:spcBef>
              <a:spcAft>
                <a:spcPct val="0"/>
              </a:spcAft>
              <a:defRPr lang="en-US" sz="2000" b="1" kern="1200">
                <a:solidFill>
                  <a:schemeClr val="tx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  <a:lvl2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4572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9144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13716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18288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l"/>
            <a:r>
              <a:rPr lang="en-US" dirty="0"/>
              <a:t>Rename Signals</a:t>
            </a:r>
            <a:endParaRPr lang="en-US" sz="1600" b="0" i="1" dirty="0"/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B71E9915-3F90-53BA-98A0-6047FF7DBDE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3143" t="36202" r="26315" b="4532"/>
          <a:stretch>
            <a:fillRect/>
          </a:stretch>
        </p:blipFill>
        <p:spPr>
          <a:xfrm>
            <a:off x="8161256" y="2608032"/>
            <a:ext cx="3723588" cy="3883843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0BEAF7B6-4DA5-5ED9-7154-AC96860CFCD4}"/>
              </a:ext>
            </a:extLst>
          </p:cNvPr>
          <p:cNvSpPr txBox="1"/>
          <p:nvPr/>
        </p:nvSpPr>
        <p:spPr>
          <a:xfrm>
            <a:off x="4230277" y="1808145"/>
            <a:ext cx="384613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Step 2. Double Click Line and Rename the Signal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4F74990-0403-71FC-DEE7-BF555EE24987}"/>
              </a:ext>
            </a:extLst>
          </p:cNvPr>
          <p:cNvSpPr txBox="1"/>
          <p:nvPr/>
        </p:nvSpPr>
        <p:spPr>
          <a:xfrm>
            <a:off x="170484" y="1808145"/>
            <a:ext cx="411871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Step 1. Before Renaming Signals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824EA23-FCC0-08AA-C2C6-8FDC97F389B0}"/>
              </a:ext>
            </a:extLst>
          </p:cNvPr>
          <p:cNvSpPr txBox="1"/>
          <p:nvPr/>
        </p:nvSpPr>
        <p:spPr>
          <a:xfrm>
            <a:off x="8175379" y="1805788"/>
            <a:ext cx="38461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Step 3. Rename all other Signals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2F63F2A0-EAE5-60AE-17A2-31209D0F57D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3143" t="36130" r="26315" b="4603"/>
          <a:stretch>
            <a:fillRect/>
          </a:stretch>
        </p:blipFill>
        <p:spPr>
          <a:xfrm>
            <a:off x="4192570" y="2608032"/>
            <a:ext cx="3723588" cy="38838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6850428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99F454-07D7-C66C-4724-A75E67923F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Picture 17">
            <a:extLst>
              <a:ext uri="{FF2B5EF4-FFF2-40B4-BE49-F238E27FC236}">
                <a16:creationId xmlns:a16="http://schemas.microsoft.com/office/drawing/2014/main" id="{DA57A93A-0943-6311-C549-AF2EDF64B7E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3144" t="35940" r="26701" b="4794"/>
          <a:stretch>
            <a:fillRect/>
          </a:stretch>
        </p:blipFill>
        <p:spPr>
          <a:xfrm>
            <a:off x="8161256" y="2608032"/>
            <a:ext cx="3676455" cy="3883845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C41D0A65-DF00-FDEE-7908-F3A9DDE504B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3067" t="76083" r="26063" b="4794"/>
          <a:stretch>
            <a:fillRect/>
          </a:stretch>
        </p:blipFill>
        <p:spPr>
          <a:xfrm>
            <a:off x="4192570" y="5238748"/>
            <a:ext cx="3763650" cy="1253127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4DE8D828-8C78-BB6B-FE98-E99CEA0BAF6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2989" t="76346" r="26141" b="4532"/>
          <a:stretch>
            <a:fillRect/>
          </a:stretch>
        </p:blipFill>
        <p:spPr>
          <a:xfrm>
            <a:off x="190907" y="5238750"/>
            <a:ext cx="3763651" cy="1253126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7589D0DD-7562-0E76-DD9A-7A1EE48D7384}"/>
              </a:ext>
            </a:extLst>
          </p:cNvPr>
          <p:cNvSpPr txBox="1"/>
          <p:nvPr/>
        </p:nvSpPr>
        <p:spPr>
          <a:xfrm>
            <a:off x="7720553" y="207390"/>
            <a:ext cx="4119511" cy="307777"/>
          </a:xfrm>
          <a:prstGeom prst="rect">
            <a:avLst/>
          </a:prstGeom>
        </p:spPr>
        <p:txBody>
          <a:bodyPr/>
          <a:lstStyle>
            <a:lvl1pPr marL="0" indent="0" algn="r">
              <a:spcBef>
                <a:spcPct val="20000"/>
              </a:spcBef>
              <a:buFont typeface="Arial" panose="020B0604020202020204" pitchFamily="34" charset="0"/>
              <a:buNone/>
              <a:defRPr sz="2000">
                <a:cs typeface="Arial" panose="020B0604020202020204" pitchFamily="34" charset="0"/>
              </a:defRPr>
            </a:lvl1pPr>
            <a:lvl2pPr indent="0" algn="r">
              <a:spcBef>
                <a:spcPct val="20000"/>
              </a:spcBef>
              <a:buFont typeface="Arial" panose="020B0604020202020204" pitchFamily="34" charset="0"/>
              <a:buNone/>
              <a:defRPr>
                <a:cs typeface="Arial" panose="020B0604020202020204" pitchFamily="34" charset="0"/>
              </a:defRPr>
            </a:lvl2pPr>
            <a:lvl3pPr indent="0" algn="r">
              <a:spcBef>
                <a:spcPct val="20000"/>
              </a:spcBef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3pPr>
            <a:lvl4pPr indent="0" algn="r">
              <a:spcBef>
                <a:spcPct val="20000"/>
              </a:spcBef>
              <a:buFont typeface="Arial" panose="020B0604020202020204" pitchFamily="34" charset="0"/>
              <a:buNone/>
              <a:defRPr sz="1400">
                <a:cs typeface="Arial" panose="020B0604020202020204" pitchFamily="34" charset="0"/>
              </a:defRPr>
            </a:lvl4pPr>
            <a:lvl5pPr indent="0" algn="r">
              <a:spcBef>
                <a:spcPct val="20000"/>
              </a:spcBef>
              <a:buFont typeface="Arial" panose="020B0604020202020204" pitchFamily="34" charset="0"/>
              <a:buNone/>
              <a:defRPr sz="1400">
                <a:cs typeface="Arial" panose="020B0604020202020204" pitchFamily="34" charset="0"/>
              </a:defRPr>
            </a:lvl5pPr>
            <a:lvl6pPr marL="25146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6pPr>
            <a:lvl7pPr marL="29718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7pPr>
            <a:lvl8pPr marL="3429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8pPr>
            <a:lvl9pPr marL="38862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9pPr>
          </a:lstStyle>
          <a:p>
            <a:r>
              <a:rPr lang="en-US" dirty="0"/>
              <a:t>How to Use blocks (Part 1)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8E568C70-7CFB-C9CD-6111-A0CCD18E7D4B}"/>
              </a:ext>
            </a:extLst>
          </p:cNvPr>
          <p:cNvSpPr txBox="1">
            <a:spLocks/>
          </p:cNvSpPr>
          <p:nvPr/>
        </p:nvSpPr>
        <p:spPr>
          <a:xfrm>
            <a:off x="839788" y="913911"/>
            <a:ext cx="10515600" cy="823912"/>
          </a:xfrm>
        </p:spPr>
        <p:txBody>
          <a:bodyPr>
            <a:normAutofit fontScale="97500"/>
          </a:bodyPr>
          <a:lstStyle>
            <a:lvl1pPr algn="ctr" rtl="0" eaLnBrk="0" fontAlgn="base" hangingPunct="0">
              <a:spcBef>
                <a:spcPct val="0"/>
              </a:spcBef>
              <a:spcAft>
                <a:spcPct val="0"/>
              </a:spcAft>
              <a:defRPr lang="en-US" sz="2000" b="1" kern="1200">
                <a:solidFill>
                  <a:schemeClr val="tx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  <a:lvl2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4572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9144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13716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18288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l"/>
            <a:r>
              <a:rPr lang="en-US" dirty="0"/>
              <a:t>Move Signals</a:t>
            </a:r>
            <a:endParaRPr lang="en-US" b="0" i="1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872BC8D-7841-F511-7EFA-CD17958966D7}"/>
              </a:ext>
            </a:extLst>
          </p:cNvPr>
          <p:cNvSpPr txBox="1"/>
          <p:nvPr/>
        </p:nvSpPr>
        <p:spPr>
          <a:xfrm>
            <a:off x="4230277" y="1808145"/>
            <a:ext cx="384613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Step 2. Observe signal name was moved next to source block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5195E18-3442-639F-F46A-11F0E99D0D46}"/>
              </a:ext>
            </a:extLst>
          </p:cNvPr>
          <p:cNvSpPr txBox="1"/>
          <p:nvPr/>
        </p:nvSpPr>
        <p:spPr>
          <a:xfrm>
            <a:off x="170484" y="1808145"/>
            <a:ext cx="411871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Step 1. Drag and drop the signal name next to the source block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6B6DCC6-25D7-4B2A-3673-B71F850F8BEC}"/>
              </a:ext>
            </a:extLst>
          </p:cNvPr>
          <p:cNvSpPr txBox="1"/>
          <p:nvPr/>
        </p:nvSpPr>
        <p:spPr>
          <a:xfrm>
            <a:off x="8175379" y="1805788"/>
            <a:ext cx="384613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Step 3. Move other signal names towards their source blocks</a:t>
            </a:r>
          </a:p>
        </p:txBody>
      </p:sp>
    </p:spTree>
    <p:extLst>
      <p:ext uri="{BB962C8B-B14F-4D97-AF65-F5344CB8AC3E}">
        <p14:creationId xmlns:p14="http://schemas.microsoft.com/office/powerpoint/2010/main" val="752936961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D33F55-4620-C434-7249-D9E9FF2DA3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93572B07-FEA7-3993-A8F2-C7D1171FFDD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0646" b="27858"/>
          <a:stretch>
            <a:fillRect/>
          </a:stretch>
        </p:blipFill>
        <p:spPr>
          <a:xfrm>
            <a:off x="7236644" y="2582555"/>
            <a:ext cx="3941765" cy="3883843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D198AD49-E893-7C7C-D575-98F6718916A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423" t="1" r="3107" b="22907"/>
          <a:stretch>
            <a:fillRect/>
          </a:stretch>
        </p:blipFill>
        <p:spPr>
          <a:xfrm>
            <a:off x="839786" y="2582556"/>
            <a:ext cx="6177406" cy="3437244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87D9E120-EE22-7DFD-8B8D-135403B760A9}"/>
              </a:ext>
            </a:extLst>
          </p:cNvPr>
          <p:cNvSpPr txBox="1"/>
          <p:nvPr/>
        </p:nvSpPr>
        <p:spPr>
          <a:xfrm>
            <a:off x="7720553" y="207390"/>
            <a:ext cx="4119511" cy="307777"/>
          </a:xfrm>
          <a:prstGeom prst="rect">
            <a:avLst/>
          </a:prstGeom>
        </p:spPr>
        <p:txBody>
          <a:bodyPr/>
          <a:lstStyle>
            <a:lvl1pPr marL="0" indent="0" algn="r">
              <a:spcBef>
                <a:spcPct val="20000"/>
              </a:spcBef>
              <a:buFont typeface="Arial" panose="020B0604020202020204" pitchFamily="34" charset="0"/>
              <a:buNone/>
              <a:defRPr sz="2000">
                <a:cs typeface="Arial" panose="020B0604020202020204" pitchFamily="34" charset="0"/>
              </a:defRPr>
            </a:lvl1pPr>
            <a:lvl2pPr indent="0" algn="r">
              <a:spcBef>
                <a:spcPct val="20000"/>
              </a:spcBef>
              <a:buFont typeface="Arial" panose="020B0604020202020204" pitchFamily="34" charset="0"/>
              <a:buNone/>
              <a:defRPr>
                <a:cs typeface="Arial" panose="020B0604020202020204" pitchFamily="34" charset="0"/>
              </a:defRPr>
            </a:lvl2pPr>
            <a:lvl3pPr indent="0" algn="r">
              <a:spcBef>
                <a:spcPct val="20000"/>
              </a:spcBef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3pPr>
            <a:lvl4pPr indent="0" algn="r">
              <a:spcBef>
                <a:spcPct val="20000"/>
              </a:spcBef>
              <a:buFont typeface="Arial" panose="020B0604020202020204" pitchFamily="34" charset="0"/>
              <a:buNone/>
              <a:defRPr sz="1400">
                <a:cs typeface="Arial" panose="020B0604020202020204" pitchFamily="34" charset="0"/>
              </a:defRPr>
            </a:lvl4pPr>
            <a:lvl5pPr indent="0" algn="r">
              <a:spcBef>
                <a:spcPct val="20000"/>
              </a:spcBef>
              <a:buFont typeface="Arial" panose="020B0604020202020204" pitchFamily="34" charset="0"/>
              <a:buNone/>
              <a:defRPr sz="1400">
                <a:cs typeface="Arial" panose="020B0604020202020204" pitchFamily="34" charset="0"/>
              </a:defRPr>
            </a:lvl5pPr>
            <a:lvl6pPr marL="25146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6pPr>
            <a:lvl7pPr marL="29718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7pPr>
            <a:lvl8pPr marL="3429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8pPr>
            <a:lvl9pPr marL="38862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9pPr>
          </a:lstStyle>
          <a:p>
            <a:r>
              <a:rPr lang="en-US" dirty="0"/>
              <a:t>How to Use blocks (Part 1)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E6A8C8D0-511C-3061-BB60-58F4DDC6D7F2}"/>
              </a:ext>
            </a:extLst>
          </p:cNvPr>
          <p:cNvSpPr txBox="1">
            <a:spLocks/>
          </p:cNvSpPr>
          <p:nvPr/>
        </p:nvSpPr>
        <p:spPr>
          <a:xfrm>
            <a:off x="839788" y="913911"/>
            <a:ext cx="10515600" cy="823912"/>
          </a:xfrm>
        </p:spPr>
        <p:txBody>
          <a:bodyPr>
            <a:normAutofit fontScale="97500"/>
          </a:bodyPr>
          <a:lstStyle>
            <a:lvl1pPr algn="ctr" rtl="0" eaLnBrk="0" fontAlgn="base" hangingPunct="0">
              <a:spcBef>
                <a:spcPct val="0"/>
              </a:spcBef>
              <a:spcAft>
                <a:spcPct val="0"/>
              </a:spcAft>
              <a:defRPr lang="en-US" sz="2000" b="1" kern="1200">
                <a:solidFill>
                  <a:schemeClr val="tx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  <a:lvl2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4572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9144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13716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18288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l"/>
            <a:r>
              <a:rPr lang="en-US" dirty="0"/>
              <a:t>Clean up Window</a:t>
            </a:r>
            <a:endParaRPr lang="en-US" sz="1800" b="0" i="1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F144C5E-553D-3531-E8AC-D731FA466C91}"/>
              </a:ext>
            </a:extLst>
          </p:cNvPr>
          <p:cNvSpPr txBox="1"/>
          <p:nvPr/>
        </p:nvSpPr>
        <p:spPr>
          <a:xfrm>
            <a:off x="7236644" y="1808145"/>
            <a:ext cx="49229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Step 2. Observe cleaned up window 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200A9FD-7416-322B-3247-6562AA6ABD19}"/>
              </a:ext>
            </a:extLst>
          </p:cNvPr>
          <p:cNvSpPr txBox="1"/>
          <p:nvPr/>
        </p:nvSpPr>
        <p:spPr>
          <a:xfrm>
            <a:off x="839788" y="1808145"/>
            <a:ext cx="51577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Step 1. Clean up the window</a:t>
            </a:r>
          </a:p>
        </p:txBody>
      </p:sp>
    </p:spTree>
    <p:extLst>
      <p:ext uri="{BB962C8B-B14F-4D97-AF65-F5344CB8AC3E}">
        <p14:creationId xmlns:p14="http://schemas.microsoft.com/office/powerpoint/2010/main" val="335731301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EE3816-9468-FA9B-A7F3-A70998FB8F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5C969F1-DCA2-F942-3EC8-D1C2C4E5FE00}"/>
              </a:ext>
            </a:extLst>
          </p:cNvPr>
          <p:cNvSpPr txBox="1"/>
          <p:nvPr/>
        </p:nvSpPr>
        <p:spPr>
          <a:xfrm>
            <a:off x="7720553" y="207390"/>
            <a:ext cx="4119511" cy="307777"/>
          </a:xfrm>
          <a:prstGeom prst="rect">
            <a:avLst/>
          </a:prstGeom>
        </p:spPr>
        <p:txBody>
          <a:bodyPr/>
          <a:lstStyle>
            <a:lvl1pPr marL="0" indent="0" algn="r">
              <a:spcBef>
                <a:spcPct val="20000"/>
              </a:spcBef>
              <a:buFont typeface="Arial" panose="020B0604020202020204" pitchFamily="34" charset="0"/>
              <a:buNone/>
              <a:defRPr sz="2000">
                <a:cs typeface="Arial" panose="020B0604020202020204" pitchFamily="34" charset="0"/>
              </a:defRPr>
            </a:lvl1pPr>
            <a:lvl2pPr indent="0" algn="r">
              <a:spcBef>
                <a:spcPct val="20000"/>
              </a:spcBef>
              <a:buFont typeface="Arial" panose="020B0604020202020204" pitchFamily="34" charset="0"/>
              <a:buNone/>
              <a:defRPr>
                <a:cs typeface="Arial" panose="020B0604020202020204" pitchFamily="34" charset="0"/>
              </a:defRPr>
            </a:lvl2pPr>
            <a:lvl3pPr indent="0" algn="r">
              <a:spcBef>
                <a:spcPct val="20000"/>
              </a:spcBef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3pPr>
            <a:lvl4pPr indent="0" algn="r">
              <a:spcBef>
                <a:spcPct val="20000"/>
              </a:spcBef>
              <a:buFont typeface="Arial" panose="020B0604020202020204" pitchFamily="34" charset="0"/>
              <a:buNone/>
              <a:defRPr sz="1400">
                <a:cs typeface="Arial" panose="020B0604020202020204" pitchFamily="34" charset="0"/>
              </a:defRPr>
            </a:lvl4pPr>
            <a:lvl5pPr indent="0" algn="r">
              <a:spcBef>
                <a:spcPct val="20000"/>
              </a:spcBef>
              <a:buFont typeface="Arial" panose="020B0604020202020204" pitchFamily="34" charset="0"/>
              <a:buNone/>
              <a:defRPr sz="1400">
                <a:cs typeface="Arial" panose="020B0604020202020204" pitchFamily="34" charset="0"/>
              </a:defRPr>
            </a:lvl5pPr>
            <a:lvl6pPr marL="25146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6pPr>
            <a:lvl7pPr marL="29718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7pPr>
            <a:lvl8pPr marL="3429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8pPr>
            <a:lvl9pPr marL="38862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9pPr>
          </a:lstStyle>
          <a:p>
            <a:r>
              <a:rPr lang="en-US" dirty="0"/>
              <a:t>How to Use blocks (Part 1)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3A4392C8-CD82-1581-CF74-B6FCE4CD87A4}"/>
              </a:ext>
            </a:extLst>
          </p:cNvPr>
          <p:cNvSpPr txBox="1">
            <a:spLocks/>
          </p:cNvSpPr>
          <p:nvPr/>
        </p:nvSpPr>
        <p:spPr>
          <a:xfrm>
            <a:off x="839788" y="913911"/>
            <a:ext cx="10515600" cy="823912"/>
          </a:xfrm>
        </p:spPr>
        <p:txBody>
          <a:bodyPr>
            <a:normAutofit fontScale="97500"/>
          </a:bodyPr>
          <a:lstStyle>
            <a:lvl1pPr algn="ctr" rtl="0" eaLnBrk="0" fontAlgn="base" hangingPunct="0">
              <a:spcBef>
                <a:spcPct val="0"/>
              </a:spcBef>
              <a:spcAft>
                <a:spcPct val="0"/>
              </a:spcAft>
              <a:defRPr lang="en-US" sz="2000" b="1" kern="1200">
                <a:solidFill>
                  <a:schemeClr val="tx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  <a:lvl2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4572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9144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13716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18288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l"/>
            <a:r>
              <a:rPr lang="en-US" dirty="0"/>
              <a:t>Fit Contents to Window</a:t>
            </a:r>
            <a:endParaRPr lang="en-US" sz="1600" b="0" i="1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699D822-794A-4819-5289-7720A68F7692}"/>
              </a:ext>
            </a:extLst>
          </p:cNvPr>
          <p:cNvSpPr txBox="1"/>
          <p:nvPr/>
        </p:nvSpPr>
        <p:spPr>
          <a:xfrm>
            <a:off x="6172200" y="1808145"/>
            <a:ext cx="59874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Step 2. Observe the content has been fit to the screen.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6B320C1-5C48-2DA9-C89C-647A27409B78}"/>
              </a:ext>
            </a:extLst>
          </p:cNvPr>
          <p:cNvSpPr txBox="1"/>
          <p:nvPr/>
        </p:nvSpPr>
        <p:spPr>
          <a:xfrm>
            <a:off x="839788" y="1808145"/>
            <a:ext cx="51577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Step 1. Click Simulink Model and press space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D4A38BB8-B9CB-1891-7080-37CDF600291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3549" r="62123" b="31983"/>
          <a:stretch>
            <a:fillRect/>
          </a:stretch>
        </p:blipFill>
        <p:spPr>
          <a:xfrm>
            <a:off x="839786" y="2582555"/>
            <a:ext cx="4618039" cy="3569407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47C1E6E6-2B97-CE24-31C3-F170751CEE6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0" y="2582555"/>
            <a:ext cx="5744064" cy="30874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10765515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FCDFCD-3AFB-A02D-2B9C-A4B30A345A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45D50FC-9285-7ED3-BBD4-D8984585B562}"/>
              </a:ext>
            </a:extLst>
          </p:cNvPr>
          <p:cNvSpPr txBox="1"/>
          <p:nvPr/>
        </p:nvSpPr>
        <p:spPr>
          <a:xfrm>
            <a:off x="7720553" y="207390"/>
            <a:ext cx="4119511" cy="307777"/>
          </a:xfrm>
          <a:prstGeom prst="rect">
            <a:avLst/>
          </a:prstGeom>
        </p:spPr>
        <p:txBody>
          <a:bodyPr/>
          <a:lstStyle>
            <a:lvl1pPr marL="0" indent="0" algn="r">
              <a:spcBef>
                <a:spcPct val="20000"/>
              </a:spcBef>
              <a:buFont typeface="Arial" panose="020B0604020202020204" pitchFamily="34" charset="0"/>
              <a:buNone/>
              <a:defRPr sz="2000">
                <a:cs typeface="Arial" panose="020B0604020202020204" pitchFamily="34" charset="0"/>
              </a:defRPr>
            </a:lvl1pPr>
            <a:lvl2pPr indent="0" algn="r">
              <a:spcBef>
                <a:spcPct val="20000"/>
              </a:spcBef>
              <a:buFont typeface="Arial" panose="020B0604020202020204" pitchFamily="34" charset="0"/>
              <a:buNone/>
              <a:defRPr>
                <a:cs typeface="Arial" panose="020B0604020202020204" pitchFamily="34" charset="0"/>
              </a:defRPr>
            </a:lvl2pPr>
            <a:lvl3pPr indent="0" algn="r">
              <a:spcBef>
                <a:spcPct val="20000"/>
              </a:spcBef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3pPr>
            <a:lvl4pPr indent="0" algn="r">
              <a:spcBef>
                <a:spcPct val="20000"/>
              </a:spcBef>
              <a:buFont typeface="Arial" panose="020B0604020202020204" pitchFamily="34" charset="0"/>
              <a:buNone/>
              <a:defRPr sz="1400">
                <a:cs typeface="Arial" panose="020B0604020202020204" pitchFamily="34" charset="0"/>
              </a:defRPr>
            </a:lvl4pPr>
            <a:lvl5pPr indent="0" algn="r">
              <a:spcBef>
                <a:spcPct val="20000"/>
              </a:spcBef>
              <a:buFont typeface="Arial" panose="020B0604020202020204" pitchFamily="34" charset="0"/>
              <a:buNone/>
              <a:defRPr sz="1400">
                <a:cs typeface="Arial" panose="020B0604020202020204" pitchFamily="34" charset="0"/>
              </a:defRPr>
            </a:lvl5pPr>
            <a:lvl6pPr marL="25146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6pPr>
            <a:lvl7pPr marL="29718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7pPr>
            <a:lvl8pPr marL="3429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8pPr>
            <a:lvl9pPr marL="38862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9pPr>
          </a:lstStyle>
          <a:p>
            <a:r>
              <a:rPr lang="en-US" dirty="0"/>
              <a:t>How to Use blocks (Part 1)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7B096BB-6FEC-0F4B-978A-25C02102897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0" y="2582555"/>
            <a:ext cx="5744063" cy="3087434"/>
          </a:xfrm>
          <a:prstGeom prst="rect">
            <a:avLst/>
          </a:prstGeom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A2F45E48-DFC6-4E33-8B67-2ACB718D4DB3}"/>
              </a:ext>
            </a:extLst>
          </p:cNvPr>
          <p:cNvSpPr txBox="1">
            <a:spLocks/>
          </p:cNvSpPr>
          <p:nvPr/>
        </p:nvSpPr>
        <p:spPr>
          <a:xfrm>
            <a:off x="839788" y="913911"/>
            <a:ext cx="10515600" cy="823912"/>
          </a:xfrm>
        </p:spPr>
        <p:txBody>
          <a:bodyPr>
            <a:normAutofit fontScale="97500"/>
          </a:bodyPr>
          <a:lstStyle>
            <a:lvl1pPr algn="ctr" rtl="0" eaLnBrk="0" fontAlgn="base" hangingPunct="0">
              <a:spcBef>
                <a:spcPct val="0"/>
              </a:spcBef>
              <a:spcAft>
                <a:spcPct val="0"/>
              </a:spcAft>
              <a:defRPr lang="en-US" sz="2000" b="1" kern="1200">
                <a:solidFill>
                  <a:schemeClr val="tx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  <a:lvl2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4572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9144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13716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18288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l"/>
            <a:r>
              <a:rPr lang="en-US" dirty="0"/>
              <a:t>Remove Yellow Bar</a:t>
            </a:r>
            <a:endParaRPr lang="en-US" sz="1600" b="0" i="1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2C7D517-CEF2-C1B8-0333-43DC5443AC38}"/>
              </a:ext>
            </a:extLst>
          </p:cNvPr>
          <p:cNvSpPr txBox="1"/>
          <p:nvPr/>
        </p:nvSpPr>
        <p:spPr>
          <a:xfrm>
            <a:off x="6172200" y="1808145"/>
            <a:ext cx="59874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Step 2. Observe yellow bar has been removed.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2A59738-3E6E-332B-B7CB-1055C6F3D90B}"/>
              </a:ext>
            </a:extLst>
          </p:cNvPr>
          <p:cNvSpPr txBox="1"/>
          <p:nvPr/>
        </p:nvSpPr>
        <p:spPr>
          <a:xfrm>
            <a:off x="839788" y="1808145"/>
            <a:ext cx="51577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Step 1. Click the down arrow and remove bar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1D9BF55-FFA1-5616-BA89-32B11D6C206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1959" t="16950" b="61760"/>
          <a:stretch>
            <a:fillRect/>
          </a:stretch>
        </p:blipFill>
        <p:spPr>
          <a:xfrm>
            <a:off x="839786" y="2582555"/>
            <a:ext cx="2199588" cy="13951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07757622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EFDF83-28A3-4A41-95FD-A9D84B961D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A0FEBF43-7278-46A0-A36E-BD60401B053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340" t="20402" r="13015" b="4364"/>
          <a:stretch>
            <a:fillRect/>
          </a:stretch>
        </p:blipFill>
        <p:spPr>
          <a:xfrm>
            <a:off x="839786" y="2582555"/>
            <a:ext cx="5011913" cy="3087434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5C14551B-72E7-59DA-EB4B-8CB34960DBF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650" t="19539" r="11082" b="3501"/>
          <a:stretch>
            <a:fillRect/>
          </a:stretch>
        </p:blipFill>
        <p:spPr>
          <a:xfrm>
            <a:off x="6096001" y="2582555"/>
            <a:ext cx="5020688" cy="3087434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18AD3578-91FC-A7A6-EAD6-521A784A9F97}"/>
              </a:ext>
            </a:extLst>
          </p:cNvPr>
          <p:cNvSpPr txBox="1"/>
          <p:nvPr/>
        </p:nvSpPr>
        <p:spPr>
          <a:xfrm>
            <a:off x="7720553" y="207390"/>
            <a:ext cx="4119511" cy="307777"/>
          </a:xfrm>
          <a:prstGeom prst="rect">
            <a:avLst/>
          </a:prstGeom>
        </p:spPr>
        <p:txBody>
          <a:bodyPr/>
          <a:lstStyle>
            <a:lvl1pPr marL="0" indent="0" algn="r">
              <a:spcBef>
                <a:spcPct val="20000"/>
              </a:spcBef>
              <a:buFont typeface="Arial" panose="020B0604020202020204" pitchFamily="34" charset="0"/>
              <a:buNone/>
              <a:defRPr sz="2000">
                <a:cs typeface="Arial" panose="020B0604020202020204" pitchFamily="34" charset="0"/>
              </a:defRPr>
            </a:lvl1pPr>
            <a:lvl2pPr indent="0" algn="r">
              <a:spcBef>
                <a:spcPct val="20000"/>
              </a:spcBef>
              <a:buFont typeface="Arial" panose="020B0604020202020204" pitchFamily="34" charset="0"/>
              <a:buNone/>
              <a:defRPr>
                <a:cs typeface="Arial" panose="020B0604020202020204" pitchFamily="34" charset="0"/>
              </a:defRPr>
            </a:lvl2pPr>
            <a:lvl3pPr indent="0" algn="r">
              <a:spcBef>
                <a:spcPct val="20000"/>
              </a:spcBef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3pPr>
            <a:lvl4pPr indent="0" algn="r">
              <a:spcBef>
                <a:spcPct val="20000"/>
              </a:spcBef>
              <a:buFont typeface="Arial" panose="020B0604020202020204" pitchFamily="34" charset="0"/>
              <a:buNone/>
              <a:defRPr sz="1400">
                <a:cs typeface="Arial" panose="020B0604020202020204" pitchFamily="34" charset="0"/>
              </a:defRPr>
            </a:lvl4pPr>
            <a:lvl5pPr indent="0" algn="r">
              <a:spcBef>
                <a:spcPct val="20000"/>
              </a:spcBef>
              <a:buFont typeface="Arial" panose="020B0604020202020204" pitchFamily="34" charset="0"/>
              <a:buNone/>
              <a:defRPr sz="1400">
                <a:cs typeface="Arial" panose="020B0604020202020204" pitchFamily="34" charset="0"/>
              </a:defRPr>
            </a:lvl5pPr>
            <a:lvl6pPr marL="25146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6pPr>
            <a:lvl7pPr marL="29718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7pPr>
            <a:lvl8pPr marL="3429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8pPr>
            <a:lvl9pPr marL="38862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9pPr>
          </a:lstStyle>
          <a:p>
            <a:r>
              <a:rPr lang="en-US" dirty="0"/>
              <a:t>How to Use blocks (Part 1)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0DFEC6DE-F387-9FD1-67BB-4BA05436EBFD}"/>
              </a:ext>
            </a:extLst>
          </p:cNvPr>
          <p:cNvSpPr txBox="1">
            <a:spLocks/>
          </p:cNvSpPr>
          <p:nvPr/>
        </p:nvSpPr>
        <p:spPr>
          <a:xfrm>
            <a:off x="839788" y="913911"/>
            <a:ext cx="10515600" cy="823912"/>
          </a:xfrm>
        </p:spPr>
        <p:txBody>
          <a:bodyPr>
            <a:normAutofit fontScale="97500"/>
          </a:bodyPr>
          <a:lstStyle>
            <a:lvl1pPr algn="ctr" rtl="0" eaLnBrk="0" fontAlgn="base" hangingPunct="0">
              <a:spcBef>
                <a:spcPct val="0"/>
              </a:spcBef>
              <a:spcAft>
                <a:spcPct val="0"/>
              </a:spcAft>
              <a:defRPr lang="en-US" sz="2000" b="1" kern="1200">
                <a:solidFill>
                  <a:schemeClr val="tx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  <a:lvl2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4572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9144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13716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18288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l"/>
            <a:r>
              <a:rPr lang="en-US" dirty="0"/>
              <a:t>Select Lines</a:t>
            </a:r>
          </a:p>
          <a:p>
            <a:pPr algn="l"/>
            <a:r>
              <a:rPr lang="en-US" sz="1200" b="0" i="1" dirty="0">
                <a:solidFill>
                  <a:srgbClr val="FF0000"/>
                </a:solidFill>
              </a:rPr>
              <a:t>Note: Do Not Select any blocks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70CE1EF-B3BD-0F3F-2203-D4FE27B39000}"/>
              </a:ext>
            </a:extLst>
          </p:cNvPr>
          <p:cNvSpPr txBox="1"/>
          <p:nvPr/>
        </p:nvSpPr>
        <p:spPr>
          <a:xfrm>
            <a:off x="6172200" y="1808145"/>
            <a:ext cx="59874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Step 2. Select other Lines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D46DAC9-8057-508D-C768-BE2946C0A2B5}"/>
              </a:ext>
            </a:extLst>
          </p:cNvPr>
          <p:cNvSpPr txBox="1"/>
          <p:nvPr/>
        </p:nvSpPr>
        <p:spPr>
          <a:xfrm>
            <a:off x="839788" y="1808145"/>
            <a:ext cx="51577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Step 1. Hold SHIFT &amp; drag cursor to select lines. </a:t>
            </a:r>
            <a:endParaRPr lang="en-US" i="1" dirty="0"/>
          </a:p>
        </p:txBody>
      </p:sp>
    </p:spTree>
    <p:extLst>
      <p:ext uri="{BB962C8B-B14F-4D97-AF65-F5344CB8AC3E}">
        <p14:creationId xmlns:p14="http://schemas.microsoft.com/office/powerpoint/2010/main" val="1212273598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B29A6F-2754-706F-1A94-D4558D92F1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A4B3C87-E371-4200-8889-930185273A4E}"/>
              </a:ext>
            </a:extLst>
          </p:cNvPr>
          <p:cNvSpPr txBox="1"/>
          <p:nvPr/>
        </p:nvSpPr>
        <p:spPr>
          <a:xfrm>
            <a:off x="7720553" y="207390"/>
            <a:ext cx="4119511" cy="307777"/>
          </a:xfrm>
          <a:prstGeom prst="rect">
            <a:avLst/>
          </a:prstGeom>
        </p:spPr>
        <p:txBody>
          <a:bodyPr/>
          <a:lstStyle>
            <a:lvl1pPr marL="0" indent="0" algn="r">
              <a:spcBef>
                <a:spcPct val="20000"/>
              </a:spcBef>
              <a:buFont typeface="Arial" panose="020B0604020202020204" pitchFamily="34" charset="0"/>
              <a:buNone/>
              <a:defRPr sz="2000">
                <a:cs typeface="Arial" panose="020B0604020202020204" pitchFamily="34" charset="0"/>
              </a:defRPr>
            </a:lvl1pPr>
            <a:lvl2pPr indent="0" algn="r">
              <a:spcBef>
                <a:spcPct val="20000"/>
              </a:spcBef>
              <a:buFont typeface="Arial" panose="020B0604020202020204" pitchFamily="34" charset="0"/>
              <a:buNone/>
              <a:defRPr>
                <a:cs typeface="Arial" panose="020B0604020202020204" pitchFamily="34" charset="0"/>
              </a:defRPr>
            </a:lvl2pPr>
            <a:lvl3pPr indent="0" algn="r">
              <a:spcBef>
                <a:spcPct val="20000"/>
              </a:spcBef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3pPr>
            <a:lvl4pPr indent="0" algn="r">
              <a:spcBef>
                <a:spcPct val="20000"/>
              </a:spcBef>
              <a:buFont typeface="Arial" panose="020B0604020202020204" pitchFamily="34" charset="0"/>
              <a:buNone/>
              <a:defRPr sz="1400">
                <a:cs typeface="Arial" panose="020B0604020202020204" pitchFamily="34" charset="0"/>
              </a:defRPr>
            </a:lvl4pPr>
            <a:lvl5pPr indent="0" algn="r">
              <a:spcBef>
                <a:spcPct val="20000"/>
              </a:spcBef>
              <a:buFont typeface="Arial" panose="020B0604020202020204" pitchFamily="34" charset="0"/>
              <a:buNone/>
              <a:defRPr sz="1400">
                <a:cs typeface="Arial" panose="020B0604020202020204" pitchFamily="34" charset="0"/>
              </a:defRPr>
            </a:lvl5pPr>
            <a:lvl6pPr marL="25146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6pPr>
            <a:lvl7pPr marL="29718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7pPr>
            <a:lvl8pPr marL="3429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8pPr>
            <a:lvl9pPr marL="38862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9pPr>
          </a:lstStyle>
          <a:p>
            <a:r>
              <a:rPr lang="en-US" dirty="0"/>
              <a:t>How to Use blocks (Part 1)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9ECB2968-6908-B425-E9A3-99B18159E0D3}"/>
              </a:ext>
            </a:extLst>
          </p:cNvPr>
          <p:cNvSpPr txBox="1">
            <a:spLocks/>
          </p:cNvSpPr>
          <p:nvPr/>
        </p:nvSpPr>
        <p:spPr>
          <a:xfrm>
            <a:off x="839788" y="913911"/>
            <a:ext cx="10515600" cy="823912"/>
          </a:xfrm>
        </p:spPr>
        <p:txBody>
          <a:bodyPr>
            <a:normAutofit fontScale="97500"/>
          </a:bodyPr>
          <a:lstStyle>
            <a:lvl1pPr algn="ctr" rtl="0" eaLnBrk="0" fontAlgn="base" hangingPunct="0">
              <a:spcBef>
                <a:spcPct val="0"/>
              </a:spcBef>
              <a:spcAft>
                <a:spcPct val="0"/>
              </a:spcAft>
              <a:defRPr lang="en-US" sz="2000" b="1" kern="1200">
                <a:solidFill>
                  <a:schemeClr val="tx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  <a:lvl2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4572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9144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13716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18288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l"/>
            <a:r>
              <a:rPr lang="en-US" dirty="0"/>
              <a:t>Signal Logging (Part 1)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CD55E39-AEAA-65FA-F2A6-0F945A59205C}"/>
              </a:ext>
            </a:extLst>
          </p:cNvPr>
          <p:cNvSpPr txBox="1"/>
          <p:nvPr/>
        </p:nvSpPr>
        <p:spPr>
          <a:xfrm>
            <a:off x="839788" y="1808145"/>
            <a:ext cx="51577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Step 1. Click “Signal” Tab</a:t>
            </a:r>
            <a:endParaRPr lang="en-US" i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6C4CA94-5CA7-A093-C8E8-205E7EFC21D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9768" b="85783"/>
          <a:stretch>
            <a:fillRect/>
          </a:stretch>
        </p:blipFill>
        <p:spPr>
          <a:xfrm>
            <a:off x="839786" y="2582555"/>
            <a:ext cx="10873069" cy="13794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49206420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3E662F-0598-DFF8-A5A7-D4A100E8BC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6363D9D1-87EF-7219-3943-1F0E77FBF7C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797" r="20078" b="4361"/>
          <a:stretch>
            <a:fillRect/>
          </a:stretch>
        </p:blipFill>
        <p:spPr>
          <a:xfrm>
            <a:off x="6096001" y="2177477"/>
            <a:ext cx="4922226" cy="4353258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05FD4F30-C88D-E588-D113-52462563A31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804" r="19665" b="4075"/>
          <a:stretch>
            <a:fillRect/>
          </a:stretch>
        </p:blipFill>
        <p:spPr>
          <a:xfrm>
            <a:off x="839786" y="2182506"/>
            <a:ext cx="4941889" cy="4353258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5946C7CC-6EED-32E3-29DA-75F676647C0C}"/>
              </a:ext>
            </a:extLst>
          </p:cNvPr>
          <p:cNvSpPr txBox="1"/>
          <p:nvPr/>
        </p:nvSpPr>
        <p:spPr>
          <a:xfrm>
            <a:off x="7720553" y="207390"/>
            <a:ext cx="4119511" cy="307777"/>
          </a:xfrm>
          <a:prstGeom prst="rect">
            <a:avLst/>
          </a:prstGeom>
        </p:spPr>
        <p:txBody>
          <a:bodyPr/>
          <a:lstStyle>
            <a:lvl1pPr marL="0" indent="0" algn="r">
              <a:spcBef>
                <a:spcPct val="20000"/>
              </a:spcBef>
              <a:buFont typeface="Arial" panose="020B0604020202020204" pitchFamily="34" charset="0"/>
              <a:buNone/>
              <a:defRPr sz="2000">
                <a:cs typeface="Arial" panose="020B0604020202020204" pitchFamily="34" charset="0"/>
              </a:defRPr>
            </a:lvl1pPr>
            <a:lvl2pPr indent="0" algn="r">
              <a:spcBef>
                <a:spcPct val="20000"/>
              </a:spcBef>
              <a:buFont typeface="Arial" panose="020B0604020202020204" pitchFamily="34" charset="0"/>
              <a:buNone/>
              <a:defRPr>
                <a:cs typeface="Arial" panose="020B0604020202020204" pitchFamily="34" charset="0"/>
              </a:defRPr>
            </a:lvl2pPr>
            <a:lvl3pPr indent="0" algn="r">
              <a:spcBef>
                <a:spcPct val="20000"/>
              </a:spcBef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3pPr>
            <a:lvl4pPr indent="0" algn="r">
              <a:spcBef>
                <a:spcPct val="20000"/>
              </a:spcBef>
              <a:buFont typeface="Arial" panose="020B0604020202020204" pitchFamily="34" charset="0"/>
              <a:buNone/>
              <a:defRPr sz="1400">
                <a:cs typeface="Arial" panose="020B0604020202020204" pitchFamily="34" charset="0"/>
              </a:defRPr>
            </a:lvl4pPr>
            <a:lvl5pPr indent="0" algn="r">
              <a:spcBef>
                <a:spcPct val="20000"/>
              </a:spcBef>
              <a:buFont typeface="Arial" panose="020B0604020202020204" pitchFamily="34" charset="0"/>
              <a:buNone/>
              <a:defRPr sz="1400">
                <a:cs typeface="Arial" panose="020B0604020202020204" pitchFamily="34" charset="0"/>
              </a:defRPr>
            </a:lvl5pPr>
            <a:lvl6pPr marL="25146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6pPr>
            <a:lvl7pPr marL="29718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7pPr>
            <a:lvl8pPr marL="3429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8pPr>
            <a:lvl9pPr marL="38862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9pPr>
          </a:lstStyle>
          <a:p>
            <a:r>
              <a:rPr lang="en-US" dirty="0"/>
              <a:t>How to Use blocks (Part 1)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204548AD-8D67-BB90-0D19-00DE5F707D71}"/>
              </a:ext>
            </a:extLst>
          </p:cNvPr>
          <p:cNvSpPr txBox="1">
            <a:spLocks/>
          </p:cNvSpPr>
          <p:nvPr/>
        </p:nvSpPr>
        <p:spPr>
          <a:xfrm>
            <a:off x="839788" y="913911"/>
            <a:ext cx="10515600" cy="823912"/>
          </a:xfrm>
        </p:spPr>
        <p:txBody>
          <a:bodyPr>
            <a:normAutofit fontScale="97500"/>
          </a:bodyPr>
          <a:lstStyle>
            <a:lvl1pPr algn="ctr" rtl="0" eaLnBrk="0" fontAlgn="base" hangingPunct="0">
              <a:spcBef>
                <a:spcPct val="0"/>
              </a:spcBef>
              <a:spcAft>
                <a:spcPct val="0"/>
              </a:spcAft>
              <a:defRPr lang="en-US" sz="2000" b="1" kern="1200">
                <a:solidFill>
                  <a:schemeClr val="tx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  <a:lvl2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4572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9144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13716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18288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l"/>
            <a:r>
              <a:rPr lang="en-US" dirty="0"/>
              <a:t>Signal Logging (Part 2)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F23B97D-CFAE-E0F2-6E6D-B87E9D76FA51}"/>
              </a:ext>
            </a:extLst>
          </p:cNvPr>
          <p:cNvSpPr txBox="1"/>
          <p:nvPr/>
        </p:nvSpPr>
        <p:spPr>
          <a:xfrm>
            <a:off x="6172200" y="1808145"/>
            <a:ext cx="59874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Step 2. Click Log Signals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9AE6C5A-1009-A83A-519A-99E6E5843373}"/>
              </a:ext>
            </a:extLst>
          </p:cNvPr>
          <p:cNvSpPr txBox="1"/>
          <p:nvPr/>
        </p:nvSpPr>
        <p:spPr>
          <a:xfrm>
            <a:off x="839788" y="1808145"/>
            <a:ext cx="51577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Step 1. Click Test Point</a:t>
            </a:r>
            <a:endParaRPr lang="en-US" i="1" dirty="0"/>
          </a:p>
        </p:txBody>
      </p:sp>
    </p:spTree>
    <p:extLst>
      <p:ext uri="{BB962C8B-B14F-4D97-AF65-F5344CB8AC3E}">
        <p14:creationId xmlns:p14="http://schemas.microsoft.com/office/powerpoint/2010/main" val="3648942590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737386-0D8C-4646-E970-73A935B7C2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3B43CAA9-0F9B-F905-B9DA-D24FF41242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to Run a simulation</a:t>
            </a:r>
          </a:p>
        </p:txBody>
      </p:sp>
    </p:spTree>
    <p:extLst>
      <p:ext uri="{BB962C8B-B14F-4D97-AF65-F5344CB8AC3E}">
        <p14:creationId xmlns:p14="http://schemas.microsoft.com/office/powerpoint/2010/main" val="1942791752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7CCA12-46AF-CA2E-F13E-D2A06757E3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C3FA529-5CA5-EC82-77A8-EE71A1B4028C}"/>
              </a:ext>
            </a:extLst>
          </p:cNvPr>
          <p:cNvSpPr txBox="1"/>
          <p:nvPr/>
        </p:nvSpPr>
        <p:spPr>
          <a:xfrm>
            <a:off x="7720553" y="207390"/>
            <a:ext cx="4119511" cy="307777"/>
          </a:xfrm>
          <a:prstGeom prst="rect">
            <a:avLst/>
          </a:prstGeom>
        </p:spPr>
        <p:txBody>
          <a:bodyPr/>
          <a:lstStyle>
            <a:lvl1pPr marL="0" indent="0" algn="r">
              <a:spcBef>
                <a:spcPct val="20000"/>
              </a:spcBef>
              <a:buFont typeface="Arial" panose="020B0604020202020204" pitchFamily="34" charset="0"/>
              <a:buNone/>
              <a:defRPr sz="2000">
                <a:cs typeface="Arial" panose="020B0604020202020204" pitchFamily="34" charset="0"/>
              </a:defRPr>
            </a:lvl1pPr>
            <a:lvl2pPr indent="0" algn="r">
              <a:spcBef>
                <a:spcPct val="20000"/>
              </a:spcBef>
              <a:buFont typeface="Arial" panose="020B0604020202020204" pitchFamily="34" charset="0"/>
              <a:buNone/>
              <a:defRPr>
                <a:cs typeface="Arial" panose="020B0604020202020204" pitchFamily="34" charset="0"/>
              </a:defRPr>
            </a:lvl2pPr>
            <a:lvl3pPr indent="0" algn="r">
              <a:spcBef>
                <a:spcPct val="20000"/>
              </a:spcBef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3pPr>
            <a:lvl4pPr indent="0" algn="r">
              <a:spcBef>
                <a:spcPct val="20000"/>
              </a:spcBef>
              <a:buFont typeface="Arial" panose="020B0604020202020204" pitchFamily="34" charset="0"/>
              <a:buNone/>
              <a:defRPr sz="1400">
                <a:cs typeface="Arial" panose="020B0604020202020204" pitchFamily="34" charset="0"/>
              </a:defRPr>
            </a:lvl4pPr>
            <a:lvl5pPr indent="0" algn="r">
              <a:spcBef>
                <a:spcPct val="20000"/>
              </a:spcBef>
              <a:buFont typeface="Arial" panose="020B0604020202020204" pitchFamily="34" charset="0"/>
              <a:buNone/>
              <a:defRPr sz="1400">
                <a:cs typeface="Arial" panose="020B0604020202020204" pitchFamily="34" charset="0"/>
              </a:defRPr>
            </a:lvl5pPr>
            <a:lvl6pPr marL="25146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6pPr>
            <a:lvl7pPr marL="29718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7pPr>
            <a:lvl8pPr marL="3429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8pPr>
            <a:lvl9pPr marL="38862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9pPr>
          </a:lstStyle>
          <a:p>
            <a:r>
              <a:rPr lang="en-US" dirty="0"/>
              <a:t>How to Run a simulation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3C4B084D-D7ED-F655-283D-F0D531466945}"/>
              </a:ext>
            </a:extLst>
          </p:cNvPr>
          <p:cNvSpPr txBox="1">
            <a:spLocks/>
          </p:cNvSpPr>
          <p:nvPr/>
        </p:nvSpPr>
        <p:spPr>
          <a:xfrm>
            <a:off x="839788" y="1376313"/>
            <a:ext cx="10515600" cy="4901938"/>
          </a:xfrm>
        </p:spPr>
        <p:txBody>
          <a:bodyPr>
            <a:normAutofit fontScale="97500"/>
          </a:bodyPr>
          <a:lstStyle>
            <a:lvl1pPr algn="ctr" rtl="0" eaLnBrk="0" fontAlgn="base" hangingPunct="0">
              <a:spcBef>
                <a:spcPct val="0"/>
              </a:spcBef>
              <a:spcAft>
                <a:spcPct val="0"/>
              </a:spcAft>
              <a:defRPr lang="en-US" sz="2000" b="1" kern="1200">
                <a:solidFill>
                  <a:schemeClr val="tx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  <a:lvl2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4572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9144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13716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18288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marL="228600" indent="-228600" algn="l" ea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1800" b="0" dirty="0">
                <a:latin typeface="+mn-lt"/>
                <a:ea typeface="+mn-ea"/>
                <a:cs typeface="+mn-cs"/>
              </a:rPr>
              <a:t>Run a simulation </a:t>
            </a:r>
          </a:p>
          <a:p>
            <a:pPr marL="685800" lvl="1" indent="-228600" algn="l" ea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1800" b="0" i="1" dirty="0">
                <a:latin typeface="+mn-lt"/>
                <a:cs typeface="+mn-cs"/>
              </a:rPr>
              <a:t>Run		Shortcut (CTRL+T)</a:t>
            </a:r>
          </a:p>
          <a:p>
            <a:pPr marL="685800" lvl="1" indent="-228600" algn="l" ea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1800" b="0" i="1" dirty="0">
                <a:latin typeface="+mn-lt"/>
                <a:cs typeface="+mn-cs"/>
              </a:rPr>
              <a:t>Stop Time		Default Value is 10 sec</a:t>
            </a:r>
          </a:p>
        </p:txBody>
      </p:sp>
      <p:sp>
        <p:nvSpPr>
          <p:cNvPr id="20" name="Title 3">
            <a:extLst>
              <a:ext uri="{FF2B5EF4-FFF2-40B4-BE49-F238E27FC236}">
                <a16:creationId xmlns:a16="http://schemas.microsoft.com/office/drawing/2014/main" id="{12438D08-4AA0-ABDD-1DAE-6F2DAB852E18}"/>
              </a:ext>
            </a:extLst>
          </p:cNvPr>
          <p:cNvSpPr txBox="1">
            <a:spLocks/>
          </p:cNvSpPr>
          <p:nvPr/>
        </p:nvSpPr>
        <p:spPr>
          <a:xfrm>
            <a:off x="839788" y="913911"/>
            <a:ext cx="10515600" cy="396416"/>
          </a:xfrm>
        </p:spPr>
        <p:txBody>
          <a:bodyPr>
            <a:normAutofit fontScale="97500"/>
          </a:bodyPr>
          <a:lstStyle>
            <a:lvl1pPr algn="ctr" rtl="0" eaLnBrk="0" fontAlgn="base" hangingPunct="0">
              <a:spcBef>
                <a:spcPct val="0"/>
              </a:spcBef>
              <a:spcAft>
                <a:spcPct val="0"/>
              </a:spcAft>
              <a:defRPr lang="en-US" sz="2000" b="1" kern="1200">
                <a:solidFill>
                  <a:schemeClr val="tx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  <a:lvl2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4572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9144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13716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18288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l"/>
            <a:r>
              <a:rPr lang="en-US" dirty="0"/>
              <a:t>Detailed Success in this section looks like knowing how to …</a:t>
            </a:r>
          </a:p>
        </p:txBody>
      </p:sp>
    </p:spTree>
    <p:extLst>
      <p:ext uri="{BB962C8B-B14F-4D97-AF65-F5344CB8AC3E}">
        <p14:creationId xmlns:p14="http://schemas.microsoft.com/office/powerpoint/2010/main" val="2144311979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2867F8-0CD9-A275-2EF4-726EBF57EF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895658F-4296-E444-1B8E-D1C24BF2021E}"/>
              </a:ext>
            </a:extLst>
          </p:cNvPr>
          <p:cNvSpPr txBox="1"/>
          <p:nvPr/>
        </p:nvSpPr>
        <p:spPr>
          <a:xfrm>
            <a:off x="7720553" y="207390"/>
            <a:ext cx="4119511" cy="307777"/>
          </a:xfrm>
          <a:prstGeom prst="rect">
            <a:avLst/>
          </a:prstGeom>
        </p:spPr>
        <p:txBody>
          <a:bodyPr/>
          <a:lstStyle>
            <a:lvl1pPr marL="0" indent="0" algn="r">
              <a:spcBef>
                <a:spcPct val="20000"/>
              </a:spcBef>
              <a:buFont typeface="Arial" panose="020B0604020202020204" pitchFamily="34" charset="0"/>
              <a:buNone/>
              <a:defRPr sz="2000">
                <a:cs typeface="Arial" panose="020B0604020202020204" pitchFamily="34" charset="0"/>
              </a:defRPr>
            </a:lvl1pPr>
            <a:lvl2pPr indent="0" algn="r">
              <a:spcBef>
                <a:spcPct val="20000"/>
              </a:spcBef>
              <a:buFont typeface="Arial" panose="020B0604020202020204" pitchFamily="34" charset="0"/>
              <a:buNone/>
              <a:defRPr>
                <a:cs typeface="Arial" panose="020B0604020202020204" pitchFamily="34" charset="0"/>
              </a:defRPr>
            </a:lvl2pPr>
            <a:lvl3pPr indent="0" algn="r">
              <a:spcBef>
                <a:spcPct val="20000"/>
              </a:spcBef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3pPr>
            <a:lvl4pPr indent="0" algn="r">
              <a:spcBef>
                <a:spcPct val="20000"/>
              </a:spcBef>
              <a:buFont typeface="Arial" panose="020B0604020202020204" pitchFamily="34" charset="0"/>
              <a:buNone/>
              <a:defRPr sz="1400">
                <a:cs typeface="Arial" panose="020B0604020202020204" pitchFamily="34" charset="0"/>
              </a:defRPr>
            </a:lvl4pPr>
            <a:lvl5pPr indent="0" algn="r">
              <a:spcBef>
                <a:spcPct val="20000"/>
              </a:spcBef>
              <a:buFont typeface="Arial" panose="020B0604020202020204" pitchFamily="34" charset="0"/>
              <a:buNone/>
              <a:defRPr sz="1400">
                <a:cs typeface="Arial" panose="020B0604020202020204" pitchFamily="34" charset="0"/>
              </a:defRPr>
            </a:lvl5pPr>
            <a:lvl6pPr marL="25146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6pPr>
            <a:lvl7pPr marL="29718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7pPr>
            <a:lvl8pPr marL="3429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8pPr>
            <a:lvl9pPr marL="38862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9pPr>
          </a:lstStyle>
          <a:p>
            <a:r>
              <a:rPr lang="en-US" dirty="0"/>
              <a:t>How to Run a simulation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4DD4F14B-E866-EE98-53CD-D87448E47607}"/>
              </a:ext>
            </a:extLst>
          </p:cNvPr>
          <p:cNvSpPr txBox="1">
            <a:spLocks/>
          </p:cNvSpPr>
          <p:nvPr/>
        </p:nvSpPr>
        <p:spPr>
          <a:xfrm>
            <a:off x="839788" y="913911"/>
            <a:ext cx="10515600" cy="823912"/>
          </a:xfrm>
        </p:spPr>
        <p:txBody>
          <a:bodyPr>
            <a:normAutofit fontScale="97500"/>
          </a:bodyPr>
          <a:lstStyle>
            <a:lvl1pPr algn="ctr" rtl="0" eaLnBrk="0" fontAlgn="base" hangingPunct="0">
              <a:spcBef>
                <a:spcPct val="0"/>
              </a:spcBef>
              <a:spcAft>
                <a:spcPct val="0"/>
              </a:spcAft>
              <a:defRPr lang="en-US" sz="2000" b="1" kern="1200">
                <a:solidFill>
                  <a:schemeClr val="tx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  <a:lvl2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4572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9144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13716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18288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l"/>
            <a:r>
              <a:rPr lang="en-US" dirty="0"/>
              <a:t>Run Simulation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677CE18-2454-1BBC-C73B-C52E8740E973}"/>
              </a:ext>
            </a:extLst>
          </p:cNvPr>
          <p:cNvSpPr txBox="1"/>
          <p:nvPr/>
        </p:nvSpPr>
        <p:spPr>
          <a:xfrm>
            <a:off x="839788" y="1808145"/>
            <a:ext cx="51577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Step 1. Click Run</a:t>
            </a:r>
            <a:endParaRPr lang="en-US" i="1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0891EDE-BDC9-2BED-33BF-BCB9D22C597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49375" b="67733"/>
          <a:stretch>
            <a:fillRect/>
          </a:stretch>
        </p:blipFill>
        <p:spPr>
          <a:xfrm>
            <a:off x="839786" y="2582555"/>
            <a:ext cx="10113964" cy="34649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51838543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B61615-0473-6AF2-6A66-0254DA519C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337A326D-AF3E-2ABD-F88A-B055C80E8F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to Use Data inspector</a:t>
            </a:r>
          </a:p>
        </p:txBody>
      </p:sp>
    </p:spTree>
    <p:extLst>
      <p:ext uri="{BB962C8B-B14F-4D97-AF65-F5344CB8AC3E}">
        <p14:creationId xmlns:p14="http://schemas.microsoft.com/office/powerpoint/2010/main" val="3060812559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60CBCD-93CA-9141-4BB2-C607FC869D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69401E6-DAE2-97F1-612B-77A88D8418F5}"/>
              </a:ext>
            </a:extLst>
          </p:cNvPr>
          <p:cNvSpPr txBox="1"/>
          <p:nvPr/>
        </p:nvSpPr>
        <p:spPr>
          <a:xfrm>
            <a:off x="7720553" y="207390"/>
            <a:ext cx="4119511" cy="307777"/>
          </a:xfrm>
          <a:prstGeom prst="rect">
            <a:avLst/>
          </a:prstGeom>
        </p:spPr>
        <p:txBody>
          <a:bodyPr/>
          <a:lstStyle>
            <a:lvl1pPr marL="0" indent="0" algn="r">
              <a:spcBef>
                <a:spcPct val="20000"/>
              </a:spcBef>
              <a:buFont typeface="Arial" panose="020B0604020202020204" pitchFamily="34" charset="0"/>
              <a:buNone/>
              <a:defRPr sz="2000">
                <a:cs typeface="Arial" panose="020B0604020202020204" pitchFamily="34" charset="0"/>
              </a:defRPr>
            </a:lvl1pPr>
            <a:lvl2pPr indent="0" algn="r">
              <a:spcBef>
                <a:spcPct val="20000"/>
              </a:spcBef>
              <a:buFont typeface="Arial" panose="020B0604020202020204" pitchFamily="34" charset="0"/>
              <a:buNone/>
              <a:defRPr>
                <a:cs typeface="Arial" panose="020B0604020202020204" pitchFamily="34" charset="0"/>
              </a:defRPr>
            </a:lvl2pPr>
            <a:lvl3pPr indent="0" algn="r">
              <a:spcBef>
                <a:spcPct val="20000"/>
              </a:spcBef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3pPr>
            <a:lvl4pPr indent="0" algn="r">
              <a:spcBef>
                <a:spcPct val="20000"/>
              </a:spcBef>
              <a:buFont typeface="Arial" panose="020B0604020202020204" pitchFamily="34" charset="0"/>
              <a:buNone/>
              <a:defRPr sz="1400">
                <a:cs typeface="Arial" panose="020B0604020202020204" pitchFamily="34" charset="0"/>
              </a:defRPr>
            </a:lvl4pPr>
            <a:lvl5pPr indent="0" algn="r">
              <a:spcBef>
                <a:spcPct val="20000"/>
              </a:spcBef>
              <a:buFont typeface="Arial" panose="020B0604020202020204" pitchFamily="34" charset="0"/>
              <a:buNone/>
              <a:defRPr sz="1400">
                <a:cs typeface="Arial" panose="020B0604020202020204" pitchFamily="34" charset="0"/>
              </a:defRPr>
            </a:lvl5pPr>
            <a:lvl6pPr marL="25146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6pPr>
            <a:lvl7pPr marL="29718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7pPr>
            <a:lvl8pPr marL="3429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8pPr>
            <a:lvl9pPr marL="38862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9pPr>
          </a:lstStyle>
          <a:p>
            <a:r>
              <a:rPr lang="en-US" dirty="0"/>
              <a:t>How to Use Data inspector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97CFC4D4-8FA2-21CC-589E-D83904702130}"/>
              </a:ext>
            </a:extLst>
          </p:cNvPr>
          <p:cNvSpPr txBox="1">
            <a:spLocks/>
          </p:cNvSpPr>
          <p:nvPr/>
        </p:nvSpPr>
        <p:spPr>
          <a:xfrm>
            <a:off x="839788" y="1376313"/>
            <a:ext cx="10515600" cy="4901938"/>
          </a:xfrm>
        </p:spPr>
        <p:txBody>
          <a:bodyPr>
            <a:normAutofit fontScale="97500"/>
          </a:bodyPr>
          <a:lstStyle>
            <a:lvl1pPr algn="ctr" rtl="0" eaLnBrk="0" fontAlgn="base" hangingPunct="0">
              <a:spcBef>
                <a:spcPct val="0"/>
              </a:spcBef>
              <a:spcAft>
                <a:spcPct val="0"/>
              </a:spcAft>
              <a:defRPr lang="en-US" sz="2000" b="1" kern="1200">
                <a:solidFill>
                  <a:schemeClr val="tx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  <a:lvl2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4572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9144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13716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18288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marL="228600" indent="-228600" algn="l" ea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1800" b="0" dirty="0">
                <a:latin typeface="+mn-lt"/>
                <a:ea typeface="+mn-ea"/>
                <a:cs typeface="+mn-cs"/>
              </a:rPr>
              <a:t>Use Data inspector</a:t>
            </a:r>
          </a:p>
          <a:p>
            <a:pPr marL="685800" lvl="1" indent="-228600" algn="l" ea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1800" b="0" i="1" dirty="0">
                <a:latin typeface="+mn-lt"/>
                <a:cs typeface="+mn-cs"/>
              </a:rPr>
              <a:t>Graph 		Graph Data / Edit Grid / Use Cursors</a:t>
            </a:r>
          </a:p>
          <a:p>
            <a:pPr marL="685800" lvl="1" indent="-228600" algn="l" ea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1800" b="0" i="1" dirty="0"/>
              <a:t>Stop Time		Default Value is 10 sec</a:t>
            </a:r>
          </a:p>
        </p:txBody>
      </p:sp>
      <p:sp>
        <p:nvSpPr>
          <p:cNvPr id="20" name="Title 3">
            <a:extLst>
              <a:ext uri="{FF2B5EF4-FFF2-40B4-BE49-F238E27FC236}">
                <a16:creationId xmlns:a16="http://schemas.microsoft.com/office/drawing/2014/main" id="{FCE15C6F-37E3-26A7-EBDC-AD23667D2DCD}"/>
              </a:ext>
            </a:extLst>
          </p:cNvPr>
          <p:cNvSpPr txBox="1">
            <a:spLocks/>
          </p:cNvSpPr>
          <p:nvPr/>
        </p:nvSpPr>
        <p:spPr>
          <a:xfrm>
            <a:off x="839788" y="913911"/>
            <a:ext cx="10515600" cy="396416"/>
          </a:xfrm>
        </p:spPr>
        <p:txBody>
          <a:bodyPr>
            <a:normAutofit fontScale="97500"/>
          </a:bodyPr>
          <a:lstStyle>
            <a:lvl1pPr algn="ctr" rtl="0" eaLnBrk="0" fontAlgn="base" hangingPunct="0">
              <a:spcBef>
                <a:spcPct val="0"/>
              </a:spcBef>
              <a:spcAft>
                <a:spcPct val="0"/>
              </a:spcAft>
              <a:defRPr lang="en-US" sz="2000" b="1" kern="1200">
                <a:solidFill>
                  <a:schemeClr val="tx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  <a:lvl2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4572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9144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13716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18288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l"/>
            <a:r>
              <a:rPr lang="en-US" dirty="0"/>
              <a:t>Detailed Success in this section looks like knowing how to …</a:t>
            </a:r>
          </a:p>
        </p:txBody>
      </p:sp>
    </p:spTree>
    <p:extLst>
      <p:ext uri="{BB962C8B-B14F-4D97-AF65-F5344CB8AC3E}">
        <p14:creationId xmlns:p14="http://schemas.microsoft.com/office/powerpoint/2010/main" val="1399208014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B6C9A4-63C6-B85C-9121-DE6B3F20E4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A5296C8-0D7E-CF5C-1612-B400758D6AF2}"/>
              </a:ext>
            </a:extLst>
          </p:cNvPr>
          <p:cNvSpPr txBox="1"/>
          <p:nvPr/>
        </p:nvSpPr>
        <p:spPr>
          <a:xfrm>
            <a:off x="7720553" y="207390"/>
            <a:ext cx="4119511" cy="307777"/>
          </a:xfrm>
          <a:prstGeom prst="rect">
            <a:avLst/>
          </a:prstGeom>
        </p:spPr>
        <p:txBody>
          <a:bodyPr/>
          <a:lstStyle>
            <a:lvl1pPr marL="0" indent="0" algn="r">
              <a:spcBef>
                <a:spcPct val="20000"/>
              </a:spcBef>
              <a:buFont typeface="Arial" panose="020B0604020202020204" pitchFamily="34" charset="0"/>
              <a:buNone/>
              <a:defRPr sz="2000">
                <a:cs typeface="Arial" panose="020B0604020202020204" pitchFamily="34" charset="0"/>
              </a:defRPr>
            </a:lvl1pPr>
            <a:lvl2pPr indent="0" algn="r">
              <a:spcBef>
                <a:spcPct val="20000"/>
              </a:spcBef>
              <a:buFont typeface="Arial" panose="020B0604020202020204" pitchFamily="34" charset="0"/>
              <a:buNone/>
              <a:defRPr>
                <a:cs typeface="Arial" panose="020B0604020202020204" pitchFamily="34" charset="0"/>
              </a:defRPr>
            </a:lvl2pPr>
            <a:lvl3pPr indent="0" algn="r">
              <a:spcBef>
                <a:spcPct val="20000"/>
              </a:spcBef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3pPr>
            <a:lvl4pPr indent="0" algn="r">
              <a:spcBef>
                <a:spcPct val="20000"/>
              </a:spcBef>
              <a:buFont typeface="Arial" panose="020B0604020202020204" pitchFamily="34" charset="0"/>
              <a:buNone/>
              <a:defRPr sz="1400">
                <a:cs typeface="Arial" panose="020B0604020202020204" pitchFamily="34" charset="0"/>
              </a:defRPr>
            </a:lvl4pPr>
            <a:lvl5pPr indent="0" algn="r">
              <a:spcBef>
                <a:spcPct val="20000"/>
              </a:spcBef>
              <a:buFont typeface="Arial" panose="020B0604020202020204" pitchFamily="34" charset="0"/>
              <a:buNone/>
              <a:defRPr sz="1400">
                <a:cs typeface="Arial" panose="020B0604020202020204" pitchFamily="34" charset="0"/>
              </a:defRPr>
            </a:lvl5pPr>
            <a:lvl6pPr marL="25146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6pPr>
            <a:lvl7pPr marL="29718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7pPr>
            <a:lvl8pPr marL="3429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8pPr>
            <a:lvl9pPr marL="38862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9pPr>
          </a:lstStyle>
          <a:p>
            <a:r>
              <a:rPr lang="en-US" dirty="0"/>
              <a:t>How to Use Data inspector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DE444C60-346E-A562-854A-C048497A7BB0}"/>
              </a:ext>
            </a:extLst>
          </p:cNvPr>
          <p:cNvSpPr txBox="1">
            <a:spLocks/>
          </p:cNvSpPr>
          <p:nvPr/>
        </p:nvSpPr>
        <p:spPr>
          <a:xfrm>
            <a:off x="839788" y="913911"/>
            <a:ext cx="10515600" cy="823912"/>
          </a:xfrm>
        </p:spPr>
        <p:txBody>
          <a:bodyPr>
            <a:normAutofit fontScale="97500"/>
          </a:bodyPr>
          <a:lstStyle>
            <a:lvl1pPr algn="ctr" rtl="0" eaLnBrk="0" fontAlgn="base" hangingPunct="0">
              <a:spcBef>
                <a:spcPct val="0"/>
              </a:spcBef>
              <a:spcAft>
                <a:spcPct val="0"/>
              </a:spcAft>
              <a:defRPr lang="en-US" sz="2000" b="1" kern="1200">
                <a:solidFill>
                  <a:schemeClr val="tx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  <a:lvl2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4572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9144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13716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18288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l"/>
            <a:r>
              <a:rPr lang="en-US" dirty="0"/>
              <a:t>Open Data Inspector</a:t>
            </a:r>
            <a:endParaRPr lang="en-US" sz="1600" b="0" i="1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11E8698-AC3B-187B-BC1A-19A580CC6EC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8829" t="10464" r="54505" b="35929"/>
          <a:stretch>
            <a:fillRect/>
          </a:stretch>
        </p:blipFill>
        <p:spPr>
          <a:xfrm>
            <a:off x="8161257" y="2608032"/>
            <a:ext cx="3678808" cy="3975164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967F5DEF-4F46-926F-9987-7D3482D01848}"/>
              </a:ext>
            </a:extLst>
          </p:cNvPr>
          <p:cNvSpPr txBox="1"/>
          <p:nvPr/>
        </p:nvSpPr>
        <p:spPr>
          <a:xfrm>
            <a:off x="4230277" y="1808145"/>
            <a:ext cx="38461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Step 2. Click “Data Inspector”</a:t>
            </a:r>
            <a:endParaRPr lang="en-US" i="1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E401D3E-DCB5-3546-BA71-BF208B10B7F5}"/>
              </a:ext>
            </a:extLst>
          </p:cNvPr>
          <p:cNvSpPr txBox="1"/>
          <p:nvPr/>
        </p:nvSpPr>
        <p:spPr>
          <a:xfrm>
            <a:off x="170484" y="1808145"/>
            <a:ext cx="411871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Step 1. Observe Logged Signals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753C49B-BAE8-9502-64C5-AB58FDEC15A1}"/>
              </a:ext>
            </a:extLst>
          </p:cNvPr>
          <p:cNvSpPr txBox="1"/>
          <p:nvPr/>
        </p:nvSpPr>
        <p:spPr>
          <a:xfrm>
            <a:off x="8175379" y="1805788"/>
            <a:ext cx="3846137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Step 3. Observe the Data Inspector</a:t>
            </a:r>
          </a:p>
          <a:p>
            <a:r>
              <a:rPr lang="en-US" sz="1200" i="1" dirty="0">
                <a:solidFill>
                  <a:srgbClr val="FF0000"/>
                </a:solidFill>
              </a:rPr>
              <a:t>Note: Simulation must be run to see values.</a:t>
            </a:r>
            <a:endParaRPr lang="en-US" i="1" dirty="0">
              <a:solidFill>
                <a:srgbClr val="FF0000"/>
              </a:solidFill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6D88FDF9-8F60-D57F-A576-3DF623C724C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4167" r="34585" b="73692"/>
          <a:stretch>
            <a:fillRect/>
          </a:stretch>
        </p:blipFill>
        <p:spPr>
          <a:xfrm>
            <a:off x="4192570" y="2608032"/>
            <a:ext cx="3733801" cy="248488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5FBB3B4C-310C-8800-A201-8BD38A35854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250" t="19913" r="34142" b="3262"/>
          <a:stretch>
            <a:fillRect/>
          </a:stretch>
        </p:blipFill>
        <p:spPr>
          <a:xfrm>
            <a:off x="190907" y="2608032"/>
            <a:ext cx="3839837" cy="3554643"/>
          </a:xfrm>
          <a:prstGeom prst="rect">
            <a:avLst/>
          </a:prstGeom>
        </p:spPr>
      </p:pic>
      <p:sp>
        <p:nvSpPr>
          <p:cNvPr id="18" name="Arrow: Up 17">
            <a:extLst>
              <a:ext uri="{FF2B5EF4-FFF2-40B4-BE49-F238E27FC236}">
                <a16:creationId xmlns:a16="http://schemas.microsoft.com/office/drawing/2014/main" id="{058E69C6-60F5-7FE1-F105-B3A4E9E08CF2}"/>
              </a:ext>
            </a:extLst>
          </p:cNvPr>
          <p:cNvSpPr/>
          <p:nvPr/>
        </p:nvSpPr>
        <p:spPr>
          <a:xfrm rot="10800000">
            <a:off x="1944972" y="4964892"/>
            <a:ext cx="165853" cy="314828"/>
          </a:xfrm>
          <a:prstGeom prst="upArrow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Arrow: Up 20">
            <a:extLst>
              <a:ext uri="{FF2B5EF4-FFF2-40B4-BE49-F238E27FC236}">
                <a16:creationId xmlns:a16="http://schemas.microsoft.com/office/drawing/2014/main" id="{56B94826-907F-6B68-85DF-F5DECA69C5E1}"/>
              </a:ext>
            </a:extLst>
          </p:cNvPr>
          <p:cNvSpPr/>
          <p:nvPr/>
        </p:nvSpPr>
        <p:spPr>
          <a:xfrm rot="10800000">
            <a:off x="1001997" y="3912379"/>
            <a:ext cx="165853" cy="314828"/>
          </a:xfrm>
          <a:prstGeom prst="upArrow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Arrow: Up 22">
            <a:extLst>
              <a:ext uri="{FF2B5EF4-FFF2-40B4-BE49-F238E27FC236}">
                <a16:creationId xmlns:a16="http://schemas.microsoft.com/office/drawing/2014/main" id="{06EE3E7E-77E7-D44D-C46F-D9CFCCEB9B99}"/>
              </a:ext>
            </a:extLst>
          </p:cNvPr>
          <p:cNvSpPr/>
          <p:nvPr/>
        </p:nvSpPr>
        <p:spPr>
          <a:xfrm rot="10800000">
            <a:off x="1206784" y="2488718"/>
            <a:ext cx="165853" cy="314828"/>
          </a:xfrm>
          <a:prstGeom prst="upArrow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Arrow: Up 24">
            <a:extLst>
              <a:ext uri="{FF2B5EF4-FFF2-40B4-BE49-F238E27FC236}">
                <a16:creationId xmlns:a16="http://schemas.microsoft.com/office/drawing/2014/main" id="{1442BA07-D002-B385-D02B-4F38B3ECB9DC}"/>
              </a:ext>
            </a:extLst>
          </p:cNvPr>
          <p:cNvSpPr/>
          <p:nvPr/>
        </p:nvSpPr>
        <p:spPr>
          <a:xfrm rot="10800000">
            <a:off x="3192746" y="3307868"/>
            <a:ext cx="165853" cy="314828"/>
          </a:xfrm>
          <a:prstGeom prst="upArrow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50722742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A77F39-175C-4ECE-0499-96BCC398FC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EE9F779B-1CE6-B6B5-E626-2FB4A489524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2133" r="14330" b="6952"/>
          <a:stretch>
            <a:fillRect/>
          </a:stretch>
        </p:blipFill>
        <p:spPr>
          <a:xfrm>
            <a:off x="3032481" y="1325867"/>
            <a:ext cx="8879665" cy="5064936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C0B9B2E5-7D23-7C4F-A4A8-DA9B81C8A1A7}"/>
              </a:ext>
            </a:extLst>
          </p:cNvPr>
          <p:cNvSpPr txBox="1"/>
          <p:nvPr/>
        </p:nvSpPr>
        <p:spPr>
          <a:xfrm>
            <a:off x="7720553" y="207390"/>
            <a:ext cx="4119511" cy="307777"/>
          </a:xfrm>
          <a:prstGeom prst="rect">
            <a:avLst/>
          </a:prstGeom>
        </p:spPr>
        <p:txBody>
          <a:bodyPr/>
          <a:lstStyle>
            <a:lvl1pPr marL="0" indent="0" algn="r">
              <a:spcBef>
                <a:spcPct val="20000"/>
              </a:spcBef>
              <a:buFont typeface="Arial" panose="020B0604020202020204" pitchFamily="34" charset="0"/>
              <a:buNone/>
              <a:defRPr sz="2000">
                <a:cs typeface="Arial" panose="020B0604020202020204" pitchFamily="34" charset="0"/>
              </a:defRPr>
            </a:lvl1pPr>
            <a:lvl2pPr indent="0" algn="r">
              <a:spcBef>
                <a:spcPct val="20000"/>
              </a:spcBef>
              <a:buFont typeface="Arial" panose="020B0604020202020204" pitchFamily="34" charset="0"/>
              <a:buNone/>
              <a:defRPr>
                <a:cs typeface="Arial" panose="020B0604020202020204" pitchFamily="34" charset="0"/>
              </a:defRPr>
            </a:lvl2pPr>
            <a:lvl3pPr indent="0" algn="r">
              <a:spcBef>
                <a:spcPct val="20000"/>
              </a:spcBef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3pPr>
            <a:lvl4pPr indent="0" algn="r">
              <a:spcBef>
                <a:spcPct val="20000"/>
              </a:spcBef>
              <a:buFont typeface="Arial" panose="020B0604020202020204" pitchFamily="34" charset="0"/>
              <a:buNone/>
              <a:defRPr sz="1400">
                <a:cs typeface="Arial" panose="020B0604020202020204" pitchFamily="34" charset="0"/>
              </a:defRPr>
            </a:lvl4pPr>
            <a:lvl5pPr indent="0" algn="r">
              <a:spcBef>
                <a:spcPct val="20000"/>
              </a:spcBef>
              <a:buFont typeface="Arial" panose="020B0604020202020204" pitchFamily="34" charset="0"/>
              <a:buNone/>
              <a:defRPr sz="1400">
                <a:cs typeface="Arial" panose="020B0604020202020204" pitchFamily="34" charset="0"/>
              </a:defRPr>
            </a:lvl5pPr>
            <a:lvl6pPr marL="25146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6pPr>
            <a:lvl7pPr marL="29718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7pPr>
            <a:lvl8pPr marL="3429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8pPr>
            <a:lvl9pPr marL="38862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9pPr>
          </a:lstStyle>
          <a:p>
            <a:r>
              <a:rPr lang="en-US" dirty="0"/>
              <a:t>How to Use Data inspector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5C5CE141-1030-31AB-E5CE-6172E9E5B719}"/>
              </a:ext>
            </a:extLst>
          </p:cNvPr>
          <p:cNvSpPr txBox="1">
            <a:spLocks/>
          </p:cNvSpPr>
          <p:nvPr/>
        </p:nvSpPr>
        <p:spPr>
          <a:xfrm>
            <a:off x="839788" y="913911"/>
            <a:ext cx="10515600" cy="823912"/>
          </a:xfrm>
        </p:spPr>
        <p:txBody>
          <a:bodyPr>
            <a:normAutofit fontScale="97500"/>
          </a:bodyPr>
          <a:lstStyle>
            <a:lvl1pPr algn="ctr" rtl="0" eaLnBrk="0" fontAlgn="base" hangingPunct="0">
              <a:spcBef>
                <a:spcPct val="0"/>
              </a:spcBef>
              <a:spcAft>
                <a:spcPct val="0"/>
              </a:spcAft>
              <a:defRPr lang="en-US" sz="2000" b="1" kern="1200">
                <a:solidFill>
                  <a:schemeClr val="tx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  <a:lvl2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4572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9144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13716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18288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l"/>
            <a:r>
              <a:rPr lang="en-US" dirty="0"/>
              <a:t>Add 1 Signal to Chart + Stop Time Overview</a:t>
            </a:r>
            <a:endParaRPr lang="en-US" i="1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03C6492-ED00-308C-BAD5-B891B4418905}"/>
              </a:ext>
            </a:extLst>
          </p:cNvPr>
          <p:cNvSpPr txBox="1"/>
          <p:nvPr/>
        </p:nvSpPr>
        <p:spPr>
          <a:xfrm>
            <a:off x="131975" y="1855279"/>
            <a:ext cx="2733773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Step 1. Check box to add signal to data inspector chart </a:t>
            </a:r>
          </a:p>
          <a:p>
            <a:endParaRPr lang="en-US" i="1" dirty="0"/>
          </a:p>
          <a:p>
            <a:r>
              <a:rPr lang="en-US" sz="1200" i="1" dirty="0"/>
              <a:t>Note: The only reason we have 10 seconds of data is because the stop time is currently set for 10 seconds.</a:t>
            </a:r>
          </a:p>
          <a:p>
            <a:endParaRPr lang="en-US" sz="1200" i="1" dirty="0"/>
          </a:p>
          <a:p>
            <a:r>
              <a:rPr lang="en-US" sz="1200" i="1" dirty="0"/>
              <a:t>Increase the stop time to obtain more data.</a:t>
            </a:r>
            <a:endParaRPr lang="en-US" sz="1400" i="1" dirty="0"/>
          </a:p>
        </p:txBody>
      </p:sp>
    </p:spTree>
    <p:extLst>
      <p:ext uri="{BB962C8B-B14F-4D97-AF65-F5344CB8AC3E}">
        <p14:creationId xmlns:p14="http://schemas.microsoft.com/office/powerpoint/2010/main" val="1805601638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DF1DBB-EF56-C762-7F65-EC84E85428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E2275083-76AE-F306-5882-8A878DE9886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797" r="20078" b="4361"/>
          <a:stretch>
            <a:fillRect/>
          </a:stretch>
        </p:blipFill>
        <p:spPr>
          <a:xfrm>
            <a:off x="6096001" y="2177477"/>
            <a:ext cx="4922226" cy="4353258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F903A8E4-DED1-6A3A-6B7F-DE1618C0DCD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644" t="9255" r="18737" b="8247"/>
          <a:stretch>
            <a:fillRect/>
          </a:stretch>
        </p:blipFill>
        <p:spPr>
          <a:xfrm>
            <a:off x="6096000" y="1124463"/>
            <a:ext cx="5561814" cy="5406272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D5671B5A-92BF-DC38-4BD5-BDD04E1E7AD2}"/>
              </a:ext>
            </a:extLst>
          </p:cNvPr>
          <p:cNvSpPr txBox="1"/>
          <p:nvPr/>
        </p:nvSpPr>
        <p:spPr>
          <a:xfrm>
            <a:off x="7720553" y="207390"/>
            <a:ext cx="4119511" cy="307777"/>
          </a:xfrm>
          <a:prstGeom prst="rect">
            <a:avLst/>
          </a:prstGeom>
        </p:spPr>
        <p:txBody>
          <a:bodyPr/>
          <a:lstStyle>
            <a:lvl1pPr marL="0" indent="0" algn="r">
              <a:spcBef>
                <a:spcPct val="20000"/>
              </a:spcBef>
              <a:buFont typeface="Arial" panose="020B0604020202020204" pitchFamily="34" charset="0"/>
              <a:buNone/>
              <a:defRPr sz="2000">
                <a:cs typeface="Arial" panose="020B0604020202020204" pitchFamily="34" charset="0"/>
              </a:defRPr>
            </a:lvl1pPr>
            <a:lvl2pPr indent="0" algn="r">
              <a:spcBef>
                <a:spcPct val="20000"/>
              </a:spcBef>
              <a:buFont typeface="Arial" panose="020B0604020202020204" pitchFamily="34" charset="0"/>
              <a:buNone/>
              <a:defRPr>
                <a:cs typeface="Arial" panose="020B0604020202020204" pitchFamily="34" charset="0"/>
              </a:defRPr>
            </a:lvl2pPr>
            <a:lvl3pPr indent="0" algn="r">
              <a:spcBef>
                <a:spcPct val="20000"/>
              </a:spcBef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3pPr>
            <a:lvl4pPr indent="0" algn="r">
              <a:spcBef>
                <a:spcPct val="20000"/>
              </a:spcBef>
              <a:buFont typeface="Arial" panose="020B0604020202020204" pitchFamily="34" charset="0"/>
              <a:buNone/>
              <a:defRPr sz="1400">
                <a:cs typeface="Arial" panose="020B0604020202020204" pitchFamily="34" charset="0"/>
              </a:defRPr>
            </a:lvl4pPr>
            <a:lvl5pPr indent="0" algn="r">
              <a:spcBef>
                <a:spcPct val="20000"/>
              </a:spcBef>
              <a:buFont typeface="Arial" panose="020B0604020202020204" pitchFamily="34" charset="0"/>
              <a:buNone/>
              <a:defRPr sz="1400">
                <a:cs typeface="Arial" panose="020B0604020202020204" pitchFamily="34" charset="0"/>
              </a:defRPr>
            </a:lvl5pPr>
            <a:lvl6pPr marL="25146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6pPr>
            <a:lvl7pPr marL="29718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7pPr>
            <a:lvl8pPr marL="3429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8pPr>
            <a:lvl9pPr marL="38862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9pPr>
          </a:lstStyle>
          <a:p>
            <a:r>
              <a:rPr lang="en-US" dirty="0"/>
              <a:t>How to Use Data inspector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917620EB-5861-5A7C-52DD-712455167788}"/>
              </a:ext>
            </a:extLst>
          </p:cNvPr>
          <p:cNvSpPr txBox="1">
            <a:spLocks/>
          </p:cNvSpPr>
          <p:nvPr/>
        </p:nvSpPr>
        <p:spPr>
          <a:xfrm>
            <a:off x="839788" y="913911"/>
            <a:ext cx="10515600" cy="823912"/>
          </a:xfrm>
        </p:spPr>
        <p:txBody>
          <a:bodyPr>
            <a:normAutofit fontScale="97500"/>
          </a:bodyPr>
          <a:lstStyle>
            <a:lvl1pPr algn="ctr" rtl="0" eaLnBrk="0" fontAlgn="base" hangingPunct="0">
              <a:spcBef>
                <a:spcPct val="0"/>
              </a:spcBef>
              <a:spcAft>
                <a:spcPct val="0"/>
              </a:spcAft>
              <a:defRPr lang="en-US" sz="2000" b="1" kern="1200">
                <a:solidFill>
                  <a:schemeClr val="tx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  <a:lvl2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4572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9144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13716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18288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l"/>
            <a:r>
              <a:rPr lang="en-US" dirty="0"/>
              <a:t>Edit Grid Layout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3C44B59-143F-A7D5-F4BE-934459838830}"/>
              </a:ext>
            </a:extLst>
          </p:cNvPr>
          <p:cNvSpPr txBox="1"/>
          <p:nvPr/>
        </p:nvSpPr>
        <p:spPr>
          <a:xfrm>
            <a:off x="839788" y="1808145"/>
            <a:ext cx="51577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Step 1. Click Grid Icon &amp; update Row value to 4</a:t>
            </a:r>
            <a:endParaRPr lang="en-US" i="1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ECFEB37-0198-7036-A4CE-61EEFCC75B8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668" t="8608" r="24269" b="33833"/>
          <a:stretch>
            <a:fillRect/>
          </a:stretch>
        </p:blipFill>
        <p:spPr>
          <a:xfrm>
            <a:off x="839785" y="2182506"/>
            <a:ext cx="4945115" cy="3916636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BB663D2B-DE08-641E-4323-E086A4C76804}"/>
              </a:ext>
            </a:extLst>
          </p:cNvPr>
          <p:cNvSpPr/>
          <p:nvPr/>
        </p:nvSpPr>
        <p:spPr>
          <a:xfrm>
            <a:off x="3684445" y="4174996"/>
            <a:ext cx="623604" cy="35821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7476EEF2-2D71-805D-3480-8ECF24D59F60}"/>
              </a:ext>
            </a:extLst>
          </p:cNvPr>
          <p:cNvSpPr/>
          <p:nvPr/>
        </p:nvSpPr>
        <p:spPr>
          <a:xfrm>
            <a:off x="8955600" y="2993259"/>
            <a:ext cx="623604" cy="35821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9443991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5A5ABB-CA19-8AFC-EB98-19BD98F7A2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15F5F4D5-4867-D30F-827C-0C9EE0201EE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969" t="10547" r="15104" b="8321"/>
          <a:stretch>
            <a:fillRect/>
          </a:stretch>
        </p:blipFill>
        <p:spPr>
          <a:xfrm>
            <a:off x="4210639" y="1541283"/>
            <a:ext cx="5965205" cy="5316718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4DF43E87-B00E-4352-2F32-9A86B938780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8635" t="10477" r="47894" b="8391"/>
          <a:stretch>
            <a:fillRect/>
          </a:stretch>
        </p:blipFill>
        <p:spPr>
          <a:xfrm>
            <a:off x="38506" y="1541283"/>
            <a:ext cx="4080861" cy="5316717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FD24391B-A4BA-F02C-B148-FB61B4A5CE33}"/>
              </a:ext>
            </a:extLst>
          </p:cNvPr>
          <p:cNvSpPr txBox="1"/>
          <p:nvPr/>
        </p:nvSpPr>
        <p:spPr>
          <a:xfrm>
            <a:off x="7720553" y="207390"/>
            <a:ext cx="4119511" cy="307777"/>
          </a:xfrm>
          <a:prstGeom prst="rect">
            <a:avLst/>
          </a:prstGeom>
        </p:spPr>
        <p:txBody>
          <a:bodyPr/>
          <a:lstStyle>
            <a:lvl1pPr marL="0" indent="0" algn="r">
              <a:spcBef>
                <a:spcPct val="20000"/>
              </a:spcBef>
              <a:buFont typeface="Arial" panose="020B0604020202020204" pitchFamily="34" charset="0"/>
              <a:buNone/>
              <a:defRPr sz="2000">
                <a:cs typeface="Arial" panose="020B0604020202020204" pitchFamily="34" charset="0"/>
              </a:defRPr>
            </a:lvl1pPr>
            <a:lvl2pPr indent="0" algn="r">
              <a:spcBef>
                <a:spcPct val="20000"/>
              </a:spcBef>
              <a:buFont typeface="Arial" panose="020B0604020202020204" pitchFamily="34" charset="0"/>
              <a:buNone/>
              <a:defRPr>
                <a:cs typeface="Arial" panose="020B0604020202020204" pitchFamily="34" charset="0"/>
              </a:defRPr>
            </a:lvl2pPr>
            <a:lvl3pPr indent="0" algn="r">
              <a:spcBef>
                <a:spcPct val="20000"/>
              </a:spcBef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3pPr>
            <a:lvl4pPr indent="0" algn="r">
              <a:spcBef>
                <a:spcPct val="20000"/>
              </a:spcBef>
              <a:buFont typeface="Arial" panose="020B0604020202020204" pitchFamily="34" charset="0"/>
              <a:buNone/>
              <a:defRPr sz="1400">
                <a:cs typeface="Arial" panose="020B0604020202020204" pitchFamily="34" charset="0"/>
              </a:defRPr>
            </a:lvl4pPr>
            <a:lvl5pPr indent="0" algn="r">
              <a:spcBef>
                <a:spcPct val="20000"/>
              </a:spcBef>
              <a:buFont typeface="Arial" panose="020B0604020202020204" pitchFamily="34" charset="0"/>
              <a:buNone/>
              <a:defRPr sz="1400">
                <a:cs typeface="Arial" panose="020B0604020202020204" pitchFamily="34" charset="0"/>
              </a:defRPr>
            </a:lvl5pPr>
            <a:lvl6pPr marL="25146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6pPr>
            <a:lvl7pPr marL="29718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7pPr>
            <a:lvl8pPr marL="3429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8pPr>
            <a:lvl9pPr marL="38862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9pPr>
          </a:lstStyle>
          <a:p>
            <a:r>
              <a:rPr lang="en-US" dirty="0"/>
              <a:t>How to Use Data inspector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5EF4A688-7E74-D152-A320-66773629F290}"/>
              </a:ext>
            </a:extLst>
          </p:cNvPr>
          <p:cNvSpPr txBox="1">
            <a:spLocks/>
          </p:cNvSpPr>
          <p:nvPr/>
        </p:nvSpPr>
        <p:spPr>
          <a:xfrm>
            <a:off x="839788" y="913911"/>
            <a:ext cx="10515600" cy="823912"/>
          </a:xfrm>
        </p:spPr>
        <p:txBody>
          <a:bodyPr>
            <a:normAutofit fontScale="97500"/>
          </a:bodyPr>
          <a:lstStyle>
            <a:lvl1pPr algn="ctr" rtl="0" eaLnBrk="0" fontAlgn="base" hangingPunct="0">
              <a:spcBef>
                <a:spcPct val="0"/>
              </a:spcBef>
              <a:spcAft>
                <a:spcPct val="0"/>
              </a:spcAft>
              <a:defRPr lang="en-US" sz="2000" b="1" kern="1200">
                <a:solidFill>
                  <a:schemeClr val="tx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  <a:lvl2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4572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9144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13716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18288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l"/>
            <a:r>
              <a:rPr lang="en-US" dirty="0"/>
              <a:t>Add Signal(s) to Chart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FCA81C3-FE63-6D93-C577-C8B93DEC1288}"/>
              </a:ext>
            </a:extLst>
          </p:cNvPr>
          <p:cNvSpPr txBox="1"/>
          <p:nvPr/>
        </p:nvSpPr>
        <p:spPr>
          <a:xfrm>
            <a:off x="4210639" y="1214255"/>
            <a:ext cx="59874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Step 2. Add Cursors to Chart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8617C65-084F-8E0F-9049-C254B2C90CF5}"/>
              </a:ext>
            </a:extLst>
          </p:cNvPr>
          <p:cNvSpPr txBox="1"/>
          <p:nvPr/>
        </p:nvSpPr>
        <p:spPr>
          <a:xfrm>
            <a:off x="38508" y="1214255"/>
            <a:ext cx="408085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Step 1. Add Signals to Chart</a:t>
            </a:r>
            <a:endParaRPr lang="en-US" i="1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A1252E7-5FF1-3EA5-66DF-B650EDB03084}"/>
              </a:ext>
            </a:extLst>
          </p:cNvPr>
          <p:cNvSpPr txBox="1"/>
          <p:nvPr/>
        </p:nvSpPr>
        <p:spPr>
          <a:xfrm>
            <a:off x="10235778" y="1193103"/>
            <a:ext cx="189478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Step 3. Close Data inspector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A38C900E-89AA-9BDE-EE84-3162B889E70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8479" t="6018" r="5980" b="84119"/>
          <a:stretch>
            <a:fillRect/>
          </a:stretch>
        </p:blipFill>
        <p:spPr>
          <a:xfrm>
            <a:off x="10235778" y="1839434"/>
            <a:ext cx="1894788" cy="646331"/>
          </a:xfrm>
          <a:prstGeom prst="rect">
            <a:avLst/>
          </a:prstGeom>
          <a:ln>
            <a:noFill/>
          </a:ln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BE5D351A-F7AA-E501-F741-F1E7DD7A2F0F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84304" b="70391"/>
          <a:stretch>
            <a:fillRect/>
          </a:stretch>
        </p:blipFill>
        <p:spPr>
          <a:xfrm>
            <a:off x="10235778" y="3174476"/>
            <a:ext cx="1913641" cy="1940351"/>
          </a:xfrm>
          <a:prstGeom prst="rect">
            <a:avLst/>
          </a:prstGeom>
          <a:ln>
            <a:noFill/>
          </a:ln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EBCA9B74-F1EA-7A8C-4F96-088D748D4A48}"/>
              </a:ext>
            </a:extLst>
          </p:cNvPr>
          <p:cNvSpPr txBox="1"/>
          <p:nvPr/>
        </p:nvSpPr>
        <p:spPr>
          <a:xfrm>
            <a:off x="10235778" y="2812793"/>
            <a:ext cx="191364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Step 4. Save</a:t>
            </a: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291FD9C9-5945-F9B2-9556-57CF9B76285E}"/>
              </a:ext>
            </a:extLst>
          </p:cNvPr>
          <p:cNvCxnSpPr/>
          <p:nvPr/>
        </p:nvCxnSpPr>
        <p:spPr>
          <a:xfrm>
            <a:off x="4172931" y="1018095"/>
            <a:ext cx="0" cy="583990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CB48CACE-DC9D-E1D0-9DD1-CFD78E10A2EA}"/>
              </a:ext>
            </a:extLst>
          </p:cNvPr>
          <p:cNvCxnSpPr/>
          <p:nvPr/>
        </p:nvCxnSpPr>
        <p:spPr>
          <a:xfrm>
            <a:off x="10194698" y="1018095"/>
            <a:ext cx="0" cy="583990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66958560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ACA0A6-8D67-5C93-57A4-86163CA747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A2AB0A80-7C1F-704F-E43A-5187837B34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to Use blocks (Part 2)</a:t>
            </a:r>
          </a:p>
        </p:txBody>
      </p:sp>
    </p:spTree>
    <p:extLst>
      <p:ext uri="{BB962C8B-B14F-4D97-AF65-F5344CB8AC3E}">
        <p14:creationId xmlns:p14="http://schemas.microsoft.com/office/powerpoint/2010/main" val="166677543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A9D3F1-D77D-0F16-4E69-57064C732A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155C529-4693-3754-E3C9-CCE8EB182768}"/>
              </a:ext>
            </a:extLst>
          </p:cNvPr>
          <p:cNvSpPr txBox="1"/>
          <p:nvPr/>
        </p:nvSpPr>
        <p:spPr>
          <a:xfrm>
            <a:off x="7720553" y="207390"/>
            <a:ext cx="4119511" cy="307777"/>
          </a:xfrm>
          <a:prstGeom prst="rect">
            <a:avLst/>
          </a:prstGeom>
        </p:spPr>
        <p:txBody>
          <a:bodyPr/>
          <a:lstStyle>
            <a:lvl1pPr marL="0" indent="0" algn="r">
              <a:spcBef>
                <a:spcPct val="20000"/>
              </a:spcBef>
              <a:buFont typeface="Arial" panose="020B0604020202020204" pitchFamily="34" charset="0"/>
              <a:buNone/>
              <a:defRPr sz="2000">
                <a:cs typeface="Arial" panose="020B0604020202020204" pitchFamily="34" charset="0"/>
              </a:defRPr>
            </a:lvl1pPr>
            <a:lvl2pPr indent="0" algn="r">
              <a:spcBef>
                <a:spcPct val="20000"/>
              </a:spcBef>
              <a:buFont typeface="Arial" panose="020B0604020202020204" pitchFamily="34" charset="0"/>
              <a:buNone/>
              <a:defRPr>
                <a:cs typeface="Arial" panose="020B0604020202020204" pitchFamily="34" charset="0"/>
              </a:defRPr>
            </a:lvl2pPr>
            <a:lvl3pPr indent="0" algn="r">
              <a:spcBef>
                <a:spcPct val="20000"/>
              </a:spcBef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3pPr>
            <a:lvl4pPr indent="0" algn="r">
              <a:spcBef>
                <a:spcPct val="20000"/>
              </a:spcBef>
              <a:buFont typeface="Arial" panose="020B0604020202020204" pitchFamily="34" charset="0"/>
              <a:buNone/>
              <a:defRPr sz="1400">
                <a:cs typeface="Arial" panose="020B0604020202020204" pitchFamily="34" charset="0"/>
              </a:defRPr>
            </a:lvl4pPr>
            <a:lvl5pPr indent="0" algn="r">
              <a:spcBef>
                <a:spcPct val="20000"/>
              </a:spcBef>
              <a:buFont typeface="Arial" panose="020B0604020202020204" pitchFamily="34" charset="0"/>
              <a:buNone/>
              <a:defRPr sz="1400">
                <a:cs typeface="Arial" panose="020B0604020202020204" pitchFamily="34" charset="0"/>
              </a:defRPr>
            </a:lvl5pPr>
            <a:lvl6pPr marL="25146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6pPr>
            <a:lvl7pPr marL="29718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7pPr>
            <a:lvl8pPr marL="3429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8pPr>
            <a:lvl9pPr marL="38862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9pPr>
          </a:lstStyle>
          <a:p>
            <a:r>
              <a:rPr lang="en-US" dirty="0"/>
              <a:t>How to Use blocks (Part 2)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C7A7A5B7-6FC9-9035-DA91-5A937903728D}"/>
              </a:ext>
            </a:extLst>
          </p:cNvPr>
          <p:cNvSpPr txBox="1">
            <a:spLocks/>
          </p:cNvSpPr>
          <p:nvPr/>
        </p:nvSpPr>
        <p:spPr>
          <a:xfrm>
            <a:off x="839788" y="1376313"/>
            <a:ext cx="10515600" cy="4901938"/>
          </a:xfrm>
        </p:spPr>
        <p:txBody>
          <a:bodyPr>
            <a:normAutofit fontScale="97500"/>
          </a:bodyPr>
          <a:lstStyle>
            <a:lvl1pPr algn="ctr" rtl="0" eaLnBrk="0" fontAlgn="base" hangingPunct="0">
              <a:spcBef>
                <a:spcPct val="0"/>
              </a:spcBef>
              <a:spcAft>
                <a:spcPct val="0"/>
              </a:spcAft>
              <a:defRPr lang="en-US" sz="2000" b="1" kern="1200">
                <a:solidFill>
                  <a:schemeClr val="tx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  <a:lvl2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4572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9144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13716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18288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marL="228600" indent="-228600" algn="l" ea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1800" b="0" dirty="0"/>
              <a:t>Use blocks</a:t>
            </a:r>
          </a:p>
          <a:p>
            <a:pPr marL="685800" lvl="1" indent="-228600" algn="l" ea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1800" b="0" i="1" dirty="0"/>
              <a:t>Blocks 			Format</a:t>
            </a:r>
          </a:p>
          <a:p>
            <a:pPr marL="685800" lvl="1" indent="-228600" algn="l" ea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1800" b="0" i="1" dirty="0"/>
              <a:t>Signal Attributes 		View / Edit / Property Inspector</a:t>
            </a:r>
          </a:p>
          <a:p>
            <a:pPr marL="285750" indent="-285750" algn="l" eaLnBrk="1" hangingPunct="1">
              <a:spcBef>
                <a:spcPts val="1000"/>
              </a:spcBef>
              <a:buFont typeface="Arial" panose="020B0604020202020204" pitchFamily="34" charset="0"/>
              <a:buChar char="•"/>
            </a:pPr>
            <a:endParaRPr lang="en-US" sz="1800" b="0" dirty="0">
              <a:latin typeface="+mn-lt"/>
              <a:ea typeface="+mn-ea"/>
              <a:cs typeface="+mn-cs"/>
            </a:endParaRPr>
          </a:p>
        </p:txBody>
      </p:sp>
      <p:sp>
        <p:nvSpPr>
          <p:cNvPr id="20" name="Title 3">
            <a:extLst>
              <a:ext uri="{FF2B5EF4-FFF2-40B4-BE49-F238E27FC236}">
                <a16:creationId xmlns:a16="http://schemas.microsoft.com/office/drawing/2014/main" id="{B089381D-9ED3-4995-1D78-9C89E0C7EBD9}"/>
              </a:ext>
            </a:extLst>
          </p:cNvPr>
          <p:cNvSpPr txBox="1">
            <a:spLocks/>
          </p:cNvSpPr>
          <p:nvPr/>
        </p:nvSpPr>
        <p:spPr>
          <a:xfrm>
            <a:off x="839788" y="913911"/>
            <a:ext cx="10515600" cy="396416"/>
          </a:xfrm>
        </p:spPr>
        <p:txBody>
          <a:bodyPr>
            <a:normAutofit fontScale="97500"/>
          </a:bodyPr>
          <a:lstStyle>
            <a:lvl1pPr algn="ctr" rtl="0" eaLnBrk="0" fontAlgn="base" hangingPunct="0">
              <a:spcBef>
                <a:spcPct val="0"/>
              </a:spcBef>
              <a:spcAft>
                <a:spcPct val="0"/>
              </a:spcAft>
              <a:defRPr lang="en-US" sz="2000" b="1" kern="1200">
                <a:solidFill>
                  <a:schemeClr val="tx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  <a:lvl2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4572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9144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13716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18288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l"/>
            <a:r>
              <a:rPr lang="en-US" dirty="0"/>
              <a:t>Detailed Success in this section looks like knowing how to …</a:t>
            </a:r>
          </a:p>
        </p:txBody>
      </p:sp>
    </p:spTree>
    <p:extLst>
      <p:ext uri="{BB962C8B-B14F-4D97-AF65-F5344CB8AC3E}">
        <p14:creationId xmlns:p14="http://schemas.microsoft.com/office/powerpoint/2010/main" val="960734497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65E5CC-2BA2-217A-D3C3-94813BDBDF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Picture 16">
            <a:extLst>
              <a:ext uri="{FF2B5EF4-FFF2-40B4-BE49-F238E27FC236}">
                <a16:creationId xmlns:a16="http://schemas.microsoft.com/office/drawing/2014/main" id="{83390472-5412-B1CE-448E-F0D3F4F2842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452" r="50242" b="4069"/>
          <a:stretch>
            <a:fillRect/>
          </a:stretch>
        </p:blipFill>
        <p:spPr>
          <a:xfrm>
            <a:off x="316918" y="2582556"/>
            <a:ext cx="3406669" cy="387718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906A8A4B-6990-C63F-4DA8-65B5195DDC3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928" t="839" r="40728" b="4364"/>
          <a:stretch>
            <a:fillRect/>
          </a:stretch>
        </p:blipFill>
        <p:spPr>
          <a:xfrm>
            <a:off x="3908984" y="2582556"/>
            <a:ext cx="3340228" cy="3926694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267A5952-7D15-D44E-F9FA-15E17D4B7B3C}"/>
              </a:ext>
            </a:extLst>
          </p:cNvPr>
          <p:cNvSpPr txBox="1"/>
          <p:nvPr/>
        </p:nvSpPr>
        <p:spPr>
          <a:xfrm>
            <a:off x="7720553" y="207390"/>
            <a:ext cx="4119511" cy="307777"/>
          </a:xfrm>
          <a:prstGeom prst="rect">
            <a:avLst/>
          </a:prstGeom>
        </p:spPr>
        <p:txBody>
          <a:bodyPr/>
          <a:lstStyle>
            <a:lvl1pPr marL="0" indent="0" algn="r">
              <a:spcBef>
                <a:spcPct val="20000"/>
              </a:spcBef>
              <a:buFont typeface="Arial" panose="020B0604020202020204" pitchFamily="34" charset="0"/>
              <a:buNone/>
              <a:defRPr sz="2000">
                <a:cs typeface="Arial" panose="020B0604020202020204" pitchFamily="34" charset="0"/>
              </a:defRPr>
            </a:lvl1pPr>
            <a:lvl2pPr indent="0" algn="r">
              <a:spcBef>
                <a:spcPct val="20000"/>
              </a:spcBef>
              <a:buFont typeface="Arial" panose="020B0604020202020204" pitchFamily="34" charset="0"/>
              <a:buNone/>
              <a:defRPr>
                <a:cs typeface="Arial" panose="020B0604020202020204" pitchFamily="34" charset="0"/>
              </a:defRPr>
            </a:lvl2pPr>
            <a:lvl3pPr indent="0" algn="r">
              <a:spcBef>
                <a:spcPct val="20000"/>
              </a:spcBef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3pPr>
            <a:lvl4pPr indent="0" algn="r">
              <a:spcBef>
                <a:spcPct val="20000"/>
              </a:spcBef>
              <a:buFont typeface="Arial" panose="020B0604020202020204" pitchFamily="34" charset="0"/>
              <a:buNone/>
              <a:defRPr sz="1400">
                <a:cs typeface="Arial" panose="020B0604020202020204" pitchFamily="34" charset="0"/>
              </a:defRPr>
            </a:lvl4pPr>
            <a:lvl5pPr indent="0" algn="r">
              <a:spcBef>
                <a:spcPct val="20000"/>
              </a:spcBef>
              <a:buFont typeface="Arial" panose="020B0604020202020204" pitchFamily="34" charset="0"/>
              <a:buNone/>
              <a:defRPr sz="1400">
                <a:cs typeface="Arial" panose="020B0604020202020204" pitchFamily="34" charset="0"/>
              </a:defRPr>
            </a:lvl5pPr>
            <a:lvl6pPr marL="25146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6pPr>
            <a:lvl7pPr marL="29718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7pPr>
            <a:lvl8pPr marL="3429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8pPr>
            <a:lvl9pPr marL="38862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9pPr>
          </a:lstStyle>
          <a:p>
            <a:r>
              <a:rPr lang="en-US" dirty="0"/>
              <a:t>How to Use blocks (Part 2)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931F6353-EA37-2448-1789-DEDAAAD0479F}"/>
              </a:ext>
            </a:extLst>
          </p:cNvPr>
          <p:cNvSpPr txBox="1">
            <a:spLocks/>
          </p:cNvSpPr>
          <p:nvPr/>
        </p:nvSpPr>
        <p:spPr>
          <a:xfrm>
            <a:off x="839788" y="913911"/>
            <a:ext cx="10515600" cy="823912"/>
          </a:xfrm>
        </p:spPr>
        <p:txBody>
          <a:bodyPr>
            <a:normAutofit fontScale="97500"/>
          </a:bodyPr>
          <a:lstStyle>
            <a:lvl1pPr algn="ctr" rtl="0" eaLnBrk="0" fontAlgn="base" hangingPunct="0">
              <a:spcBef>
                <a:spcPct val="0"/>
              </a:spcBef>
              <a:spcAft>
                <a:spcPct val="0"/>
              </a:spcAft>
              <a:defRPr lang="en-US" sz="2000" b="1" kern="1200">
                <a:solidFill>
                  <a:schemeClr val="tx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  <a:lvl2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4572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9144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13716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18288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l"/>
            <a:r>
              <a:rPr lang="en-US" dirty="0"/>
              <a:t>Formatting Blocks</a:t>
            </a:r>
          </a:p>
          <a:p>
            <a:pPr algn="l"/>
            <a:r>
              <a:rPr lang="en-US" sz="1200" b="0" i="1" dirty="0">
                <a:solidFill>
                  <a:srgbClr val="FF0000"/>
                </a:solidFill>
              </a:rPr>
              <a:t>Note: both lines and blocks may be selected for this section </a:t>
            </a:r>
          </a:p>
          <a:p>
            <a:pPr algn="l"/>
            <a:r>
              <a:rPr lang="en-US" sz="1200" b="0" i="1" dirty="0">
                <a:solidFill>
                  <a:srgbClr val="FF0000"/>
                </a:solidFill>
              </a:rPr>
              <a:t>Note: align commands will only affect the placement of the blocks</a:t>
            </a:r>
            <a:endParaRPr lang="en-US" sz="1600" b="0" i="1" dirty="0">
              <a:solidFill>
                <a:srgbClr val="FF0000"/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7A99626-DDC2-C91B-AAE5-77F10EE5E6CE}"/>
              </a:ext>
            </a:extLst>
          </p:cNvPr>
          <p:cNvSpPr txBox="1"/>
          <p:nvPr/>
        </p:nvSpPr>
        <p:spPr>
          <a:xfrm>
            <a:off x="3908983" y="1808145"/>
            <a:ext cx="33402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Step 2. Click Align Right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2EDEBB7-44B5-79AF-B736-4604CD13A399}"/>
              </a:ext>
            </a:extLst>
          </p:cNvPr>
          <p:cNvSpPr txBox="1"/>
          <p:nvPr/>
        </p:nvSpPr>
        <p:spPr>
          <a:xfrm>
            <a:off x="316918" y="1808145"/>
            <a:ext cx="340666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Step 1. Select blocks &amp; then click “Format” tab</a:t>
            </a:r>
            <a:endParaRPr lang="en-US" i="1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DC1A921-F3EC-E5DB-4D4D-813761E3004E}"/>
              </a:ext>
            </a:extLst>
          </p:cNvPr>
          <p:cNvSpPr txBox="1"/>
          <p:nvPr/>
        </p:nvSpPr>
        <p:spPr>
          <a:xfrm>
            <a:off x="7434606" y="1808145"/>
            <a:ext cx="444047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Step 3. Observe the blocks have been aligned</a:t>
            </a:r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4729B868-8963-51D5-013F-3DA3461F281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942" r="41889" b="2277"/>
          <a:stretch>
            <a:fillRect/>
          </a:stretch>
        </p:blipFill>
        <p:spPr>
          <a:xfrm>
            <a:off x="7434606" y="2552253"/>
            <a:ext cx="4440476" cy="43057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68666116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28A652-4148-0000-4B38-FC58CAB43E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26021B1-104D-400D-3CD4-08C723B37F9C}"/>
              </a:ext>
            </a:extLst>
          </p:cNvPr>
          <p:cNvSpPr txBox="1"/>
          <p:nvPr/>
        </p:nvSpPr>
        <p:spPr>
          <a:xfrm>
            <a:off x="7720553" y="207390"/>
            <a:ext cx="4119511" cy="307777"/>
          </a:xfrm>
          <a:prstGeom prst="rect">
            <a:avLst/>
          </a:prstGeom>
        </p:spPr>
        <p:txBody>
          <a:bodyPr/>
          <a:lstStyle>
            <a:lvl1pPr marL="0" indent="0" algn="r">
              <a:spcBef>
                <a:spcPct val="20000"/>
              </a:spcBef>
              <a:buFont typeface="Arial" panose="020B0604020202020204" pitchFamily="34" charset="0"/>
              <a:buNone/>
              <a:defRPr sz="2000">
                <a:cs typeface="Arial" panose="020B0604020202020204" pitchFamily="34" charset="0"/>
              </a:defRPr>
            </a:lvl1pPr>
            <a:lvl2pPr indent="0" algn="r">
              <a:spcBef>
                <a:spcPct val="20000"/>
              </a:spcBef>
              <a:buFont typeface="Arial" panose="020B0604020202020204" pitchFamily="34" charset="0"/>
              <a:buNone/>
              <a:defRPr>
                <a:cs typeface="Arial" panose="020B0604020202020204" pitchFamily="34" charset="0"/>
              </a:defRPr>
            </a:lvl2pPr>
            <a:lvl3pPr indent="0" algn="r">
              <a:spcBef>
                <a:spcPct val="20000"/>
              </a:spcBef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3pPr>
            <a:lvl4pPr indent="0" algn="r">
              <a:spcBef>
                <a:spcPct val="20000"/>
              </a:spcBef>
              <a:buFont typeface="Arial" panose="020B0604020202020204" pitchFamily="34" charset="0"/>
              <a:buNone/>
              <a:defRPr sz="1400">
                <a:cs typeface="Arial" panose="020B0604020202020204" pitchFamily="34" charset="0"/>
              </a:defRPr>
            </a:lvl4pPr>
            <a:lvl5pPr indent="0" algn="r">
              <a:spcBef>
                <a:spcPct val="20000"/>
              </a:spcBef>
              <a:buFont typeface="Arial" panose="020B0604020202020204" pitchFamily="34" charset="0"/>
              <a:buNone/>
              <a:defRPr sz="1400">
                <a:cs typeface="Arial" panose="020B0604020202020204" pitchFamily="34" charset="0"/>
              </a:defRPr>
            </a:lvl5pPr>
            <a:lvl6pPr marL="25146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6pPr>
            <a:lvl7pPr marL="29718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7pPr>
            <a:lvl8pPr marL="3429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8pPr>
            <a:lvl9pPr marL="38862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9pPr>
          </a:lstStyle>
          <a:p>
            <a:r>
              <a:rPr lang="en-US" dirty="0"/>
              <a:t>How to Use blocks (Part 2)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8E98F9B8-CFC7-AA95-991C-174DF94E72EA}"/>
              </a:ext>
            </a:extLst>
          </p:cNvPr>
          <p:cNvSpPr txBox="1">
            <a:spLocks/>
          </p:cNvSpPr>
          <p:nvPr/>
        </p:nvSpPr>
        <p:spPr>
          <a:xfrm>
            <a:off x="839788" y="913911"/>
            <a:ext cx="10515600" cy="823912"/>
          </a:xfrm>
        </p:spPr>
        <p:txBody>
          <a:bodyPr>
            <a:normAutofit fontScale="97500"/>
          </a:bodyPr>
          <a:lstStyle>
            <a:lvl1pPr algn="ctr" rtl="0" eaLnBrk="0" fontAlgn="base" hangingPunct="0">
              <a:spcBef>
                <a:spcPct val="0"/>
              </a:spcBef>
              <a:spcAft>
                <a:spcPct val="0"/>
              </a:spcAft>
              <a:defRPr lang="en-US" sz="2000" b="1" kern="1200">
                <a:solidFill>
                  <a:schemeClr val="tx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  <a:lvl2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4572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9144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13716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18288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l"/>
            <a:r>
              <a:rPr lang="en-US" dirty="0"/>
              <a:t>Show Property Inspector (Method 1)</a:t>
            </a:r>
          </a:p>
          <a:p>
            <a:pPr algn="l"/>
            <a:r>
              <a:rPr lang="en-US" sz="1200" b="0" i="1" dirty="0">
                <a:solidFill>
                  <a:srgbClr val="FF0000"/>
                </a:solidFill>
              </a:rPr>
              <a:t>Note: This method will force property Inspector to activate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0384CCC-0A27-3C2F-4FF6-FE56DE05780D}"/>
              </a:ext>
            </a:extLst>
          </p:cNvPr>
          <p:cNvSpPr txBox="1"/>
          <p:nvPr/>
        </p:nvSpPr>
        <p:spPr>
          <a:xfrm>
            <a:off x="6172200" y="1808145"/>
            <a:ext cx="59874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Step 2. Click Property Inspector 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E58EFB6-5C95-6D94-36F7-A94885832A3E}"/>
              </a:ext>
            </a:extLst>
          </p:cNvPr>
          <p:cNvSpPr txBox="1"/>
          <p:nvPr/>
        </p:nvSpPr>
        <p:spPr>
          <a:xfrm>
            <a:off x="839788" y="1808145"/>
            <a:ext cx="515778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Step 1. Click “MODELING” Tab and expand options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0ED084B-1B89-58BE-2909-82639AD7550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9788" y="2629566"/>
            <a:ext cx="4916887" cy="2267867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CD1BE49A-F214-6EB3-1E21-9D12033FFEC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500" t="1" r="64820" b="61920"/>
          <a:stretch>
            <a:fillRect/>
          </a:stretch>
        </p:blipFill>
        <p:spPr>
          <a:xfrm>
            <a:off x="6096000" y="2582556"/>
            <a:ext cx="4922226" cy="36396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43571837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EE9568-C18C-45E8-9B15-E9A0AE088B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4D0C9266-9529-8B8F-F9EC-4C3DE3D8F91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1830" b="69098"/>
          <a:stretch>
            <a:fillRect/>
          </a:stretch>
        </p:blipFill>
        <p:spPr>
          <a:xfrm>
            <a:off x="839788" y="2629566"/>
            <a:ext cx="4941889" cy="2913876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D0814F63-D678-0BD2-1FE6-EE44617F234F}"/>
              </a:ext>
            </a:extLst>
          </p:cNvPr>
          <p:cNvSpPr txBox="1"/>
          <p:nvPr/>
        </p:nvSpPr>
        <p:spPr>
          <a:xfrm>
            <a:off x="7720553" y="207390"/>
            <a:ext cx="4119511" cy="307777"/>
          </a:xfrm>
          <a:prstGeom prst="rect">
            <a:avLst/>
          </a:prstGeom>
        </p:spPr>
        <p:txBody>
          <a:bodyPr/>
          <a:lstStyle>
            <a:lvl1pPr marL="0" indent="0" algn="r">
              <a:spcBef>
                <a:spcPct val="20000"/>
              </a:spcBef>
              <a:buFont typeface="Arial" panose="020B0604020202020204" pitchFamily="34" charset="0"/>
              <a:buNone/>
              <a:defRPr sz="2000">
                <a:cs typeface="Arial" panose="020B0604020202020204" pitchFamily="34" charset="0"/>
              </a:defRPr>
            </a:lvl1pPr>
            <a:lvl2pPr indent="0" algn="r">
              <a:spcBef>
                <a:spcPct val="20000"/>
              </a:spcBef>
              <a:buFont typeface="Arial" panose="020B0604020202020204" pitchFamily="34" charset="0"/>
              <a:buNone/>
              <a:defRPr>
                <a:cs typeface="Arial" panose="020B0604020202020204" pitchFamily="34" charset="0"/>
              </a:defRPr>
            </a:lvl2pPr>
            <a:lvl3pPr indent="0" algn="r">
              <a:spcBef>
                <a:spcPct val="20000"/>
              </a:spcBef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3pPr>
            <a:lvl4pPr indent="0" algn="r">
              <a:spcBef>
                <a:spcPct val="20000"/>
              </a:spcBef>
              <a:buFont typeface="Arial" panose="020B0604020202020204" pitchFamily="34" charset="0"/>
              <a:buNone/>
              <a:defRPr sz="1400">
                <a:cs typeface="Arial" panose="020B0604020202020204" pitchFamily="34" charset="0"/>
              </a:defRPr>
            </a:lvl4pPr>
            <a:lvl5pPr indent="0" algn="r">
              <a:spcBef>
                <a:spcPct val="20000"/>
              </a:spcBef>
              <a:buFont typeface="Arial" panose="020B0604020202020204" pitchFamily="34" charset="0"/>
              <a:buNone/>
              <a:defRPr sz="1400">
                <a:cs typeface="Arial" panose="020B0604020202020204" pitchFamily="34" charset="0"/>
              </a:defRPr>
            </a:lvl5pPr>
            <a:lvl6pPr marL="25146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6pPr>
            <a:lvl7pPr marL="29718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7pPr>
            <a:lvl8pPr marL="3429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8pPr>
            <a:lvl9pPr marL="38862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9pPr>
          </a:lstStyle>
          <a:p>
            <a:r>
              <a:rPr lang="en-US" dirty="0"/>
              <a:t>How to Use blocks (Part 2)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6D3B9140-F6CC-655B-CDD1-0F8474DDB3D4}"/>
              </a:ext>
            </a:extLst>
          </p:cNvPr>
          <p:cNvSpPr txBox="1">
            <a:spLocks/>
          </p:cNvSpPr>
          <p:nvPr/>
        </p:nvSpPr>
        <p:spPr>
          <a:xfrm>
            <a:off x="839788" y="913911"/>
            <a:ext cx="10515600" cy="823912"/>
          </a:xfrm>
        </p:spPr>
        <p:txBody>
          <a:bodyPr>
            <a:normAutofit fontScale="97500"/>
          </a:bodyPr>
          <a:lstStyle>
            <a:lvl1pPr algn="ctr" rtl="0" eaLnBrk="0" fontAlgn="base" hangingPunct="0">
              <a:spcBef>
                <a:spcPct val="0"/>
              </a:spcBef>
              <a:spcAft>
                <a:spcPct val="0"/>
              </a:spcAft>
              <a:defRPr lang="en-US" sz="2000" b="1" kern="1200">
                <a:solidFill>
                  <a:schemeClr val="tx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  <a:lvl2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4572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9144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13716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18288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l"/>
            <a:r>
              <a:rPr lang="en-US" dirty="0"/>
              <a:t>Show Property Inspector (Method 2)</a:t>
            </a:r>
          </a:p>
          <a:p>
            <a:pPr algn="l"/>
            <a:r>
              <a:rPr lang="en-US" sz="1200" b="0" i="1" dirty="0">
                <a:solidFill>
                  <a:srgbClr val="FF0000"/>
                </a:solidFill>
              </a:rPr>
              <a:t>Note: This is my preferred method</a:t>
            </a:r>
            <a:endParaRPr lang="en-US" b="0" i="1" dirty="0">
              <a:solidFill>
                <a:srgbClr val="FF0000"/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7F1BF08-6E74-D3F8-F23A-A6F2A18605D4}"/>
              </a:ext>
            </a:extLst>
          </p:cNvPr>
          <p:cNvSpPr txBox="1"/>
          <p:nvPr/>
        </p:nvSpPr>
        <p:spPr>
          <a:xfrm>
            <a:off x="6172200" y="1808145"/>
            <a:ext cx="59874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Step 2. Click Down Arrow and then Click Restore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00C2ECF-3A31-E6C8-FB42-96651ABEB9ED}"/>
              </a:ext>
            </a:extLst>
          </p:cNvPr>
          <p:cNvSpPr txBox="1"/>
          <p:nvPr/>
        </p:nvSpPr>
        <p:spPr>
          <a:xfrm>
            <a:off x="839788" y="1808145"/>
            <a:ext cx="515778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Step 1. Click “MODELING” Tab and expand options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2E83BD0F-3A80-B4BC-B37D-4E2B798BDE9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9871" b="57588"/>
          <a:stretch>
            <a:fillRect/>
          </a:stretch>
        </p:blipFill>
        <p:spPr>
          <a:xfrm>
            <a:off x="6096000" y="2629565"/>
            <a:ext cx="3172234" cy="35926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90439280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A406E6-77F9-2B11-8738-F8139D3583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3A8EA8F7-B927-8E82-87AA-8C31C0BFFB8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940" t="13930" r="1" b="3788"/>
          <a:stretch>
            <a:fillRect/>
          </a:stretch>
        </p:blipFill>
        <p:spPr>
          <a:xfrm>
            <a:off x="476250" y="1465867"/>
            <a:ext cx="9517063" cy="5392133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83F0E97B-B335-1897-51FD-54AB3A16B71A}"/>
              </a:ext>
            </a:extLst>
          </p:cNvPr>
          <p:cNvSpPr txBox="1"/>
          <p:nvPr/>
        </p:nvSpPr>
        <p:spPr>
          <a:xfrm>
            <a:off x="7720553" y="207390"/>
            <a:ext cx="4119511" cy="307777"/>
          </a:xfrm>
          <a:prstGeom prst="rect">
            <a:avLst/>
          </a:prstGeom>
        </p:spPr>
        <p:txBody>
          <a:bodyPr/>
          <a:lstStyle>
            <a:lvl1pPr marL="0" indent="0" algn="r">
              <a:spcBef>
                <a:spcPct val="20000"/>
              </a:spcBef>
              <a:buFont typeface="Arial" panose="020B0604020202020204" pitchFamily="34" charset="0"/>
              <a:buNone/>
              <a:defRPr sz="2000">
                <a:cs typeface="Arial" panose="020B0604020202020204" pitchFamily="34" charset="0"/>
              </a:defRPr>
            </a:lvl1pPr>
            <a:lvl2pPr indent="0" algn="r">
              <a:spcBef>
                <a:spcPct val="20000"/>
              </a:spcBef>
              <a:buFont typeface="Arial" panose="020B0604020202020204" pitchFamily="34" charset="0"/>
              <a:buNone/>
              <a:defRPr>
                <a:cs typeface="Arial" panose="020B0604020202020204" pitchFamily="34" charset="0"/>
              </a:defRPr>
            </a:lvl2pPr>
            <a:lvl3pPr indent="0" algn="r">
              <a:spcBef>
                <a:spcPct val="20000"/>
              </a:spcBef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3pPr>
            <a:lvl4pPr indent="0" algn="r">
              <a:spcBef>
                <a:spcPct val="20000"/>
              </a:spcBef>
              <a:buFont typeface="Arial" panose="020B0604020202020204" pitchFamily="34" charset="0"/>
              <a:buNone/>
              <a:defRPr sz="1400">
                <a:cs typeface="Arial" panose="020B0604020202020204" pitchFamily="34" charset="0"/>
              </a:defRPr>
            </a:lvl4pPr>
            <a:lvl5pPr indent="0" algn="r">
              <a:spcBef>
                <a:spcPct val="20000"/>
              </a:spcBef>
              <a:buFont typeface="Arial" panose="020B0604020202020204" pitchFamily="34" charset="0"/>
              <a:buNone/>
              <a:defRPr sz="1400">
                <a:cs typeface="Arial" panose="020B0604020202020204" pitchFamily="34" charset="0"/>
              </a:defRPr>
            </a:lvl5pPr>
            <a:lvl6pPr marL="25146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6pPr>
            <a:lvl7pPr marL="29718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7pPr>
            <a:lvl8pPr marL="3429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8pPr>
            <a:lvl9pPr marL="38862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9pPr>
          </a:lstStyle>
          <a:p>
            <a:r>
              <a:rPr lang="en-US" dirty="0"/>
              <a:t>How to Use blocks (Part 2)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8E1245CE-E6A5-BCA1-ECB4-C97196BE6ABB}"/>
              </a:ext>
            </a:extLst>
          </p:cNvPr>
          <p:cNvSpPr txBox="1">
            <a:spLocks/>
          </p:cNvSpPr>
          <p:nvPr/>
        </p:nvSpPr>
        <p:spPr>
          <a:xfrm>
            <a:off x="839788" y="913911"/>
            <a:ext cx="10515600" cy="823912"/>
          </a:xfrm>
        </p:spPr>
        <p:txBody>
          <a:bodyPr>
            <a:normAutofit fontScale="97500"/>
          </a:bodyPr>
          <a:lstStyle>
            <a:lvl1pPr algn="ctr" rtl="0" eaLnBrk="0" fontAlgn="base" hangingPunct="0">
              <a:spcBef>
                <a:spcPct val="0"/>
              </a:spcBef>
              <a:spcAft>
                <a:spcPct val="0"/>
              </a:spcAft>
              <a:defRPr lang="en-US" sz="2000" b="1" kern="1200">
                <a:solidFill>
                  <a:schemeClr val="tx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  <a:lvl2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4572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9144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13716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18288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l"/>
            <a:r>
              <a:rPr lang="en-US" dirty="0"/>
              <a:t>Update Signal Attributes (P1)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F8DF786-5C35-F90C-DA41-AE0B4E6D0E93}"/>
              </a:ext>
            </a:extLst>
          </p:cNvPr>
          <p:cNvSpPr txBox="1"/>
          <p:nvPr/>
        </p:nvSpPr>
        <p:spPr>
          <a:xfrm>
            <a:off x="4401452" y="861724"/>
            <a:ext cx="55918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Step 1. Click Block + Expand &amp; Edit Signal Attributes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B758B15B-A6D6-6EE9-C4BB-3B26C6CAF68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2948" t="14389" b="53182"/>
          <a:stretch>
            <a:fillRect/>
          </a:stretch>
        </p:blipFill>
        <p:spPr>
          <a:xfrm>
            <a:off x="10116170" y="1465866"/>
            <a:ext cx="2079006" cy="2125059"/>
          </a:xfrm>
          <a:prstGeom prst="rect">
            <a:avLst/>
          </a:prstGeom>
        </p:spPr>
      </p:pic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5B37F6FE-457A-8037-5934-93F6E30B4B61}"/>
              </a:ext>
            </a:extLst>
          </p:cNvPr>
          <p:cNvCxnSpPr/>
          <p:nvPr/>
        </p:nvCxnSpPr>
        <p:spPr>
          <a:xfrm flipV="1">
            <a:off x="1828800" y="1325867"/>
            <a:ext cx="4091233" cy="757457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4CB073F1-C692-1755-159A-073ED191DEA5}"/>
              </a:ext>
            </a:extLst>
          </p:cNvPr>
          <p:cNvSpPr txBox="1"/>
          <p:nvPr/>
        </p:nvSpPr>
        <p:spPr>
          <a:xfrm>
            <a:off x="10111111" y="861724"/>
            <a:ext cx="222823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Step 2. Observe updated Attributes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743AA547-C1F7-61C9-1F46-99DDA75B6321}"/>
              </a:ext>
            </a:extLst>
          </p:cNvPr>
          <p:cNvCxnSpPr/>
          <p:nvPr/>
        </p:nvCxnSpPr>
        <p:spPr>
          <a:xfrm>
            <a:off x="10074108" y="1018095"/>
            <a:ext cx="0" cy="583990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50459996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9D05E1-D8CD-E2D5-2152-E98E894D9D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" name="Picture 32">
            <a:extLst>
              <a:ext uri="{FF2B5EF4-FFF2-40B4-BE49-F238E27FC236}">
                <a16:creationId xmlns:a16="http://schemas.microsoft.com/office/drawing/2014/main" id="{FF4CD4CF-9A41-C1D7-C6F8-7AF4BEF2552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3595" t="14417" b="54423"/>
          <a:stretch>
            <a:fillRect/>
          </a:stretch>
        </p:blipFill>
        <p:spPr>
          <a:xfrm>
            <a:off x="10195083" y="1465867"/>
            <a:ext cx="2000093" cy="2041962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571352F6-C893-1872-8796-E972956F874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3283" t="13958" r="162" b="3760"/>
          <a:stretch>
            <a:fillRect/>
          </a:stretch>
        </p:blipFill>
        <p:spPr>
          <a:xfrm>
            <a:off x="696780" y="1465867"/>
            <a:ext cx="9333665" cy="5392133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ECDD2358-B10F-EABA-9915-AABFF690E7E2}"/>
              </a:ext>
            </a:extLst>
          </p:cNvPr>
          <p:cNvSpPr txBox="1"/>
          <p:nvPr/>
        </p:nvSpPr>
        <p:spPr>
          <a:xfrm>
            <a:off x="7720553" y="207390"/>
            <a:ext cx="4119511" cy="307777"/>
          </a:xfrm>
          <a:prstGeom prst="rect">
            <a:avLst/>
          </a:prstGeom>
        </p:spPr>
        <p:txBody>
          <a:bodyPr/>
          <a:lstStyle>
            <a:lvl1pPr marL="0" indent="0" algn="r">
              <a:spcBef>
                <a:spcPct val="20000"/>
              </a:spcBef>
              <a:buFont typeface="Arial" panose="020B0604020202020204" pitchFamily="34" charset="0"/>
              <a:buNone/>
              <a:defRPr sz="2000">
                <a:cs typeface="Arial" panose="020B0604020202020204" pitchFamily="34" charset="0"/>
              </a:defRPr>
            </a:lvl1pPr>
            <a:lvl2pPr indent="0" algn="r">
              <a:spcBef>
                <a:spcPct val="20000"/>
              </a:spcBef>
              <a:buFont typeface="Arial" panose="020B0604020202020204" pitchFamily="34" charset="0"/>
              <a:buNone/>
              <a:defRPr>
                <a:cs typeface="Arial" panose="020B0604020202020204" pitchFamily="34" charset="0"/>
              </a:defRPr>
            </a:lvl2pPr>
            <a:lvl3pPr indent="0" algn="r">
              <a:spcBef>
                <a:spcPct val="20000"/>
              </a:spcBef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3pPr>
            <a:lvl4pPr indent="0" algn="r">
              <a:spcBef>
                <a:spcPct val="20000"/>
              </a:spcBef>
              <a:buFont typeface="Arial" panose="020B0604020202020204" pitchFamily="34" charset="0"/>
              <a:buNone/>
              <a:defRPr sz="1400">
                <a:cs typeface="Arial" panose="020B0604020202020204" pitchFamily="34" charset="0"/>
              </a:defRPr>
            </a:lvl4pPr>
            <a:lvl5pPr indent="0" algn="r">
              <a:spcBef>
                <a:spcPct val="20000"/>
              </a:spcBef>
              <a:buFont typeface="Arial" panose="020B0604020202020204" pitchFamily="34" charset="0"/>
              <a:buNone/>
              <a:defRPr sz="1400">
                <a:cs typeface="Arial" panose="020B0604020202020204" pitchFamily="34" charset="0"/>
              </a:defRPr>
            </a:lvl5pPr>
            <a:lvl6pPr marL="25146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6pPr>
            <a:lvl7pPr marL="29718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7pPr>
            <a:lvl8pPr marL="3429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8pPr>
            <a:lvl9pPr marL="38862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9pPr>
          </a:lstStyle>
          <a:p>
            <a:r>
              <a:rPr lang="en-US" dirty="0"/>
              <a:t>How to Use blocks (Part 2)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0EF9542D-C6E6-909C-A840-470F2533138A}"/>
              </a:ext>
            </a:extLst>
          </p:cNvPr>
          <p:cNvSpPr txBox="1">
            <a:spLocks/>
          </p:cNvSpPr>
          <p:nvPr/>
        </p:nvSpPr>
        <p:spPr>
          <a:xfrm>
            <a:off x="839788" y="913911"/>
            <a:ext cx="10515600" cy="823912"/>
          </a:xfrm>
        </p:spPr>
        <p:txBody>
          <a:bodyPr>
            <a:normAutofit fontScale="97500"/>
          </a:bodyPr>
          <a:lstStyle>
            <a:lvl1pPr algn="ctr" rtl="0" eaLnBrk="0" fontAlgn="base" hangingPunct="0">
              <a:spcBef>
                <a:spcPct val="0"/>
              </a:spcBef>
              <a:spcAft>
                <a:spcPct val="0"/>
              </a:spcAft>
              <a:defRPr lang="en-US" sz="2000" b="1" kern="1200">
                <a:solidFill>
                  <a:schemeClr val="tx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  <a:lvl2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4572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9144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13716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18288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l"/>
            <a:r>
              <a:rPr lang="en-US" dirty="0"/>
              <a:t>Update Signal Attributes (P2)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45D5C828-442B-B230-6D91-FCA4466D226C}"/>
              </a:ext>
            </a:extLst>
          </p:cNvPr>
          <p:cNvCxnSpPr>
            <a:cxnSpLocks/>
          </p:cNvCxnSpPr>
          <p:nvPr/>
        </p:nvCxnSpPr>
        <p:spPr>
          <a:xfrm flipV="1">
            <a:off x="1923068" y="1325867"/>
            <a:ext cx="3996965" cy="2388294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22" name="Arrow: Up 21">
            <a:extLst>
              <a:ext uri="{FF2B5EF4-FFF2-40B4-BE49-F238E27FC236}">
                <a16:creationId xmlns:a16="http://schemas.microsoft.com/office/drawing/2014/main" id="{D4489E14-A2CA-F50B-54DA-419C019EA890}"/>
              </a:ext>
            </a:extLst>
          </p:cNvPr>
          <p:cNvSpPr/>
          <p:nvPr/>
        </p:nvSpPr>
        <p:spPr>
          <a:xfrm rot="5400000">
            <a:off x="161711" y="3792276"/>
            <a:ext cx="462801" cy="607337"/>
          </a:xfrm>
          <a:prstGeom prst="upArrow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243EECDC-D543-88BA-FA88-362D03CE34AB}"/>
              </a:ext>
            </a:extLst>
          </p:cNvPr>
          <p:cNvSpPr txBox="1"/>
          <p:nvPr/>
        </p:nvSpPr>
        <p:spPr>
          <a:xfrm>
            <a:off x="4401452" y="861724"/>
            <a:ext cx="55918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Step 1. Click Block + Edit Signal Attributes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5B9A77B3-9AA1-63FC-3087-1EA66C94CBE2}"/>
              </a:ext>
            </a:extLst>
          </p:cNvPr>
          <p:cNvSpPr txBox="1"/>
          <p:nvPr/>
        </p:nvSpPr>
        <p:spPr>
          <a:xfrm>
            <a:off x="10111111" y="861724"/>
            <a:ext cx="222823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Step 2. Observe updated Attributes</a:t>
            </a:r>
          </a:p>
        </p:txBody>
      </p: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4AB647E9-EADF-406A-7917-16691FD01385}"/>
              </a:ext>
            </a:extLst>
          </p:cNvPr>
          <p:cNvCxnSpPr/>
          <p:nvPr/>
        </p:nvCxnSpPr>
        <p:spPr>
          <a:xfrm>
            <a:off x="10074108" y="1018095"/>
            <a:ext cx="0" cy="583990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5" name="Picture 34">
            <a:extLst>
              <a:ext uri="{FF2B5EF4-FFF2-40B4-BE49-F238E27FC236}">
                <a16:creationId xmlns:a16="http://schemas.microsoft.com/office/drawing/2014/main" id="{340969B2-14A2-18B9-EEB2-5F93CD9AC02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82629" b="69240"/>
          <a:stretch>
            <a:fillRect/>
          </a:stretch>
        </p:blipFill>
        <p:spPr>
          <a:xfrm>
            <a:off x="10195083" y="4656395"/>
            <a:ext cx="1907470" cy="1815491"/>
          </a:xfrm>
          <a:prstGeom prst="rect">
            <a:avLst/>
          </a:prstGeom>
        </p:spPr>
      </p:pic>
      <p:sp>
        <p:nvSpPr>
          <p:cNvPr id="37" name="TextBox 36">
            <a:extLst>
              <a:ext uri="{FF2B5EF4-FFF2-40B4-BE49-F238E27FC236}">
                <a16:creationId xmlns:a16="http://schemas.microsoft.com/office/drawing/2014/main" id="{B58D8853-0A35-AF9C-7426-0C8FFF651EA5}"/>
              </a:ext>
            </a:extLst>
          </p:cNvPr>
          <p:cNvSpPr txBox="1"/>
          <p:nvPr/>
        </p:nvSpPr>
        <p:spPr>
          <a:xfrm>
            <a:off x="10111111" y="3977682"/>
            <a:ext cx="222823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Steo 3. Save Changes</a:t>
            </a:r>
          </a:p>
        </p:txBody>
      </p:sp>
    </p:spTree>
    <p:extLst>
      <p:ext uri="{BB962C8B-B14F-4D97-AF65-F5344CB8AC3E}">
        <p14:creationId xmlns:p14="http://schemas.microsoft.com/office/powerpoint/2010/main" val="810223976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72B210-3699-7A48-73F7-F337EAEFB8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BD6C3D40-CE56-0FF6-13D1-C7987DA8D4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to Use Model Explorer</a:t>
            </a:r>
          </a:p>
        </p:txBody>
      </p:sp>
    </p:spTree>
    <p:extLst>
      <p:ext uri="{BB962C8B-B14F-4D97-AF65-F5344CB8AC3E}">
        <p14:creationId xmlns:p14="http://schemas.microsoft.com/office/powerpoint/2010/main" val="1884409901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2ADCF5-047B-36C0-0830-E7829E7CBB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0D2A9C6-4BAC-6B0C-B052-73194A3AA840}"/>
              </a:ext>
            </a:extLst>
          </p:cNvPr>
          <p:cNvSpPr txBox="1"/>
          <p:nvPr/>
        </p:nvSpPr>
        <p:spPr>
          <a:xfrm>
            <a:off x="7720553" y="207390"/>
            <a:ext cx="4119511" cy="307777"/>
          </a:xfrm>
          <a:prstGeom prst="rect">
            <a:avLst/>
          </a:prstGeom>
        </p:spPr>
        <p:txBody>
          <a:bodyPr/>
          <a:lstStyle>
            <a:lvl1pPr marL="0" indent="0" algn="r">
              <a:spcBef>
                <a:spcPct val="20000"/>
              </a:spcBef>
              <a:buFont typeface="Arial" panose="020B0604020202020204" pitchFamily="34" charset="0"/>
              <a:buNone/>
              <a:defRPr sz="2000">
                <a:cs typeface="Arial" panose="020B0604020202020204" pitchFamily="34" charset="0"/>
              </a:defRPr>
            </a:lvl1pPr>
            <a:lvl2pPr indent="0" algn="r">
              <a:spcBef>
                <a:spcPct val="20000"/>
              </a:spcBef>
              <a:buFont typeface="Arial" panose="020B0604020202020204" pitchFamily="34" charset="0"/>
              <a:buNone/>
              <a:defRPr>
                <a:cs typeface="Arial" panose="020B0604020202020204" pitchFamily="34" charset="0"/>
              </a:defRPr>
            </a:lvl2pPr>
            <a:lvl3pPr indent="0" algn="r">
              <a:spcBef>
                <a:spcPct val="20000"/>
              </a:spcBef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3pPr>
            <a:lvl4pPr indent="0" algn="r">
              <a:spcBef>
                <a:spcPct val="20000"/>
              </a:spcBef>
              <a:buFont typeface="Arial" panose="020B0604020202020204" pitchFamily="34" charset="0"/>
              <a:buNone/>
              <a:defRPr sz="1400">
                <a:cs typeface="Arial" panose="020B0604020202020204" pitchFamily="34" charset="0"/>
              </a:defRPr>
            </a:lvl4pPr>
            <a:lvl5pPr indent="0" algn="r">
              <a:spcBef>
                <a:spcPct val="20000"/>
              </a:spcBef>
              <a:buFont typeface="Arial" panose="020B0604020202020204" pitchFamily="34" charset="0"/>
              <a:buNone/>
              <a:defRPr sz="1400">
                <a:cs typeface="Arial" panose="020B0604020202020204" pitchFamily="34" charset="0"/>
              </a:defRPr>
            </a:lvl5pPr>
            <a:lvl6pPr marL="25146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6pPr>
            <a:lvl7pPr marL="29718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7pPr>
            <a:lvl8pPr marL="3429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8pPr>
            <a:lvl9pPr marL="38862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9pPr>
          </a:lstStyle>
          <a:p>
            <a:r>
              <a:rPr lang="en-US" dirty="0"/>
              <a:t>How to Use Model Explorer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E3C9BA2E-7D40-9FC9-9856-C8DB37248E80}"/>
              </a:ext>
            </a:extLst>
          </p:cNvPr>
          <p:cNvSpPr txBox="1">
            <a:spLocks/>
          </p:cNvSpPr>
          <p:nvPr/>
        </p:nvSpPr>
        <p:spPr>
          <a:xfrm>
            <a:off x="839788" y="1376313"/>
            <a:ext cx="10515600" cy="4901938"/>
          </a:xfrm>
        </p:spPr>
        <p:txBody>
          <a:bodyPr>
            <a:normAutofit fontScale="97500"/>
          </a:bodyPr>
          <a:lstStyle>
            <a:lvl1pPr algn="ctr" rtl="0" eaLnBrk="0" fontAlgn="base" hangingPunct="0">
              <a:spcBef>
                <a:spcPct val="0"/>
              </a:spcBef>
              <a:spcAft>
                <a:spcPct val="0"/>
              </a:spcAft>
              <a:defRPr lang="en-US" sz="2000" b="1" kern="1200">
                <a:solidFill>
                  <a:schemeClr val="tx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  <a:lvl2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4572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9144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13716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18288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marL="228600" indent="-228600" algn="l" ea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1800" b="0" dirty="0">
                <a:latin typeface="+mn-lt"/>
                <a:ea typeface="+mn-ea"/>
                <a:cs typeface="+mn-cs"/>
              </a:rPr>
              <a:t>Use Model Explorer</a:t>
            </a:r>
          </a:p>
          <a:p>
            <a:pPr marL="685800" lvl="1" indent="-228600" algn="l" ea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1800" b="0" i="1" dirty="0">
                <a:latin typeface="+mn-lt"/>
                <a:cs typeface="+mn-cs"/>
              </a:rPr>
              <a:t>Data Dictionary (</a:t>
            </a:r>
            <a:r>
              <a:rPr lang="en-US" sz="1800" b="0" i="1" dirty="0" err="1">
                <a:latin typeface="+mn-lt"/>
                <a:cs typeface="+mn-cs"/>
              </a:rPr>
              <a:t>sldd</a:t>
            </a:r>
            <a:r>
              <a:rPr lang="en-US" sz="1800" b="0" i="1" dirty="0">
                <a:latin typeface="+mn-lt"/>
                <a:cs typeface="+mn-cs"/>
              </a:rPr>
              <a:t>)	Create / Edit</a:t>
            </a:r>
          </a:p>
        </p:txBody>
      </p:sp>
      <p:sp>
        <p:nvSpPr>
          <p:cNvPr id="20" name="Title 3">
            <a:extLst>
              <a:ext uri="{FF2B5EF4-FFF2-40B4-BE49-F238E27FC236}">
                <a16:creationId xmlns:a16="http://schemas.microsoft.com/office/drawing/2014/main" id="{CF9CA5BC-21E2-4501-4659-891E843FC3CA}"/>
              </a:ext>
            </a:extLst>
          </p:cNvPr>
          <p:cNvSpPr txBox="1">
            <a:spLocks/>
          </p:cNvSpPr>
          <p:nvPr/>
        </p:nvSpPr>
        <p:spPr>
          <a:xfrm>
            <a:off x="839788" y="913911"/>
            <a:ext cx="10515600" cy="396416"/>
          </a:xfrm>
        </p:spPr>
        <p:txBody>
          <a:bodyPr>
            <a:normAutofit fontScale="97500"/>
          </a:bodyPr>
          <a:lstStyle>
            <a:lvl1pPr algn="ctr" rtl="0" eaLnBrk="0" fontAlgn="base" hangingPunct="0">
              <a:spcBef>
                <a:spcPct val="0"/>
              </a:spcBef>
              <a:spcAft>
                <a:spcPct val="0"/>
              </a:spcAft>
              <a:defRPr lang="en-US" sz="2000" b="1" kern="1200">
                <a:solidFill>
                  <a:schemeClr val="tx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  <a:lvl2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4572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9144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13716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18288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l"/>
            <a:r>
              <a:rPr lang="en-US" dirty="0"/>
              <a:t>Detailed Success in this section looks like knowing how to …</a:t>
            </a:r>
          </a:p>
        </p:txBody>
      </p:sp>
    </p:spTree>
    <p:extLst>
      <p:ext uri="{BB962C8B-B14F-4D97-AF65-F5344CB8AC3E}">
        <p14:creationId xmlns:p14="http://schemas.microsoft.com/office/powerpoint/2010/main" val="1125522484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3145E3-6195-F7C2-5428-49A2A0DC45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BE0D568-EEAC-CE26-B7F5-9752F459D4EB}"/>
              </a:ext>
            </a:extLst>
          </p:cNvPr>
          <p:cNvSpPr txBox="1"/>
          <p:nvPr/>
        </p:nvSpPr>
        <p:spPr>
          <a:xfrm>
            <a:off x="7720553" y="207390"/>
            <a:ext cx="4119511" cy="307777"/>
          </a:xfrm>
          <a:prstGeom prst="rect">
            <a:avLst/>
          </a:prstGeom>
        </p:spPr>
        <p:txBody>
          <a:bodyPr/>
          <a:lstStyle>
            <a:lvl1pPr marL="0" indent="0" algn="r">
              <a:spcBef>
                <a:spcPct val="20000"/>
              </a:spcBef>
              <a:buFont typeface="Arial" panose="020B0604020202020204" pitchFamily="34" charset="0"/>
              <a:buNone/>
              <a:defRPr sz="2000">
                <a:cs typeface="Arial" panose="020B0604020202020204" pitchFamily="34" charset="0"/>
              </a:defRPr>
            </a:lvl1pPr>
            <a:lvl2pPr indent="0" algn="r">
              <a:spcBef>
                <a:spcPct val="20000"/>
              </a:spcBef>
              <a:buFont typeface="Arial" panose="020B0604020202020204" pitchFamily="34" charset="0"/>
              <a:buNone/>
              <a:defRPr>
                <a:cs typeface="Arial" panose="020B0604020202020204" pitchFamily="34" charset="0"/>
              </a:defRPr>
            </a:lvl2pPr>
            <a:lvl3pPr indent="0" algn="r">
              <a:spcBef>
                <a:spcPct val="20000"/>
              </a:spcBef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3pPr>
            <a:lvl4pPr indent="0" algn="r">
              <a:spcBef>
                <a:spcPct val="20000"/>
              </a:spcBef>
              <a:buFont typeface="Arial" panose="020B0604020202020204" pitchFamily="34" charset="0"/>
              <a:buNone/>
              <a:defRPr sz="1400">
                <a:cs typeface="Arial" panose="020B0604020202020204" pitchFamily="34" charset="0"/>
              </a:defRPr>
            </a:lvl4pPr>
            <a:lvl5pPr indent="0" algn="r">
              <a:spcBef>
                <a:spcPct val="20000"/>
              </a:spcBef>
              <a:buFont typeface="Arial" panose="020B0604020202020204" pitchFamily="34" charset="0"/>
              <a:buNone/>
              <a:defRPr sz="1400">
                <a:cs typeface="Arial" panose="020B0604020202020204" pitchFamily="34" charset="0"/>
              </a:defRPr>
            </a:lvl5pPr>
            <a:lvl6pPr marL="25146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6pPr>
            <a:lvl7pPr marL="29718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7pPr>
            <a:lvl8pPr marL="3429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8pPr>
            <a:lvl9pPr marL="38862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9pPr>
          </a:lstStyle>
          <a:p>
            <a:r>
              <a:rPr lang="en-US" dirty="0"/>
              <a:t>How to Use Model Explorer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8B0A29F8-3173-6B77-45C5-55CF0D6DBB4A}"/>
              </a:ext>
            </a:extLst>
          </p:cNvPr>
          <p:cNvSpPr txBox="1">
            <a:spLocks/>
          </p:cNvSpPr>
          <p:nvPr/>
        </p:nvSpPr>
        <p:spPr>
          <a:xfrm>
            <a:off x="839788" y="913911"/>
            <a:ext cx="10515600" cy="823912"/>
          </a:xfrm>
        </p:spPr>
        <p:txBody>
          <a:bodyPr>
            <a:normAutofit fontScale="97500"/>
          </a:bodyPr>
          <a:lstStyle>
            <a:lvl1pPr algn="ctr" rtl="0" eaLnBrk="0" fontAlgn="base" hangingPunct="0">
              <a:spcBef>
                <a:spcPct val="0"/>
              </a:spcBef>
              <a:spcAft>
                <a:spcPct val="0"/>
              </a:spcAft>
              <a:defRPr lang="en-US" sz="2000" b="1" kern="1200">
                <a:solidFill>
                  <a:schemeClr val="tx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  <a:lvl2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4572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9144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13716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18288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l"/>
            <a:r>
              <a:rPr lang="en-US" dirty="0"/>
              <a:t>Open Model Explorer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8F039A6-B5CA-EEC6-46F2-43D3DAA210F0}"/>
              </a:ext>
            </a:extLst>
          </p:cNvPr>
          <p:cNvSpPr txBox="1"/>
          <p:nvPr/>
        </p:nvSpPr>
        <p:spPr>
          <a:xfrm>
            <a:off x="6172200" y="1808145"/>
            <a:ext cx="59874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Step 2. Observe Model Explorer Window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FD01405-C92A-4A27-9671-0B2FBF101346}"/>
              </a:ext>
            </a:extLst>
          </p:cNvPr>
          <p:cNvSpPr txBox="1"/>
          <p:nvPr/>
        </p:nvSpPr>
        <p:spPr>
          <a:xfrm>
            <a:off x="839788" y="1808145"/>
            <a:ext cx="515778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Step 1. Click “MODELING” Tab and Click “Model Explorer”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FC31A7F-FAF8-5D5C-EA7C-C744B88D21E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78814" b="62199"/>
          <a:stretch>
            <a:fillRect/>
          </a:stretch>
        </p:blipFill>
        <p:spPr>
          <a:xfrm>
            <a:off x="839788" y="2629566"/>
            <a:ext cx="3807626" cy="3651694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977FEFD4-FF1E-F6C9-B4D3-7570AF9AF13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2990" b="59170"/>
          <a:stretch>
            <a:fillRect/>
          </a:stretch>
        </p:blipFill>
        <p:spPr>
          <a:xfrm>
            <a:off x="5286729" y="2629566"/>
            <a:ext cx="6872903" cy="32084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70794457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DCC330-69EE-DC99-DCFC-7FD70D540B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A572BC1A-DB9B-68D8-3A6B-F142B1BE3D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to Use Requirements editor</a:t>
            </a:r>
          </a:p>
        </p:txBody>
      </p:sp>
    </p:spTree>
    <p:extLst>
      <p:ext uri="{BB962C8B-B14F-4D97-AF65-F5344CB8AC3E}">
        <p14:creationId xmlns:p14="http://schemas.microsoft.com/office/powerpoint/2010/main" val="325606017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1112ED-AF24-BC4E-8FB5-39FC512C88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DF73587-5A62-1943-E355-4370B4CD578E}"/>
              </a:ext>
            </a:extLst>
          </p:cNvPr>
          <p:cNvSpPr txBox="1"/>
          <p:nvPr/>
        </p:nvSpPr>
        <p:spPr>
          <a:xfrm>
            <a:off x="7720553" y="207390"/>
            <a:ext cx="4119511" cy="307777"/>
          </a:xfrm>
          <a:prstGeom prst="rect">
            <a:avLst/>
          </a:prstGeom>
        </p:spPr>
        <p:txBody>
          <a:bodyPr/>
          <a:lstStyle>
            <a:lvl1pPr marL="0" indent="0" algn="r">
              <a:spcBef>
                <a:spcPct val="20000"/>
              </a:spcBef>
              <a:buFont typeface="Arial" panose="020B0604020202020204" pitchFamily="34" charset="0"/>
              <a:buNone/>
              <a:defRPr sz="2000">
                <a:cs typeface="Arial" panose="020B0604020202020204" pitchFamily="34" charset="0"/>
              </a:defRPr>
            </a:lvl1pPr>
            <a:lvl2pPr indent="0" algn="r">
              <a:spcBef>
                <a:spcPct val="20000"/>
              </a:spcBef>
              <a:buFont typeface="Arial" panose="020B0604020202020204" pitchFamily="34" charset="0"/>
              <a:buNone/>
              <a:defRPr>
                <a:cs typeface="Arial" panose="020B0604020202020204" pitchFamily="34" charset="0"/>
              </a:defRPr>
            </a:lvl2pPr>
            <a:lvl3pPr indent="0" algn="r">
              <a:spcBef>
                <a:spcPct val="20000"/>
              </a:spcBef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3pPr>
            <a:lvl4pPr indent="0" algn="r">
              <a:spcBef>
                <a:spcPct val="20000"/>
              </a:spcBef>
              <a:buFont typeface="Arial" panose="020B0604020202020204" pitchFamily="34" charset="0"/>
              <a:buNone/>
              <a:defRPr sz="1400">
                <a:cs typeface="Arial" panose="020B0604020202020204" pitchFamily="34" charset="0"/>
              </a:defRPr>
            </a:lvl4pPr>
            <a:lvl5pPr indent="0" algn="r">
              <a:spcBef>
                <a:spcPct val="20000"/>
              </a:spcBef>
              <a:buFont typeface="Arial" panose="020B0604020202020204" pitchFamily="34" charset="0"/>
              <a:buNone/>
              <a:defRPr sz="1400">
                <a:cs typeface="Arial" panose="020B0604020202020204" pitchFamily="34" charset="0"/>
              </a:defRPr>
            </a:lvl5pPr>
            <a:lvl6pPr marL="25146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6pPr>
            <a:lvl7pPr marL="29718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7pPr>
            <a:lvl8pPr marL="3429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8pPr>
            <a:lvl9pPr marL="38862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9pPr>
          </a:lstStyle>
          <a:p>
            <a:r>
              <a:rPr lang="en-US" dirty="0"/>
              <a:t>What does success look like?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DCCFE975-6361-ACAC-BCFC-A5D235208E73}"/>
              </a:ext>
            </a:extLst>
          </p:cNvPr>
          <p:cNvSpPr txBox="1">
            <a:spLocks/>
          </p:cNvSpPr>
          <p:nvPr/>
        </p:nvSpPr>
        <p:spPr>
          <a:xfrm>
            <a:off x="839788" y="1376313"/>
            <a:ext cx="10515600" cy="4901938"/>
          </a:xfrm>
        </p:spPr>
        <p:txBody>
          <a:bodyPr>
            <a:normAutofit fontScale="97500"/>
          </a:bodyPr>
          <a:lstStyle>
            <a:lvl1pPr algn="ctr" rtl="0" eaLnBrk="0" fontAlgn="base" hangingPunct="0">
              <a:spcBef>
                <a:spcPct val="0"/>
              </a:spcBef>
              <a:spcAft>
                <a:spcPct val="0"/>
              </a:spcAft>
              <a:defRPr lang="en-US" sz="2000" b="1" kern="1200">
                <a:solidFill>
                  <a:schemeClr val="tx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  <a:lvl2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4572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9144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13716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18288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marL="228600" indent="-228600" algn="l" ea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1800" b="0" dirty="0">
                <a:latin typeface="+mn-lt"/>
                <a:ea typeface="+mn-ea"/>
                <a:cs typeface="+mn-cs"/>
              </a:rPr>
              <a:t>Use Data inspector</a:t>
            </a:r>
          </a:p>
          <a:p>
            <a:pPr marL="685800" lvl="1" indent="-228600" algn="l" ea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1000" b="0" i="1" dirty="0">
                <a:solidFill>
                  <a:srgbClr val="FF0000"/>
                </a:solidFill>
                <a:latin typeface="+mn-lt"/>
                <a:cs typeface="+mn-cs"/>
              </a:rPr>
              <a:t>Graph 		Graph Data / Edit Grid / Use Cursors</a:t>
            </a:r>
            <a:endParaRPr lang="en-US" sz="1000" b="0" i="1" dirty="0">
              <a:solidFill>
                <a:srgbClr val="FF0000"/>
              </a:solidFill>
              <a:latin typeface="+mn-lt"/>
              <a:ea typeface="+mn-ea"/>
              <a:cs typeface="+mn-cs"/>
            </a:endParaRPr>
          </a:p>
          <a:p>
            <a:pPr marL="228600" indent="-228600" algn="l" ea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1800" b="0" dirty="0">
                <a:latin typeface="+mn-lt"/>
                <a:ea typeface="+mn-ea"/>
                <a:cs typeface="+mn-cs"/>
              </a:rPr>
              <a:t>Use Requirements editor</a:t>
            </a:r>
          </a:p>
          <a:p>
            <a:pPr marL="685800" lvl="1" indent="-228600" algn="l" ea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1100" b="0" i="1" dirty="0">
                <a:solidFill>
                  <a:srgbClr val="FF0000"/>
                </a:solidFill>
              </a:rPr>
              <a:t>Editor (</a:t>
            </a:r>
            <a:r>
              <a:rPr lang="en-US" sz="1100" b="0" i="1" dirty="0" err="1">
                <a:solidFill>
                  <a:srgbClr val="FF0000"/>
                </a:solidFill>
              </a:rPr>
              <a:t>slreqx</a:t>
            </a:r>
            <a:r>
              <a:rPr lang="en-US" sz="1100" b="0" i="1" dirty="0">
                <a:solidFill>
                  <a:srgbClr val="FF0000"/>
                </a:solidFill>
              </a:rPr>
              <a:t>)		Create / Edit / Link</a:t>
            </a:r>
          </a:p>
        </p:txBody>
      </p:sp>
      <p:sp>
        <p:nvSpPr>
          <p:cNvPr id="20" name="Title 3">
            <a:extLst>
              <a:ext uri="{FF2B5EF4-FFF2-40B4-BE49-F238E27FC236}">
                <a16:creationId xmlns:a16="http://schemas.microsoft.com/office/drawing/2014/main" id="{35F4C767-C4A9-2993-DE50-764933B85423}"/>
              </a:ext>
            </a:extLst>
          </p:cNvPr>
          <p:cNvSpPr txBox="1">
            <a:spLocks/>
          </p:cNvSpPr>
          <p:nvPr/>
        </p:nvSpPr>
        <p:spPr>
          <a:xfrm>
            <a:off x="839788" y="913911"/>
            <a:ext cx="10515600" cy="396416"/>
          </a:xfrm>
        </p:spPr>
        <p:txBody>
          <a:bodyPr>
            <a:normAutofit fontScale="97500"/>
          </a:bodyPr>
          <a:lstStyle>
            <a:lvl1pPr algn="ctr" rtl="0" eaLnBrk="0" fontAlgn="base" hangingPunct="0">
              <a:spcBef>
                <a:spcPct val="0"/>
              </a:spcBef>
              <a:spcAft>
                <a:spcPct val="0"/>
              </a:spcAft>
              <a:defRPr lang="en-US" sz="2000" b="1" kern="1200">
                <a:solidFill>
                  <a:schemeClr val="tx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  <a:lvl2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4572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9144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13716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18288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l"/>
            <a:r>
              <a:rPr lang="en-US" dirty="0"/>
              <a:t>Detailed Success in this section looks like knowing how to …</a:t>
            </a:r>
          </a:p>
        </p:txBody>
      </p:sp>
    </p:spTree>
    <p:extLst>
      <p:ext uri="{BB962C8B-B14F-4D97-AF65-F5344CB8AC3E}">
        <p14:creationId xmlns:p14="http://schemas.microsoft.com/office/powerpoint/2010/main" val="3883884882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D55548-FEEA-2086-399A-428AB7BD8E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AB4BA837-3DD9-FAEF-B923-6FBB6C8D95D0}"/>
              </a:ext>
            </a:extLst>
          </p:cNvPr>
          <p:cNvSpPr/>
          <p:nvPr/>
        </p:nvSpPr>
        <p:spPr>
          <a:xfrm>
            <a:off x="152400" y="1038225"/>
            <a:ext cx="4962525" cy="5219700"/>
          </a:xfrm>
          <a:prstGeom prst="round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5409900-F523-9E97-6149-55392B7E1565}"/>
              </a:ext>
            </a:extLst>
          </p:cNvPr>
          <p:cNvSpPr txBox="1"/>
          <p:nvPr/>
        </p:nvSpPr>
        <p:spPr>
          <a:xfrm>
            <a:off x="8392249" y="207390"/>
            <a:ext cx="3447815" cy="307777"/>
          </a:xfrm>
          <a:prstGeom prst="rect">
            <a:avLst/>
          </a:prstGeom>
        </p:spPr>
        <p:txBody>
          <a:bodyPr/>
          <a:lstStyle>
            <a:lvl1pPr marL="0" indent="0" algn="r">
              <a:spcBef>
                <a:spcPct val="20000"/>
              </a:spcBef>
              <a:buFont typeface="Arial" panose="020B0604020202020204" pitchFamily="34" charset="0"/>
              <a:buNone/>
              <a:defRPr sz="2000">
                <a:cs typeface="Arial" panose="020B0604020202020204" pitchFamily="34" charset="0"/>
              </a:defRPr>
            </a:lvl1pPr>
            <a:lvl2pPr indent="0" algn="r">
              <a:spcBef>
                <a:spcPct val="20000"/>
              </a:spcBef>
              <a:buFont typeface="Arial" panose="020B0604020202020204" pitchFamily="34" charset="0"/>
              <a:buNone/>
              <a:defRPr>
                <a:cs typeface="Arial" panose="020B0604020202020204" pitchFamily="34" charset="0"/>
              </a:defRPr>
            </a:lvl2pPr>
            <a:lvl3pPr indent="0" algn="r">
              <a:spcBef>
                <a:spcPct val="20000"/>
              </a:spcBef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3pPr>
            <a:lvl4pPr indent="0" algn="r">
              <a:spcBef>
                <a:spcPct val="20000"/>
              </a:spcBef>
              <a:buFont typeface="Arial" panose="020B0604020202020204" pitchFamily="34" charset="0"/>
              <a:buNone/>
              <a:defRPr sz="1400">
                <a:cs typeface="Arial" panose="020B0604020202020204" pitchFamily="34" charset="0"/>
              </a:defRPr>
            </a:lvl4pPr>
            <a:lvl5pPr indent="0" algn="r">
              <a:spcBef>
                <a:spcPct val="20000"/>
              </a:spcBef>
              <a:buFont typeface="Arial" panose="020B0604020202020204" pitchFamily="34" charset="0"/>
              <a:buNone/>
              <a:defRPr sz="1400">
                <a:cs typeface="Arial" panose="020B0604020202020204" pitchFamily="34" charset="0"/>
              </a:defRPr>
            </a:lvl5pPr>
            <a:lvl6pPr marL="25146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6pPr>
            <a:lvl7pPr marL="29718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7pPr>
            <a:lvl8pPr marL="3429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8pPr>
            <a:lvl9pPr marL="38862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9pPr>
          </a:lstStyle>
          <a:p>
            <a:r>
              <a:rPr lang="en-US" dirty="0"/>
              <a:t>Problem to Solve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EFF7601-BA2A-880D-C704-363CC3A8877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3336" y="1555981"/>
            <a:ext cx="4313686" cy="1531377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C5161B12-EF82-C9F1-1F7D-46DC7AB9156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9079" y="3187588"/>
            <a:ext cx="4313686" cy="2027094"/>
          </a:xfrm>
          <a:prstGeom prst="rect">
            <a:avLst/>
          </a:prstGeom>
        </p:spPr>
      </p:pic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349B1D5D-777C-3B27-DCA3-0CB11691EDDA}"/>
              </a:ext>
            </a:extLst>
          </p:cNvPr>
          <p:cNvSpPr/>
          <p:nvPr/>
        </p:nvSpPr>
        <p:spPr>
          <a:xfrm>
            <a:off x="7082673" y="1038225"/>
            <a:ext cx="4962525" cy="5219700"/>
          </a:xfrm>
          <a:prstGeom prst="round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456C44C2-9FD0-E25E-3B4D-9FF660A2C19D}"/>
              </a:ext>
            </a:extLst>
          </p:cNvPr>
          <p:cNvSpPr/>
          <p:nvPr/>
        </p:nvSpPr>
        <p:spPr>
          <a:xfrm>
            <a:off x="7315200" y="1391933"/>
            <a:ext cx="4524864" cy="579879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b="1" dirty="0" err="1">
                <a:solidFill>
                  <a:schemeClr val="tx1"/>
                </a:solidFill>
              </a:rPr>
              <a:t>ACaMS</a:t>
            </a:r>
            <a:r>
              <a:rPr lang="en-US" sz="1200" b="1" dirty="0">
                <a:solidFill>
                  <a:schemeClr val="tx1"/>
                </a:solidFill>
              </a:rPr>
              <a:t> is the “Next Big Thing”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58B69E25-A407-4B60-0EB8-5340BA41D391}"/>
              </a:ext>
            </a:extLst>
          </p:cNvPr>
          <p:cNvSpPr/>
          <p:nvPr/>
        </p:nvSpPr>
        <p:spPr>
          <a:xfrm>
            <a:off x="8392514" y="2581283"/>
            <a:ext cx="3105311" cy="1368548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b="1" dirty="0" err="1">
                <a:solidFill>
                  <a:schemeClr val="tx1"/>
                </a:solidFill>
              </a:rPr>
              <a:t>ACaMS</a:t>
            </a:r>
            <a:r>
              <a:rPr lang="en-US" sz="1200" b="1" dirty="0">
                <a:solidFill>
                  <a:schemeClr val="tx1"/>
                </a:solidFill>
              </a:rPr>
              <a:t> Today is </a:t>
            </a:r>
          </a:p>
          <a:p>
            <a:pPr algn="ctr"/>
            <a:endParaRPr lang="en-US" sz="1200" b="1" dirty="0">
              <a:solidFill>
                <a:schemeClr val="tx1"/>
              </a:solidFill>
            </a:endParaRPr>
          </a:p>
          <a:p>
            <a:pPr algn="ctr"/>
            <a:r>
              <a:rPr lang="en-US" sz="1200" dirty="0" err="1">
                <a:solidFill>
                  <a:schemeClr val="tx1"/>
                </a:solidFill>
              </a:rPr>
              <a:t>Mireina</a:t>
            </a:r>
            <a:r>
              <a:rPr lang="en-US" sz="1200" dirty="0">
                <a:solidFill>
                  <a:schemeClr val="tx1"/>
                </a:solidFill>
              </a:rPr>
              <a:t> Keith</a:t>
            </a:r>
          </a:p>
          <a:p>
            <a:pPr algn="ctr"/>
            <a:r>
              <a:rPr lang="en-US" sz="1200" dirty="0">
                <a:solidFill>
                  <a:schemeClr val="tx1"/>
                </a:solidFill>
              </a:rPr>
              <a:t>Richard Dalton</a:t>
            </a:r>
          </a:p>
          <a:p>
            <a:pPr algn="ctr"/>
            <a:endParaRPr lang="en-US" sz="1200" dirty="0">
              <a:solidFill>
                <a:schemeClr val="tx1"/>
              </a:solidFill>
            </a:endParaRPr>
          </a:p>
          <a:p>
            <a:pPr algn="ctr"/>
            <a:r>
              <a:rPr lang="en-US" sz="1200" dirty="0">
                <a:solidFill>
                  <a:schemeClr val="tx1"/>
                </a:solidFill>
              </a:rPr>
              <a:t>Nate Tyler</a:t>
            </a:r>
          </a:p>
          <a:p>
            <a:pPr algn="ctr"/>
            <a:r>
              <a:rPr lang="en-US" sz="1200" dirty="0">
                <a:solidFill>
                  <a:schemeClr val="tx1"/>
                </a:solidFill>
              </a:rPr>
              <a:t>Linda Herman</a:t>
            </a:r>
          </a:p>
        </p:txBody>
      </p:sp>
      <p:sp>
        <p:nvSpPr>
          <p:cNvPr id="13" name="Trapezoid 12">
            <a:extLst>
              <a:ext uri="{FF2B5EF4-FFF2-40B4-BE49-F238E27FC236}">
                <a16:creationId xmlns:a16="http://schemas.microsoft.com/office/drawing/2014/main" id="{877C5770-DD2A-9583-C9A7-838D7B6A98DB}"/>
              </a:ext>
            </a:extLst>
          </p:cNvPr>
          <p:cNvSpPr/>
          <p:nvPr/>
        </p:nvSpPr>
        <p:spPr>
          <a:xfrm rot="5400000">
            <a:off x="2738889" y="3035909"/>
            <a:ext cx="5044393" cy="1216152"/>
          </a:xfrm>
          <a:prstGeom prst="trapezoid">
            <a:avLst>
              <a:gd name="adj" fmla="val 109489"/>
            </a:avLst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Arrow: Notched Right 13">
            <a:extLst>
              <a:ext uri="{FF2B5EF4-FFF2-40B4-BE49-F238E27FC236}">
                <a16:creationId xmlns:a16="http://schemas.microsoft.com/office/drawing/2014/main" id="{BD311A8A-C8AF-D8D2-75AC-3656CC11366E}"/>
              </a:ext>
            </a:extLst>
          </p:cNvPr>
          <p:cNvSpPr/>
          <p:nvPr/>
        </p:nvSpPr>
        <p:spPr>
          <a:xfrm>
            <a:off x="4845376" y="3255169"/>
            <a:ext cx="901236" cy="758778"/>
          </a:xfrm>
          <a:prstGeom prst="notchedRightArrow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B2C14EE-64C9-845B-8154-8B138BF09042}"/>
              </a:ext>
            </a:extLst>
          </p:cNvPr>
          <p:cNvSpPr txBox="1"/>
          <p:nvPr/>
        </p:nvSpPr>
        <p:spPr>
          <a:xfrm>
            <a:off x="6036583" y="2997652"/>
            <a:ext cx="897232" cy="1292662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en-US" sz="1200" b="1" u="sng" dirty="0"/>
              <a:t>OBJECTIVE</a:t>
            </a:r>
          </a:p>
          <a:p>
            <a:pPr algn="ctr"/>
            <a:endParaRPr lang="en-US" sz="1200" dirty="0"/>
          </a:p>
          <a:p>
            <a:pPr algn="ctr"/>
            <a:r>
              <a:rPr lang="en-US" sz="1200" dirty="0"/>
              <a:t>Allow </a:t>
            </a:r>
          </a:p>
          <a:p>
            <a:pPr algn="ctr"/>
            <a:r>
              <a:rPr lang="en-US" sz="1200" dirty="0"/>
              <a:t>F130 Team </a:t>
            </a:r>
          </a:p>
          <a:p>
            <a:pPr algn="ctr"/>
            <a:r>
              <a:rPr lang="en-US" sz="1200" dirty="0"/>
              <a:t>Members to</a:t>
            </a:r>
          </a:p>
          <a:p>
            <a:pPr algn="ctr"/>
            <a:r>
              <a:rPr lang="en-US" sz="1200" dirty="0"/>
              <a:t>Roll</a:t>
            </a:r>
          </a:p>
          <a:p>
            <a:pPr algn="ctr"/>
            <a:r>
              <a:rPr lang="en-US" sz="1200" dirty="0"/>
              <a:t>Onto </a:t>
            </a:r>
            <a:r>
              <a:rPr lang="en-US" sz="1200" dirty="0" err="1"/>
              <a:t>ACaMS</a:t>
            </a:r>
            <a:endParaRPr lang="en-US" sz="12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46606B8-A21A-A1F5-2682-E5551518BAFC}"/>
              </a:ext>
            </a:extLst>
          </p:cNvPr>
          <p:cNvSpPr txBox="1"/>
          <p:nvPr/>
        </p:nvSpPr>
        <p:spPr>
          <a:xfrm>
            <a:off x="408378" y="5354035"/>
            <a:ext cx="4471545" cy="83099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en-US" dirty="0"/>
              <a:t>Roughly 70 People Assigned to F130 Today</a:t>
            </a:r>
          </a:p>
          <a:p>
            <a:pPr algn="ctr"/>
            <a:endParaRPr lang="en-US" dirty="0"/>
          </a:p>
          <a:p>
            <a:pPr algn="ctr"/>
            <a:r>
              <a:rPr lang="en-US" dirty="0"/>
              <a:t>Work Backlog Runs Thru Q4 2027</a:t>
            </a: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E1D78C02-749F-62BE-324B-8DCE58A9586F}"/>
              </a:ext>
            </a:extLst>
          </p:cNvPr>
          <p:cNvSpPr/>
          <p:nvPr/>
        </p:nvSpPr>
        <p:spPr>
          <a:xfrm>
            <a:off x="7315200" y="4442246"/>
            <a:ext cx="4524864" cy="1368548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b="1" dirty="0">
                <a:solidFill>
                  <a:srgbClr val="7030A0"/>
                </a:solidFill>
              </a:rPr>
              <a:t>PROBLEM TO SOLVE</a:t>
            </a:r>
          </a:p>
          <a:p>
            <a:pPr algn="ctr"/>
            <a:endParaRPr lang="en-US" sz="1200" b="1" dirty="0">
              <a:solidFill>
                <a:srgbClr val="7030A0"/>
              </a:solidFill>
            </a:endParaRPr>
          </a:p>
          <a:p>
            <a:pPr algn="ctr"/>
            <a:r>
              <a:rPr lang="en-US" sz="1200" dirty="0">
                <a:solidFill>
                  <a:srgbClr val="7030A0"/>
                </a:solidFill>
              </a:rPr>
              <a:t>How can we enable RR </a:t>
            </a:r>
            <a:r>
              <a:rPr lang="en-US" sz="1200" dirty="0" err="1">
                <a:solidFill>
                  <a:srgbClr val="7030A0"/>
                </a:solidFill>
              </a:rPr>
              <a:t>ACaMS</a:t>
            </a:r>
            <a:r>
              <a:rPr lang="en-US" sz="1200" dirty="0">
                <a:solidFill>
                  <a:srgbClr val="7030A0"/>
                </a:solidFill>
              </a:rPr>
              <a:t> to adopt the F130 team members at the right time – in software and/or systems?</a:t>
            </a:r>
          </a:p>
          <a:p>
            <a:pPr algn="ctr"/>
            <a:endParaRPr lang="en-US" sz="1200" dirty="0">
              <a:solidFill>
                <a:srgbClr val="7030A0"/>
              </a:solidFill>
            </a:endParaRPr>
          </a:p>
          <a:p>
            <a:pPr algn="ctr"/>
            <a:r>
              <a:rPr lang="en-US" sz="1200" dirty="0">
                <a:solidFill>
                  <a:srgbClr val="7030A0"/>
                </a:solidFill>
              </a:rPr>
              <a:t>Aka – SW Tools Gap Closure Plan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4C11552-7E03-C3D6-0B9A-1DEF946FD24D}"/>
              </a:ext>
            </a:extLst>
          </p:cNvPr>
          <p:cNvSpPr txBox="1"/>
          <p:nvPr/>
        </p:nvSpPr>
        <p:spPr>
          <a:xfrm>
            <a:off x="7194185" y="2659098"/>
            <a:ext cx="1040349" cy="160043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en-US" sz="1600" dirty="0">
                <a:highlight>
                  <a:srgbClr val="FF0000"/>
                </a:highlight>
              </a:rPr>
              <a:t>Big Gap:</a:t>
            </a:r>
          </a:p>
          <a:p>
            <a:pPr algn="ctr"/>
            <a:endParaRPr lang="en-US" sz="1600" dirty="0">
              <a:highlight>
                <a:srgbClr val="FF0000"/>
              </a:highlight>
            </a:endParaRPr>
          </a:p>
          <a:p>
            <a:pPr algn="ctr"/>
            <a:r>
              <a:rPr lang="en-US" sz="1200" u="sng" dirty="0">
                <a:highlight>
                  <a:srgbClr val="FF0000"/>
                </a:highlight>
              </a:rPr>
              <a:t>Application SW</a:t>
            </a:r>
          </a:p>
          <a:p>
            <a:pPr algn="ctr"/>
            <a:r>
              <a:rPr lang="en-US" sz="1200" dirty="0">
                <a:highlight>
                  <a:srgbClr val="FF0000"/>
                </a:highlight>
              </a:rPr>
              <a:t>MBD</a:t>
            </a:r>
          </a:p>
          <a:p>
            <a:pPr algn="ctr"/>
            <a:r>
              <a:rPr lang="en-US" sz="1200" dirty="0">
                <a:highlight>
                  <a:srgbClr val="FF0000"/>
                </a:highlight>
              </a:rPr>
              <a:t>Simulink</a:t>
            </a:r>
          </a:p>
          <a:p>
            <a:pPr algn="ctr"/>
            <a:endParaRPr lang="en-US" sz="1200" dirty="0">
              <a:highlight>
                <a:srgbClr val="FF0000"/>
              </a:highlight>
            </a:endParaRPr>
          </a:p>
          <a:p>
            <a:pPr algn="ctr"/>
            <a:r>
              <a:rPr lang="en-US" sz="1200" u="sng" dirty="0">
                <a:highlight>
                  <a:srgbClr val="FF0000"/>
                </a:highlight>
              </a:rPr>
              <a:t>Systems</a:t>
            </a:r>
          </a:p>
          <a:p>
            <a:pPr algn="ctr"/>
            <a:r>
              <a:rPr lang="en-US" sz="1200" dirty="0">
                <a:highlight>
                  <a:srgbClr val="FF0000"/>
                </a:highlight>
              </a:rPr>
              <a:t>CAMEO </a:t>
            </a:r>
          </a:p>
        </p:txBody>
      </p:sp>
    </p:spTree>
    <p:extLst>
      <p:ext uri="{BB962C8B-B14F-4D97-AF65-F5344CB8AC3E}">
        <p14:creationId xmlns:p14="http://schemas.microsoft.com/office/powerpoint/2010/main" val="3940837242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4B3608-4B31-01F8-0EB2-14F7E73865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0D7BD952-6A55-F1D4-FA9D-95E230E8B81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843027" y="142431"/>
            <a:ext cx="10043158" cy="368300"/>
          </a:xfrm>
        </p:spPr>
        <p:txBody>
          <a:bodyPr/>
          <a:lstStyle/>
          <a:p>
            <a:r>
              <a:rPr lang="en-US" dirty="0"/>
              <a:t>Scenario in 2027….</a:t>
            </a:r>
          </a:p>
          <a:p>
            <a:r>
              <a:rPr lang="en-US" dirty="0"/>
              <a:t>Problem:  Many F130 people don’t have the Simulink pedigree desired by </a:t>
            </a:r>
            <a:r>
              <a:rPr lang="en-US" dirty="0" err="1"/>
              <a:t>ACaMS</a:t>
            </a:r>
            <a:endParaRPr lang="en-US" dirty="0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EB59279D-8340-6C0A-6C00-34C7271D851B}"/>
              </a:ext>
            </a:extLst>
          </p:cNvPr>
          <p:cNvSpPr/>
          <p:nvPr/>
        </p:nvSpPr>
        <p:spPr>
          <a:xfrm>
            <a:off x="3041715" y="1611380"/>
            <a:ext cx="6108569" cy="4204355"/>
          </a:xfrm>
          <a:prstGeom prst="roundRect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Conrad </a:t>
            </a:r>
            <a:r>
              <a:rPr lang="en-US" dirty="0" err="1"/>
              <a:t>Golbav</a:t>
            </a:r>
            <a:r>
              <a:rPr lang="en-US" dirty="0"/>
              <a:t> and / or Jason Thompson need Application Software help for </a:t>
            </a:r>
            <a:r>
              <a:rPr lang="en-US" dirty="0" err="1"/>
              <a:t>ACaMS</a:t>
            </a:r>
            <a:endParaRPr lang="en-US" dirty="0"/>
          </a:p>
          <a:p>
            <a:pPr algn="ctr"/>
            <a:endParaRPr lang="en-US" dirty="0"/>
          </a:p>
          <a:p>
            <a:pPr algn="ctr"/>
            <a:r>
              <a:rPr lang="en-US" dirty="0"/>
              <a:t>They hear Belcan has people rolling off F130….but know F130 is “hand coded” and borderline archaic software development practices….</a:t>
            </a:r>
          </a:p>
          <a:p>
            <a:pPr algn="ctr"/>
            <a:endParaRPr lang="en-US" dirty="0"/>
          </a:p>
          <a:p>
            <a:pPr algn="ctr"/>
            <a:r>
              <a:rPr lang="en-US" b="1" u="sng" dirty="0"/>
              <a:t>“No Simulink, No Interest”</a:t>
            </a:r>
          </a:p>
        </p:txBody>
      </p:sp>
    </p:spTree>
    <p:extLst>
      <p:ext uri="{BB962C8B-B14F-4D97-AF65-F5344CB8AC3E}">
        <p14:creationId xmlns:p14="http://schemas.microsoft.com/office/powerpoint/2010/main" val="560815858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DF8BD21A-82E6-D5A6-138A-78D750F0359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808915" y="158812"/>
            <a:ext cx="10043158" cy="368300"/>
          </a:xfrm>
        </p:spPr>
        <p:txBody>
          <a:bodyPr/>
          <a:lstStyle/>
          <a:p>
            <a:r>
              <a:rPr lang="en-US" dirty="0">
                <a:sym typeface="Wingdings" panose="05000000000000000000" pitchFamily="2" charset="2"/>
              </a:rPr>
              <a:t>Welcome to Q3/Q4 2026</a:t>
            </a:r>
          </a:p>
          <a:p>
            <a:r>
              <a:rPr lang="en-US" dirty="0">
                <a:sym typeface="Wingdings" panose="05000000000000000000" pitchFamily="2" charset="2"/>
              </a:rPr>
              <a:t>We have two months to mitigate – can we productively do anything</a:t>
            </a:r>
            <a:endParaRPr lang="en-US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8A9F596F-04F3-9EAD-7F15-7B902D601691}"/>
              </a:ext>
            </a:extLst>
          </p:cNvPr>
          <p:cNvSpPr/>
          <p:nvPr/>
        </p:nvSpPr>
        <p:spPr>
          <a:xfrm>
            <a:off x="8135174" y="1648827"/>
            <a:ext cx="3933219" cy="36830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November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77328566-E34C-DCC7-DD12-D2813765EDCC}"/>
              </a:ext>
            </a:extLst>
          </p:cNvPr>
          <p:cNvSpPr/>
          <p:nvPr/>
        </p:nvSpPr>
        <p:spPr>
          <a:xfrm>
            <a:off x="98981" y="1646750"/>
            <a:ext cx="3933219" cy="36830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September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6422D2DC-13AA-25D6-CB19-22A21CD04E32}"/>
              </a:ext>
            </a:extLst>
          </p:cNvPr>
          <p:cNvSpPr/>
          <p:nvPr/>
        </p:nvSpPr>
        <p:spPr>
          <a:xfrm>
            <a:off x="4093968" y="1645206"/>
            <a:ext cx="3933219" cy="3683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October</a:t>
            </a:r>
          </a:p>
        </p:txBody>
      </p:sp>
      <p:cxnSp>
        <p:nvCxnSpPr>
          <p:cNvPr id="81" name="Straight Connector 80">
            <a:extLst>
              <a:ext uri="{FF2B5EF4-FFF2-40B4-BE49-F238E27FC236}">
                <a16:creationId xmlns:a16="http://schemas.microsoft.com/office/drawing/2014/main" id="{7E954298-1979-2750-A392-559E9E2146CE}"/>
              </a:ext>
            </a:extLst>
          </p:cNvPr>
          <p:cNvCxnSpPr>
            <a:cxnSpLocks/>
          </p:cNvCxnSpPr>
          <p:nvPr/>
        </p:nvCxnSpPr>
        <p:spPr>
          <a:xfrm>
            <a:off x="55689" y="1667583"/>
            <a:ext cx="0" cy="4496788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4EBC35EE-E2E8-B972-BCAC-6C63030F5F95}"/>
              </a:ext>
            </a:extLst>
          </p:cNvPr>
          <p:cNvCxnSpPr>
            <a:cxnSpLocks/>
          </p:cNvCxnSpPr>
          <p:nvPr/>
        </p:nvCxnSpPr>
        <p:spPr>
          <a:xfrm>
            <a:off x="4055986" y="1677108"/>
            <a:ext cx="0" cy="4496788"/>
          </a:xfrm>
          <a:prstGeom prst="line">
            <a:avLst/>
          </a:prstGeom>
          <a:ln w="38100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0" name="Picture 69">
            <a:extLst>
              <a:ext uri="{FF2B5EF4-FFF2-40B4-BE49-F238E27FC236}">
                <a16:creationId xmlns:a16="http://schemas.microsoft.com/office/drawing/2014/main" id="{E53E6892-B84D-8AE4-2146-CC5C460A55C9}"/>
              </a:ext>
            </a:extLst>
          </p:cNvPr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95716" y="870469"/>
            <a:ext cx="412927" cy="705417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ABA6BF91-5A15-5BE8-C964-D40D1725B0E1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46479" y="1541808"/>
            <a:ext cx="851144" cy="595184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9A413277-635B-5B8C-686C-FD5F03949E12}"/>
              </a:ext>
            </a:extLst>
          </p:cNvPr>
          <p:cNvSpPr txBox="1"/>
          <p:nvPr/>
        </p:nvSpPr>
        <p:spPr>
          <a:xfrm>
            <a:off x="131964" y="3488857"/>
            <a:ext cx="1948077" cy="221599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600" dirty="0"/>
              <a:t>Nate Tyler</a:t>
            </a:r>
          </a:p>
          <a:p>
            <a:r>
              <a:rPr lang="en-US" sz="1600" dirty="0"/>
              <a:t>Andrew Williamson</a:t>
            </a:r>
          </a:p>
          <a:p>
            <a:r>
              <a:rPr lang="en-US" sz="1600" dirty="0"/>
              <a:t>Alex Johnson (PT)</a:t>
            </a:r>
          </a:p>
          <a:p>
            <a:endParaRPr lang="en-US" sz="1600" dirty="0"/>
          </a:p>
          <a:p>
            <a:endParaRPr lang="en-US" sz="1600" dirty="0"/>
          </a:p>
          <a:p>
            <a:endParaRPr lang="en-US" sz="1600" dirty="0"/>
          </a:p>
          <a:p>
            <a:r>
              <a:rPr lang="en-US" sz="1600" dirty="0" err="1"/>
              <a:t>Mireina</a:t>
            </a:r>
            <a:r>
              <a:rPr lang="en-US" sz="1600" dirty="0"/>
              <a:t> Keith</a:t>
            </a:r>
          </a:p>
          <a:p>
            <a:r>
              <a:rPr lang="en-US" sz="1600" dirty="0"/>
              <a:t>Linda Herman</a:t>
            </a:r>
          </a:p>
          <a:p>
            <a:r>
              <a:rPr lang="en-US" sz="1600" dirty="0"/>
              <a:t>Dominic Basciano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9072B832-A579-32D0-1D3B-8C4FA8E0F4BB}"/>
              </a:ext>
            </a:extLst>
          </p:cNvPr>
          <p:cNvSpPr/>
          <p:nvPr/>
        </p:nvSpPr>
        <p:spPr>
          <a:xfrm>
            <a:off x="117972" y="2818863"/>
            <a:ext cx="1962073" cy="595185"/>
          </a:xfrm>
          <a:prstGeom prst="round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People that can get the solution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81FE2EED-5CD0-A680-E8F5-73B8E907084B}"/>
              </a:ext>
            </a:extLst>
          </p:cNvPr>
          <p:cNvSpPr/>
          <p:nvPr/>
        </p:nvSpPr>
        <p:spPr>
          <a:xfrm>
            <a:off x="119542" y="4291016"/>
            <a:ext cx="1962073" cy="595185"/>
          </a:xfrm>
          <a:prstGeom prst="round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People that be “users group”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8D776DF7-9CBB-F3CE-7BF8-09DF28600E1B}"/>
              </a:ext>
            </a:extLst>
          </p:cNvPr>
          <p:cNvCxnSpPr>
            <a:cxnSpLocks/>
          </p:cNvCxnSpPr>
          <p:nvPr/>
        </p:nvCxnSpPr>
        <p:spPr>
          <a:xfrm>
            <a:off x="8082804" y="1688105"/>
            <a:ext cx="0" cy="4496788"/>
          </a:xfrm>
          <a:prstGeom prst="line">
            <a:avLst/>
          </a:prstGeom>
          <a:ln w="38100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046BF6F2-FCE3-7B27-C695-1B887C6CCAC3}"/>
              </a:ext>
            </a:extLst>
          </p:cNvPr>
          <p:cNvSpPr/>
          <p:nvPr/>
        </p:nvSpPr>
        <p:spPr>
          <a:xfrm>
            <a:off x="6550041" y="2739570"/>
            <a:ext cx="2272945" cy="2944791"/>
          </a:xfrm>
          <a:prstGeom prst="round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ACaMS</a:t>
            </a:r>
            <a:r>
              <a:rPr lang="en-US" dirty="0"/>
              <a:t> </a:t>
            </a:r>
          </a:p>
          <a:p>
            <a:pPr algn="ctr"/>
            <a:r>
              <a:rPr lang="en-US" dirty="0"/>
              <a:t>Resumes</a:t>
            </a:r>
          </a:p>
          <a:p>
            <a:pPr algn="ctr"/>
            <a:r>
              <a:rPr lang="en-US" sz="1400" dirty="0"/>
              <a:t>(Tyler)</a:t>
            </a:r>
          </a:p>
          <a:p>
            <a:pPr algn="ctr"/>
            <a:endParaRPr lang="en-US" dirty="0"/>
          </a:p>
          <a:p>
            <a:pPr algn="ctr"/>
            <a:r>
              <a:rPr lang="en-US" dirty="0"/>
              <a:t>Next Project Starts</a:t>
            </a:r>
          </a:p>
          <a:p>
            <a:pPr algn="ctr"/>
            <a:r>
              <a:rPr lang="en-US" sz="1400" dirty="0"/>
              <a:t>(Williamson)</a:t>
            </a:r>
          </a:p>
          <a:p>
            <a:pPr algn="ctr"/>
            <a:endParaRPr lang="en-US" dirty="0"/>
          </a:p>
          <a:p>
            <a:pPr algn="ctr"/>
            <a:r>
              <a:rPr lang="en-US" dirty="0"/>
              <a:t>FTAI picks up</a:t>
            </a:r>
          </a:p>
          <a:p>
            <a:pPr algn="ctr"/>
            <a:r>
              <a:rPr lang="en-US" sz="1400" dirty="0"/>
              <a:t>(Johnson)</a:t>
            </a:r>
          </a:p>
        </p:txBody>
      </p:sp>
      <p:sp>
        <p:nvSpPr>
          <p:cNvPr id="8" name="Arrow: Right 7">
            <a:extLst>
              <a:ext uri="{FF2B5EF4-FFF2-40B4-BE49-F238E27FC236}">
                <a16:creationId xmlns:a16="http://schemas.microsoft.com/office/drawing/2014/main" id="{5E8BDD9A-53C5-14DA-7452-47B930F013CB}"/>
              </a:ext>
            </a:extLst>
          </p:cNvPr>
          <p:cNvSpPr/>
          <p:nvPr/>
        </p:nvSpPr>
        <p:spPr>
          <a:xfrm>
            <a:off x="2343803" y="3414048"/>
            <a:ext cx="4020848" cy="1344197"/>
          </a:xfrm>
          <a:prstGeom prst="rightArrow">
            <a:avLst>
              <a:gd name="adj1" fmla="val 50000"/>
              <a:gd name="adj2" fmla="val 84013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DB3D896-FB1E-4ADA-703A-4A067FED361F}"/>
              </a:ext>
            </a:extLst>
          </p:cNvPr>
          <p:cNvSpPr txBox="1"/>
          <p:nvPr/>
        </p:nvSpPr>
        <p:spPr>
          <a:xfrm>
            <a:off x="2870757" y="3828270"/>
            <a:ext cx="2370842" cy="49244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en-US" sz="1600" dirty="0">
                <a:highlight>
                  <a:srgbClr val="C0C0C0"/>
                </a:highlight>
              </a:rPr>
              <a:t>There is some time to </a:t>
            </a:r>
          </a:p>
          <a:p>
            <a:pPr algn="ctr"/>
            <a:r>
              <a:rPr lang="en-US" sz="1600" dirty="0">
                <a:highlight>
                  <a:srgbClr val="C0C0C0"/>
                </a:highlight>
              </a:rPr>
              <a:t>assemble a plan / solution</a:t>
            </a:r>
          </a:p>
        </p:txBody>
      </p:sp>
    </p:spTree>
    <p:extLst>
      <p:ext uri="{BB962C8B-B14F-4D97-AF65-F5344CB8AC3E}">
        <p14:creationId xmlns:p14="http://schemas.microsoft.com/office/powerpoint/2010/main" val="1832103629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BA1625-85EA-F73C-AA5E-34855B77E3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688C72C6-C153-AC6F-0F3D-2C995529E54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843027" y="142431"/>
            <a:ext cx="10043158" cy="368300"/>
          </a:xfrm>
        </p:spPr>
        <p:txBody>
          <a:bodyPr/>
          <a:lstStyle/>
          <a:p>
            <a:r>
              <a:rPr lang="en-US" dirty="0"/>
              <a:t>What is Definition of Done – Scenario in 2027….</a:t>
            </a:r>
          </a:p>
          <a:p>
            <a:r>
              <a:rPr lang="en-US" dirty="0"/>
              <a:t>(Solution to the Problem)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5AE371F8-7FDE-300B-B711-72EBB1C9F6F4}"/>
              </a:ext>
            </a:extLst>
          </p:cNvPr>
          <p:cNvSpPr/>
          <p:nvPr/>
        </p:nvSpPr>
        <p:spPr>
          <a:xfrm>
            <a:off x="45589" y="1611380"/>
            <a:ext cx="6108569" cy="4332220"/>
          </a:xfrm>
          <a:prstGeom prst="roundRect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Conrad </a:t>
            </a:r>
            <a:r>
              <a:rPr lang="en-US" dirty="0" err="1"/>
              <a:t>Golbav</a:t>
            </a:r>
            <a:r>
              <a:rPr lang="en-US" dirty="0"/>
              <a:t> and / or Jason Thompson need Application Software help for </a:t>
            </a:r>
            <a:r>
              <a:rPr lang="en-US" dirty="0" err="1"/>
              <a:t>ACaMS</a:t>
            </a:r>
            <a:endParaRPr lang="en-US" dirty="0"/>
          </a:p>
          <a:p>
            <a:pPr algn="ctr"/>
            <a:endParaRPr lang="en-US" dirty="0"/>
          </a:p>
          <a:p>
            <a:pPr algn="ctr"/>
            <a:r>
              <a:rPr lang="en-US" dirty="0"/>
              <a:t>They hear Belcan has people rolling off F130….but know F130 is “hand coded” and borderline archaic software development practices….</a:t>
            </a:r>
          </a:p>
          <a:p>
            <a:pPr algn="ctr"/>
            <a:endParaRPr lang="en-US" dirty="0"/>
          </a:p>
          <a:p>
            <a:pPr algn="ctr"/>
            <a:r>
              <a:rPr lang="en-US" b="1" u="sng" dirty="0"/>
              <a:t>“No Simulink, No Interest”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50CCAB7B-AA6B-63AE-482D-8812C900970A}"/>
              </a:ext>
            </a:extLst>
          </p:cNvPr>
          <p:cNvSpPr/>
          <p:nvPr/>
        </p:nvSpPr>
        <p:spPr>
          <a:xfrm>
            <a:off x="6274337" y="1611380"/>
            <a:ext cx="2636196" cy="4332220"/>
          </a:xfrm>
          <a:prstGeom prst="round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Jason and / or Conrad inquire about each person’s MBD capacity and proficiency….</a:t>
            </a:r>
          </a:p>
          <a:p>
            <a:pPr algn="ctr"/>
            <a:endParaRPr lang="en-US" dirty="0"/>
          </a:p>
          <a:p>
            <a:pPr algn="ctr"/>
            <a:r>
              <a:rPr lang="en-US" dirty="0"/>
              <a:t>So they ask people like Nate or Linda…</a:t>
            </a:r>
          </a:p>
          <a:p>
            <a:pPr algn="ctr"/>
            <a:endParaRPr lang="en-US" dirty="0"/>
          </a:p>
          <a:p>
            <a:pPr algn="ctr"/>
            <a:r>
              <a:rPr lang="en-US" dirty="0"/>
              <a:t>“Can they step into App SW and help quickly”???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85AD89E8-D49C-F4BE-ACDD-E6BEA9DDD3C4}"/>
              </a:ext>
            </a:extLst>
          </p:cNvPr>
          <p:cNvSpPr/>
          <p:nvPr/>
        </p:nvSpPr>
        <p:spPr>
          <a:xfrm>
            <a:off x="8994846" y="1627592"/>
            <a:ext cx="2999358" cy="4332220"/>
          </a:xfrm>
          <a:prstGeom prst="roundRect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Nate and / or Linda say </a:t>
            </a:r>
          </a:p>
          <a:p>
            <a:pPr algn="ctr"/>
            <a:endParaRPr lang="en-US" dirty="0"/>
          </a:p>
          <a:p>
            <a:pPr algn="ctr"/>
            <a:r>
              <a:rPr lang="en-US" dirty="0"/>
              <a:t>“yes, they have been trained and/or done pilot projects and I am confident they can help us”</a:t>
            </a:r>
          </a:p>
          <a:p>
            <a:pPr algn="ctr"/>
            <a:endParaRPr lang="en-US" dirty="0"/>
          </a:p>
          <a:p>
            <a:pPr algn="ctr"/>
            <a:r>
              <a:rPr lang="en-US" dirty="0"/>
              <a:t>Then Conrad and / or Jason say “good for me, they know how we do things and can adapt quickly to the technology”</a:t>
            </a:r>
          </a:p>
        </p:txBody>
      </p:sp>
    </p:spTree>
    <p:extLst>
      <p:ext uri="{BB962C8B-B14F-4D97-AF65-F5344CB8AC3E}">
        <p14:creationId xmlns:p14="http://schemas.microsoft.com/office/powerpoint/2010/main" val="1078259639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pmk9RfcSQvEWHk.xzyeMKqg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pmk9RfcSQvEWHk.xzyeMKqg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pEExdrrT4J0C1fnz5aAV6XQ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piuB4lW1kl025PsSgEWBrJg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pI3kfiwG_mkuGI2Bt.8obmQ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pmk9RfcSQvEWHk.xzyeMKqg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M_SLIDE_TYPE" val="6"/>
</p:tagLst>
</file>

<file path=ppt/theme/theme1.xml><?xml version="1.0" encoding="utf-8"?>
<a:theme xmlns:a="http://schemas.openxmlformats.org/drawingml/2006/main" name="2_Office Theme">
  <a:themeElements>
    <a:clrScheme name="Custom 9">
      <a:dk1>
        <a:sysClr val="windowText" lastClr="000000"/>
      </a:dk1>
      <a:lt1>
        <a:sysClr val="window" lastClr="FFFFFF"/>
      </a:lt1>
      <a:dk2>
        <a:srgbClr val="000000"/>
      </a:dk2>
      <a:lt2>
        <a:srgbClr val="FFFFFF"/>
      </a:lt2>
      <a:accent1>
        <a:srgbClr val="032741"/>
      </a:accent1>
      <a:accent2>
        <a:srgbClr val="003B5D"/>
      </a:accent2>
      <a:accent3>
        <a:srgbClr val="7487A7"/>
      </a:accent3>
      <a:accent4>
        <a:srgbClr val="0254A1"/>
      </a:accent4>
      <a:accent5>
        <a:srgbClr val="007FC1"/>
      </a:accent5>
      <a:accent6>
        <a:srgbClr val="F36C38"/>
      </a:accent6>
      <a:hlink>
        <a:srgbClr val="0000FF"/>
      </a:hlink>
      <a:folHlink>
        <a:srgbClr val="800080"/>
      </a:folHlink>
    </a:clrScheme>
    <a:fontScheme name="Office Classic 2">
      <a:maj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accent1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none" lIns="0" tIns="0" rIns="0" bIns="0" rtlCol="0">
        <a:spAutoFit/>
      </a:bodyPr>
      <a:lstStyle>
        <a:defPPr>
          <a:defRPr dirty="0" err="1" smtClean="0"/>
        </a:defPPr>
      </a:lstStyle>
    </a:tx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_rels/item4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4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titus xmlns="http://schemas.titus.com/TitusProperties/">
  <TitusGUID xmlns="">9becc2c3-2c36-43f0-a9c1-7e62f07c4846</TitusGUID>
  <TitusMetadata xmlns="">eyJucyI6Imh0dHA6XC9cL3d3dy50aXR1cy5jb21cL25zXC9OQVJBQ1VJIiwicHJvcHMiOlt7Im4iOiJEZXNpZ25hdGlvbiIsInZhbHMiOlt7InZhbHVlIjoiTlRETkNVSSJ9XX1dfQ==</TitusMetadata>
</titu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4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280BF5D2CCC9BE4EBBD35A8004C48EA3" ma:contentTypeVersion="9" ma:contentTypeDescription="Create a new document." ma:contentTypeScope="" ma:versionID="9eada2b7c4bdaa665e90d0121b8e42d2">
  <xsd:schema xmlns:xsd="http://www.w3.org/2001/XMLSchema" xmlns:xs="http://www.w3.org/2001/XMLSchema" xmlns:p="http://schemas.microsoft.com/office/2006/metadata/properties" xmlns:ns2="2d6c60d3-f5d7-4053-bda5-60231931954e" xmlns:ns3="0873cd69-40f1-433c-bf93-e1d73619fdb5" targetNamespace="http://schemas.microsoft.com/office/2006/metadata/properties" ma:root="true" ma:fieldsID="993ddfcb2f17b45b1238621a2ab33d08" ns2:_="" ns3:_="">
    <xsd:import namespace="2d6c60d3-f5d7-4053-bda5-60231931954e"/>
    <xsd:import namespace="0873cd69-40f1-433c-bf93-e1d73619fdb5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KeyPoints" minOccurs="0"/>
                <xsd:element ref="ns2:MediaServiceKeyPoints" minOccurs="0"/>
                <xsd:element ref="ns3:SharedWithUsers" minOccurs="0"/>
                <xsd:element ref="ns3:SharedWithDetails" minOccurs="0"/>
                <xsd:element ref="ns2:MediaServiceDateTaken" minOccurs="0"/>
                <xsd:element ref="ns2:MediaServiceAutoTags" minOccurs="0"/>
                <xsd:element ref="ns2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d6c60d3-f5d7-4053-bda5-60231931954e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0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1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DateTaken" ma:index="14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15" nillable="true" ma:displayName="Tags" ma:internalName="MediaServiceAutoTags" ma:readOnly="true">
      <xsd:simpleType>
        <xsd:restriction base="dms:Text"/>
      </xsd:simpleType>
    </xsd:element>
    <xsd:element name="MediaLengthInSeconds" ma:index="16" nillable="true" ma:displayName="MediaLengthInSeconds" ma:hidden="true" ma:internalName="MediaLengthInSeconds" ma:readOnly="true">
      <xsd:simpleType>
        <xsd:restriction base="dms:Unknown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873cd69-40f1-433c-bf93-e1d73619fdb5" elementFormDefault="qualified">
    <xsd:import namespace="http://schemas.microsoft.com/office/2006/documentManagement/types"/>
    <xsd:import namespace="http://schemas.microsoft.com/office/infopath/2007/PartnerControls"/>
    <xsd:element name="SharedWithUsers" ma:index="12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3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8EE2F036-3CB6-498C-987A-D68D448BB166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51506775-A450-4DA8-B0A8-D0F0CE449F59}">
  <ds:schemaRefs>
    <ds:schemaRef ds:uri="http://schemas.titus.com/TitusProperties/"/>
    <ds:schemaRef ds:uri=""/>
  </ds:schemaRefs>
</ds:datastoreItem>
</file>

<file path=customXml/itemProps3.xml><?xml version="1.0" encoding="utf-8"?>
<ds:datastoreItem xmlns:ds="http://schemas.openxmlformats.org/officeDocument/2006/customXml" ds:itemID="{4B2EC94B-890F-4F06-B798-4B4DED8D1AEE}">
  <ds:schemaRefs>
    <ds:schemaRef ds:uri="http://www.w3.org/XML/1998/namespace"/>
    <ds:schemaRef ds:uri="http://schemas.openxmlformats.org/package/2006/metadata/core-properties"/>
    <ds:schemaRef ds:uri="http://schemas.microsoft.com/office/2006/metadata/properties"/>
    <ds:schemaRef ds:uri="0873cd69-40f1-433c-bf93-e1d73619fdb5"/>
    <ds:schemaRef ds:uri="http://purl.org/dc/dcmitype/"/>
    <ds:schemaRef ds:uri="http://schemas.microsoft.com/office/2006/documentManagement/types"/>
    <ds:schemaRef ds:uri="2d6c60d3-f5d7-4053-bda5-60231931954e"/>
    <ds:schemaRef ds:uri="http://purl.org/dc/elements/1.1/"/>
    <ds:schemaRef ds:uri="http://schemas.microsoft.com/office/infopath/2007/PartnerControls"/>
    <ds:schemaRef ds:uri="http://purl.org/dc/terms/"/>
  </ds:schemaRefs>
</ds:datastoreItem>
</file>

<file path=customXml/itemProps4.xml><?xml version="1.0" encoding="utf-8"?>
<ds:datastoreItem xmlns:ds="http://schemas.openxmlformats.org/officeDocument/2006/customXml" ds:itemID="{AEFACC39-F032-45A3-9C45-73967BBFF675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2d6c60d3-f5d7-4053-bda5-60231931954e"/>
    <ds:schemaRef ds:uri="0873cd69-40f1-433c-bf93-e1d73619fdb5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119621</TotalTime>
  <Words>2034</Words>
  <Application>Microsoft Office PowerPoint</Application>
  <PresentationFormat>Widescreen</PresentationFormat>
  <Paragraphs>314</Paragraphs>
  <Slides>61</Slides>
  <Notes>3</Notes>
  <HiddenSlides>0</HiddenSlides>
  <MMClips>0</MMClips>
  <ScaleCrop>false</ScaleCrop>
  <HeadingPairs>
    <vt:vector size="8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61</vt:i4>
      </vt:variant>
    </vt:vector>
  </HeadingPairs>
  <TitlesOfParts>
    <vt:vector size="71" baseType="lpstr">
      <vt:lpstr>.AppleSystemUIFont</vt:lpstr>
      <vt:lpstr>Aptos</vt:lpstr>
      <vt:lpstr>Arial</vt:lpstr>
      <vt:lpstr>Arial Black</vt:lpstr>
      <vt:lpstr>Barlow ExtraBold</vt:lpstr>
      <vt:lpstr>Calibri</vt:lpstr>
      <vt:lpstr>Microsoft Sans Serif</vt:lpstr>
      <vt:lpstr>Wingdings</vt:lpstr>
      <vt:lpstr>2_Office Theme</vt:lpstr>
      <vt:lpstr>think-cell Slide</vt:lpstr>
      <vt:lpstr>Chapter 1 The Basics</vt:lpstr>
      <vt:lpstr>PowerPoint Presentation</vt:lpstr>
      <vt:lpstr>PowerPoint Presentation</vt:lpstr>
      <vt:lpstr>PowerPoint Presentation</vt:lpstr>
      <vt:lpstr>How to Open MATLAB &amp; SIMULINK</vt:lpstr>
      <vt:lpstr>PowerPoint Presentation</vt:lpstr>
      <vt:lpstr>PowerPoint Presentation</vt:lpstr>
      <vt:lpstr>PowerPoint Presentation</vt:lpstr>
      <vt:lpstr>How to Create a new Simulink Model</vt:lpstr>
      <vt:lpstr>PowerPoint Presentation</vt:lpstr>
      <vt:lpstr>PowerPoint Presentation</vt:lpstr>
      <vt:lpstr>PowerPoint Presentation</vt:lpstr>
      <vt:lpstr>PowerPoint Presentation</vt:lpstr>
      <vt:lpstr>How to Use blocks (Part 1)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How to Run a simulation</vt:lpstr>
      <vt:lpstr>PowerPoint Presentation</vt:lpstr>
      <vt:lpstr>PowerPoint Presentation</vt:lpstr>
      <vt:lpstr>How to Use Data inspector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How to Use blocks (Part 2)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How to Use Model Explorer</vt:lpstr>
      <vt:lpstr>PowerPoint Presentation</vt:lpstr>
      <vt:lpstr>PowerPoint Presentation</vt:lpstr>
      <vt:lpstr>How to Use Requirements editor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Belcan Corporation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Aircraft Capabilities for Spirit Aerosystems Defense Group 1-15-21</dc:title>
  <dc:creator>Juraco, Devra D.</dc:creator>
  <cp:keywords/>
  <dc:description>Structural Analysis Capabilities</dc:description>
  <cp:lastModifiedBy>Tyler, Nathaniel</cp:lastModifiedBy>
  <cp:revision>1927</cp:revision>
  <cp:lastPrinted>2026-03-04T20:38:48Z</cp:lastPrinted>
  <dcterms:created xsi:type="dcterms:W3CDTF">2017-05-22T13:23:52Z</dcterms:created>
  <dcterms:modified xsi:type="dcterms:W3CDTF">2026-09-02T21:20:20Z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0x010100280BF5D2CCC9BE4EBBD35A8004C48EA3</vt:lpwstr>
  </property>
  <property fmtid="{D5CDD505-2E9C-101B-9397-08002B2CF9AE}" pid="3" name="docIndexRef">
    <vt:lpwstr>35f620e0-3dd2-4867-83d5-d9af9c72e9e3</vt:lpwstr>
  </property>
  <property fmtid="{D5CDD505-2E9C-101B-9397-08002B2CF9AE}" pid="4" name="bjDocumentSecurityLabel">
    <vt:lpwstr>No Marking</vt:lpwstr>
  </property>
  <property fmtid="{D5CDD505-2E9C-101B-9397-08002B2CF9AE}" pid="5" name="bjSaver">
    <vt:lpwstr>iVCgZez7e+NedMZW8m0dhRZDBR035PuE</vt:lpwstr>
  </property>
  <property fmtid="{D5CDD505-2E9C-101B-9397-08002B2CF9AE}" pid="6" name="Presentation">
    <vt:lpwstr>Aircraft Capabilities for Spirit Aerosystems Defense Group 1-15-21</vt:lpwstr>
  </property>
  <property fmtid="{D5CDD505-2E9C-101B-9397-08002B2CF9AE}" pid="7" name="SlideDescription">
    <vt:lpwstr>Structural Analysis Capabilities</vt:lpwstr>
  </property>
  <property fmtid="{D5CDD505-2E9C-101B-9397-08002B2CF9AE}" pid="8" name="bjClsUserRVM">
    <vt:lpwstr>[]</vt:lpwstr>
  </property>
  <property fmtid="{D5CDD505-2E9C-101B-9397-08002B2CF9AE}" pid="9" name="bjLabelHistoryID">
    <vt:lpwstr>{46014CD1-4077-46EA-8F24-7482198939F9}</vt:lpwstr>
  </property>
  <property fmtid="{D5CDD505-2E9C-101B-9397-08002B2CF9AE}" pid="10" name="TitusGUID">
    <vt:lpwstr>9becc2c3-2c36-43f0-a9c1-7e62f07c4846</vt:lpwstr>
  </property>
  <property fmtid="{D5CDD505-2E9C-101B-9397-08002B2CF9AE}" pid="11" name="TitusDesignation">
    <vt:lpwstr>NTDNCUI</vt:lpwstr>
  </property>
</Properties>
</file>