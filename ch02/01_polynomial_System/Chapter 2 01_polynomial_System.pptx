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108"/>
  </p:notesMasterIdLst>
  <p:handoutMasterIdLst>
    <p:handoutMasterId r:id="rId109"/>
  </p:handoutMasterIdLst>
  <p:sldIdLst>
    <p:sldId id="256" r:id="rId6"/>
    <p:sldId id="3715" r:id="rId7"/>
    <p:sldId id="3895" r:id="rId8"/>
    <p:sldId id="3815" r:id="rId9"/>
    <p:sldId id="3897" r:id="rId10"/>
    <p:sldId id="3717" r:id="rId11"/>
    <p:sldId id="3898" r:id="rId12"/>
    <p:sldId id="3811" r:id="rId13"/>
    <p:sldId id="3810" r:id="rId14"/>
    <p:sldId id="3633" r:id="rId15"/>
    <p:sldId id="3718" r:id="rId16"/>
    <p:sldId id="3719" r:id="rId17"/>
    <p:sldId id="3822" r:id="rId18"/>
    <p:sldId id="3823" r:id="rId19"/>
    <p:sldId id="3820" r:id="rId20"/>
    <p:sldId id="3816" r:id="rId21"/>
    <p:sldId id="3819" r:id="rId22"/>
    <p:sldId id="3821" r:id="rId23"/>
    <p:sldId id="3634" r:id="rId24"/>
    <p:sldId id="3721" r:id="rId25"/>
    <p:sldId id="3722" r:id="rId26"/>
    <p:sldId id="3813" r:id="rId27"/>
    <p:sldId id="3812" r:id="rId28"/>
    <p:sldId id="3724" r:id="rId29"/>
    <p:sldId id="3635" r:id="rId30"/>
    <p:sldId id="3725" r:id="rId31"/>
    <p:sldId id="3730" r:id="rId32"/>
    <p:sldId id="3824" r:id="rId33"/>
    <p:sldId id="3827" r:id="rId34"/>
    <p:sldId id="3825" r:id="rId35"/>
    <p:sldId id="3828" r:id="rId36"/>
    <p:sldId id="3826" r:id="rId37"/>
    <p:sldId id="3829" r:id="rId38"/>
    <p:sldId id="3831" r:id="rId39"/>
    <p:sldId id="3830" r:id="rId40"/>
    <p:sldId id="3832" r:id="rId41"/>
    <p:sldId id="3833" r:id="rId42"/>
    <p:sldId id="3834" r:id="rId43"/>
    <p:sldId id="3835" r:id="rId44"/>
    <p:sldId id="3838" r:id="rId45"/>
    <p:sldId id="3837" r:id="rId46"/>
    <p:sldId id="3839" r:id="rId47"/>
    <p:sldId id="3840" r:id="rId48"/>
    <p:sldId id="3841" r:id="rId49"/>
    <p:sldId id="3842" r:id="rId50"/>
    <p:sldId id="3862" r:id="rId51"/>
    <p:sldId id="3861" r:id="rId52"/>
    <p:sldId id="3843" r:id="rId53"/>
    <p:sldId id="3844" r:id="rId54"/>
    <p:sldId id="3845" r:id="rId55"/>
    <p:sldId id="3846" r:id="rId56"/>
    <p:sldId id="3847" r:id="rId57"/>
    <p:sldId id="3848" r:id="rId58"/>
    <p:sldId id="3849" r:id="rId59"/>
    <p:sldId id="3850" r:id="rId60"/>
    <p:sldId id="3851" r:id="rId61"/>
    <p:sldId id="3853" r:id="rId62"/>
    <p:sldId id="3854" r:id="rId63"/>
    <p:sldId id="3855" r:id="rId64"/>
    <p:sldId id="3859" r:id="rId65"/>
    <p:sldId id="3860" r:id="rId66"/>
    <p:sldId id="3856" r:id="rId67"/>
    <p:sldId id="3857" r:id="rId68"/>
    <p:sldId id="3858" r:id="rId69"/>
    <p:sldId id="3638" r:id="rId70"/>
    <p:sldId id="3761" r:id="rId71"/>
    <p:sldId id="3762" r:id="rId72"/>
    <p:sldId id="3765" r:id="rId73"/>
    <p:sldId id="3766" r:id="rId74"/>
    <p:sldId id="3769" r:id="rId75"/>
    <p:sldId id="3770" r:id="rId76"/>
    <p:sldId id="3863" r:id="rId77"/>
    <p:sldId id="3864" r:id="rId78"/>
    <p:sldId id="3866" r:id="rId79"/>
    <p:sldId id="3869" r:id="rId80"/>
    <p:sldId id="3870" r:id="rId81"/>
    <p:sldId id="3871" r:id="rId82"/>
    <p:sldId id="3874" r:id="rId83"/>
    <p:sldId id="3875" r:id="rId84"/>
    <p:sldId id="3878" r:id="rId85"/>
    <p:sldId id="3879" r:id="rId86"/>
    <p:sldId id="3880" r:id="rId87"/>
    <p:sldId id="3881" r:id="rId88"/>
    <p:sldId id="3884" r:id="rId89"/>
    <p:sldId id="3885" r:id="rId90"/>
    <p:sldId id="3886" r:id="rId91"/>
    <p:sldId id="3776" r:id="rId92"/>
    <p:sldId id="3887" r:id="rId93"/>
    <p:sldId id="3636" r:id="rId94"/>
    <p:sldId id="3747" r:id="rId95"/>
    <p:sldId id="3889" r:id="rId96"/>
    <p:sldId id="3637" r:id="rId97"/>
    <p:sldId id="3749" r:id="rId98"/>
    <p:sldId id="3890" r:id="rId99"/>
    <p:sldId id="3891" r:id="rId100"/>
    <p:sldId id="3892" r:id="rId101"/>
    <p:sldId id="3893" r:id="rId102"/>
    <p:sldId id="3782" r:id="rId103"/>
    <p:sldId id="3784" r:id="rId104"/>
    <p:sldId id="3899" r:id="rId105"/>
    <p:sldId id="3783" r:id="rId106"/>
    <p:sldId id="3786" r:id="rId107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895"/>
            <p14:sldId id="3815"/>
            <p14:sldId id="3897"/>
            <p14:sldId id="3717"/>
            <p14:sldId id="3898"/>
            <p14:sldId id="3811"/>
            <p14:sldId id="3810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22"/>
            <p14:sldId id="3823"/>
            <p14:sldId id="3820"/>
            <p14:sldId id="3816"/>
            <p14:sldId id="3819"/>
            <p14:sldId id="3821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30"/>
            <p14:sldId id="3824"/>
            <p14:sldId id="3827"/>
            <p14:sldId id="3825"/>
            <p14:sldId id="3828"/>
            <p14:sldId id="3826"/>
            <p14:sldId id="3829"/>
            <p14:sldId id="3831"/>
            <p14:sldId id="3830"/>
            <p14:sldId id="3832"/>
            <p14:sldId id="3833"/>
            <p14:sldId id="3834"/>
            <p14:sldId id="3835"/>
            <p14:sldId id="3838"/>
            <p14:sldId id="3837"/>
            <p14:sldId id="3839"/>
            <p14:sldId id="3840"/>
            <p14:sldId id="3841"/>
            <p14:sldId id="3842"/>
            <p14:sldId id="3862"/>
            <p14:sldId id="3861"/>
            <p14:sldId id="3843"/>
            <p14:sldId id="3844"/>
            <p14:sldId id="3845"/>
            <p14:sldId id="3846"/>
            <p14:sldId id="3847"/>
            <p14:sldId id="3848"/>
            <p14:sldId id="3849"/>
            <p14:sldId id="3850"/>
            <p14:sldId id="3851"/>
            <p14:sldId id="3853"/>
            <p14:sldId id="3854"/>
            <p14:sldId id="3855"/>
          </p14:sldIdLst>
        </p14:section>
        <p14:section name="How to Use Model Configuration" id="{8357885E-9705-4CB7-9C5B-5D62DAD8AE5C}">
          <p14:sldIdLst>
            <p14:sldId id="3859"/>
            <p14:sldId id="3860"/>
            <p14:sldId id="3856"/>
            <p14:sldId id="3857"/>
            <p14:sldId id="3858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863"/>
            <p14:sldId id="3864"/>
            <p14:sldId id="3866"/>
            <p14:sldId id="3869"/>
            <p14:sldId id="3870"/>
            <p14:sldId id="3871"/>
            <p14:sldId id="3874"/>
            <p14:sldId id="3875"/>
            <p14:sldId id="3878"/>
            <p14:sldId id="3879"/>
            <p14:sldId id="3880"/>
            <p14:sldId id="3881"/>
            <p14:sldId id="3884"/>
            <p14:sldId id="3885"/>
            <p14:sldId id="3886"/>
            <p14:sldId id="3776"/>
            <p14:sldId id="3887"/>
          </p14:sldIdLst>
        </p14:section>
        <p14:section name="How to Run a simulation" id="{3F1A5FEB-EFB7-4B88-A875-0798919095F3}">
          <p14:sldIdLst>
            <p14:sldId id="3636"/>
            <p14:sldId id="3747"/>
            <p14:sldId id="3889"/>
          </p14:sldIdLst>
        </p14:section>
        <p14:section name="How to Use Data inspector" id="{62385923-6401-41CB-84E6-D309E1EB289F}">
          <p14:sldIdLst>
            <p14:sldId id="3637"/>
            <p14:sldId id="3749"/>
            <p14:sldId id="3890"/>
            <p14:sldId id="3891"/>
            <p14:sldId id="3892"/>
            <p14:sldId id="3893"/>
            <p14:sldId id="3782"/>
            <p14:sldId id="3784"/>
            <p14:sldId id="3899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theme" Target="theme/theme1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tableStyles" Target="tableStyles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notesMaster" Target="notesMasters/notesMaster1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handoutMaster" Target="handoutMasters/handoutMaster1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presProps" Target="presProps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9/14/2026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24F4-B119-E681-423A-D8C4ABAD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A9845-4B19-4ECE-FAD9-AD324DDE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B3F2D-9CCF-3FC7-7484-69B18D082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10F2D43-8724-6446-F583-9797DDD943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96B7-9DF0-6C48-8E84-6EDF6D8078F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FF4E8-F272-FD42-D328-F2DCFA49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724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Launch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14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2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4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8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2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r/cFLdXL13Qs" TargetMode="External"/><Relationship Id="rId1" Type="http://schemas.openxmlformats.org/officeDocument/2006/relationships/slideLayout" Target="../slideLayouts/slideLayout1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4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N0dFN1A3ODVPUFowMDk5VTlGRzgxUUQ5OS4u&amp;tab=0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OWhhDZASHcVjemZjN4g9cH0kGyfI8nNX&amp;id=ukn_ZLBi3ka3S8xNNwzjQfYqP4xcaORCpJj8zDxV2HpUN0dFN1A3ODVPUFowMDk5VTlGRzgxUUQ5OS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FIt9bH06JQLj917Ba6-VEAWN0eez1FzDNEjMwCAAkqPY?e=BAB6xb" TargetMode="Externa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2 </a:t>
            </a:r>
            <a:r>
              <a:rPr lang="en-US" altLang="en-US" dirty="0"/>
              <a:t>01 Polynomial System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04838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14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 from equation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 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Property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Shows a final product of the Example we will be walking thru: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3: Final Thought Process  (shows the thought process I used to get to the Simulink model)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4: Final Simulink Model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5: Final Data Dictionary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6: Final Model Configuration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7: Final Data Inspector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10A085A-C2C8-7957-D2B1-B2D76280D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151F1-7EDD-1DDD-1B50-79F00F74F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/>
              <a:t>Converting an Equation into a Simulink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6661608" cy="5535899"/>
              </a:xfrm>
            </p:spPr>
            <p:txBody>
              <a:bodyPr/>
              <a:lstStyle/>
              <a:p>
                <a:pPr>
                  <a:buNone/>
                </a:pPr>
                <a:r>
                  <a:rPr lang="en-US" sz="1600" b="0" u="sng" dirty="0">
                    <a:latin typeface="+mj-lt"/>
                  </a:rPr>
                  <a:t>Original Equation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y = t^2 - 4t + 21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+mj-lt"/>
                      </a:rPr>
                      <m:t>𝑦</m:t>
                    </m:r>
                    <m:r>
                      <a:rPr lang="en-US" sz="1600" b="0" i="1" dirty="0" smtClean="0">
                        <a:latin typeface="+mj-lt"/>
                      </a:rPr>
                      <m:t> = 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6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600" b="0" i="1" dirty="0">
                            <a:latin typeface="+mj-lt"/>
                          </a:rPr>
                          <m:t>_</m:t>
                        </m:r>
                        <m:r>
                          <a:rPr lang="en-US" sz="1600" b="0" i="1" dirty="0">
                            <a:latin typeface="+mj-lt"/>
                          </a:rPr>
                          <m:t>𝐴</m:t>
                        </m:r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6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600" b="0" i="1" dirty="0" smtClean="0">
                                <a:latin typeface="+mj-lt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 </m:t>
                    </m:r>
                    <m:r>
                      <a:rPr lang="en-US" sz="1600" b="0" i="1" dirty="0">
                        <a:latin typeface="+mj-lt"/>
                      </a:rPr>
                      <m:t>+ 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6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600" b="0" i="1" dirty="0">
                            <a:latin typeface="+mj-lt"/>
                          </a:rPr>
                          <m:t>_</m:t>
                        </m:r>
                        <m:r>
                          <a:rPr lang="en-US" sz="1600" b="0" i="1" dirty="0">
                            <a:latin typeface="+mj-lt"/>
                          </a:rPr>
                          <m:t>𝐵</m:t>
                        </m:r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6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600" b="0" i="1" dirty="0" smtClean="0">
                                <a:latin typeface="+mj-lt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 + </m:t>
                    </m:r>
                    <m:d>
                      <m:dPr>
                        <m:ctrlPr>
                          <a:rPr lang="en-US" sz="16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600" b="0" i="1" dirty="0" smtClean="0">
                            <a:latin typeface="+mj-lt"/>
                          </a:rPr>
                          <m:t>𝐶𝑂𝐸𝐹𝐹</m:t>
                        </m:r>
                        <m:r>
                          <a:rPr lang="en-US" sz="1600" b="0" i="1" dirty="0" smtClean="0">
                            <a:latin typeface="+mj-lt"/>
                          </a:rPr>
                          <m:t>_</m:t>
                        </m:r>
                        <m:r>
                          <a:rPr lang="en-US" sz="1600" b="0" i="1" dirty="0" smtClean="0">
                            <a:latin typeface="+mj-lt"/>
                          </a:rPr>
                          <m:t>𝐶</m:t>
                        </m:r>
                      </m:e>
                    </m:d>
                    <m:r>
                      <a:rPr lang="en-US" sz="1600" b="0" i="1" dirty="0">
                        <a:latin typeface="+mj-lt"/>
                      </a:rPr>
                      <m:t> ∗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6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600" b="0" i="1" dirty="0">
                                <a:latin typeface="+mj-lt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600" b="0" i="1" dirty="0">
                        <a:latin typeface="+mj-lt"/>
                      </a:rPr>
                      <m:t> </m:t>
                    </m:r>
                  </m:oMath>
                </a14:m>
                <a:r>
                  <a:rPr lang="en-US" sz="1600" b="0" dirty="0">
                    <a:latin typeface="+mj-lt"/>
                  </a:rPr>
                  <a:t> 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COEFF_A = 1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COEFF_B = -4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COEFF_C = 21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u="sng" dirty="0">
                    <a:latin typeface="+mj-lt"/>
                  </a:rPr>
                  <a:t>Model Construction Logic: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1: Calculate t²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2: Calculate -4t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3: Apply Constant Term (21)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4: Sum All Terms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5: Output y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See next page for final Simulink model.</a:t>
                </a:r>
                <a:br>
                  <a:rPr lang="en-US" sz="1600" b="0" dirty="0">
                    <a:latin typeface="+mj-lt"/>
                  </a:rPr>
                </a:br>
                <a:endParaRPr lang="en-US" sz="1600" b="0" dirty="0">
                  <a:latin typeface="+mj-lt"/>
                </a:endParaRPr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6661608" cy="5535899"/>
              </a:xfrm>
              <a:blipFill>
                <a:blip r:embed="rId3"/>
                <a:stretch>
                  <a:fillRect l="-1830" t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4459B47-B061-8E55-0BC7-0161605480C7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2646860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A4371-CE9F-CC6E-AFC4-0B2D6F62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440B6C-ADF7-B7AD-FF28-4AFA560284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622BBB-8889-10C0-7FDF-4008002F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74AB148-8D5B-8E2D-1D8C-E918E6E7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71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77ED-BB3D-E261-95EF-EC8CCEA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5F371E-74F6-4B03-BC2A-190AFE5B26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92EB25-38D4-D4C6-FF08-C98EFC27A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polynomial_System.sldd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(Data Dictionary)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0AE5075-5378-B476-076D-296534444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4474" b="64780"/>
          <a:stretch>
            <a:fillRect/>
          </a:stretch>
        </p:blipFill>
        <p:spPr>
          <a:xfrm>
            <a:off x="395288" y="1525140"/>
            <a:ext cx="11341100" cy="2842670"/>
          </a:xfrm>
          <a:prstGeom prst="rect">
            <a:avLst/>
          </a:prstGeom>
        </p:spPr>
      </p:pic>
      <p:graphicFrame>
        <p:nvGraphicFramePr>
          <p:cNvPr id="11" name="Content Placeholder 4">
            <a:extLst>
              <a:ext uri="{FF2B5EF4-FFF2-40B4-BE49-F238E27FC236}">
                <a16:creationId xmlns:a16="http://schemas.microsoft.com/office/drawing/2014/main" id="{48D44D7E-375E-613E-85C9-B297D5BD0D57}"/>
              </a:ext>
            </a:extLst>
          </p:cNvPr>
          <p:cNvGraphicFramePr>
            <a:graphicFrameLocks/>
          </p:cNvGraphicFramePr>
          <p:nvPr/>
        </p:nvGraphicFramePr>
        <p:xfrm>
          <a:off x="395288" y="4455809"/>
          <a:ext cx="10195339" cy="1905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4658">
                  <a:extLst>
                    <a:ext uri="{9D8B030D-6E8A-4147-A177-3AD203B41FA5}">
                      <a16:colId xmlns:a16="http://schemas.microsoft.com/office/drawing/2014/main" val="4229777910"/>
                    </a:ext>
                  </a:extLst>
                </a:gridCol>
                <a:gridCol w="415925">
                  <a:extLst>
                    <a:ext uri="{9D8B030D-6E8A-4147-A177-3AD203B41FA5}">
                      <a16:colId xmlns:a16="http://schemas.microsoft.com/office/drawing/2014/main" val="2749714080"/>
                    </a:ext>
                  </a:extLst>
                </a:gridCol>
                <a:gridCol w="1561686">
                  <a:extLst>
                    <a:ext uri="{9D8B030D-6E8A-4147-A177-3AD203B41FA5}">
                      <a16:colId xmlns:a16="http://schemas.microsoft.com/office/drawing/2014/main" val="4151209554"/>
                    </a:ext>
                  </a:extLst>
                </a:gridCol>
                <a:gridCol w="794751">
                  <a:extLst>
                    <a:ext uri="{9D8B030D-6E8A-4147-A177-3AD203B41FA5}">
                      <a16:colId xmlns:a16="http://schemas.microsoft.com/office/drawing/2014/main" val="1463850620"/>
                    </a:ext>
                  </a:extLst>
                </a:gridCol>
                <a:gridCol w="969596">
                  <a:extLst>
                    <a:ext uri="{9D8B030D-6E8A-4147-A177-3AD203B41FA5}">
                      <a16:colId xmlns:a16="http://schemas.microsoft.com/office/drawing/2014/main" val="1697874259"/>
                    </a:ext>
                  </a:extLst>
                </a:gridCol>
                <a:gridCol w="381480">
                  <a:extLst>
                    <a:ext uri="{9D8B030D-6E8A-4147-A177-3AD203B41FA5}">
                      <a16:colId xmlns:a16="http://schemas.microsoft.com/office/drawing/2014/main" val="3376427272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92903287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30030369"/>
                    </a:ext>
                  </a:extLst>
                </a:gridCol>
                <a:gridCol w="3830701">
                  <a:extLst>
                    <a:ext uri="{9D8B030D-6E8A-4147-A177-3AD203B41FA5}">
                      <a16:colId xmlns:a16="http://schemas.microsoft.com/office/drawing/2014/main" val="24875507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EntryType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DataType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Dimensions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Min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Max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Unit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18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y_raw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186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Intermediate polynomial result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6359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y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186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Polynomial output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05895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t_squared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Square of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99285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67474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neg_4t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-60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 multiplied by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6161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coeffA_t_squared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s^2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 multiplied by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4818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COEFF_C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[1 1]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Constant offset applied to the polynomial equation.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23984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COEFF_B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438103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COEFF_A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9461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944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 Models Settings should be setup.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C343365-B3C3-C70A-AE39-8A70FD748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6588"/>
          <a:stretch>
            <a:fillRect/>
          </a:stretch>
        </p:blipFill>
        <p:spPr>
          <a:xfrm>
            <a:off x="1778990" y="2628416"/>
            <a:ext cx="8573696" cy="293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F90B-38AD-6847-41F5-8C2985420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48CF3-9AC9-FB52-74A6-0296690DE3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3134D1A-9A65-EF7F-E27A-0123FDFC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Inspector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C2B3A2-DAD9-AF68-6B46-98AC724AF3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257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95185-60E3-60E5-534D-B4A8C998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5EB541-9D77-7D61-2920-21EA69EE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</p:spTree>
    <p:extLst>
      <p:ext uri="{BB962C8B-B14F-4D97-AF65-F5344CB8AC3E}">
        <p14:creationId xmlns:p14="http://schemas.microsoft.com/office/powerpoint/2010/main" val="3762716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21E-DE66-D67A-DD68-DE3CBB88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0AC230-0A7F-563F-D824-9287DDCAE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62484" y="1992254"/>
            <a:ext cx="2230073" cy="731520"/>
          </a:xfrm>
        </p:spPr>
        <p:txBody>
          <a:bodyPr/>
          <a:lstStyle/>
          <a:p>
            <a:r>
              <a:rPr lang="en-US" b="0" dirty="0"/>
              <a:t>Step 2. Navigate to Chapter 2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56036E-E490-A0AD-5BFE-84FDBED23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58885-1CDA-0A29-BB4B-CB9149FCFC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89E6064-7B0E-A51E-E61C-7558DE8DA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(Summary)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5B05A8-9C31-97E7-DA73-7020581DF2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82865" y="1992254"/>
            <a:ext cx="3572740" cy="731520"/>
          </a:xfrm>
        </p:spPr>
        <p:txBody>
          <a:bodyPr>
            <a:normAutofit/>
          </a:bodyPr>
          <a:lstStyle/>
          <a:p>
            <a:r>
              <a:rPr lang="en-US" dirty="0"/>
              <a:t>Step 2. Navigate to sub folder “01_polynomial_System”</a:t>
            </a:r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A72C2539-67BC-489D-AED5-2A0331F0A72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3517" b="49791"/>
          <a:stretch>
            <a:fillRect/>
          </a:stretch>
        </p:blipFill>
        <p:spPr>
          <a:xfrm>
            <a:off x="4662484" y="2759075"/>
            <a:ext cx="2230073" cy="365125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6CAE577E-32FC-BEB5-D154-DC2226B74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13" b="53441"/>
          <a:stretch>
            <a:fillRect/>
          </a:stretch>
        </p:blipFill>
        <p:spPr>
          <a:xfrm>
            <a:off x="526528" y="2759075"/>
            <a:ext cx="3178697" cy="3651250"/>
          </a:xfrm>
          <a:prstGeom prst="rect">
            <a:avLst/>
          </a:prstGeom>
        </p:spPr>
      </p:pic>
      <p:pic>
        <p:nvPicPr>
          <p:cNvPr id="16" name="Content Placeholder 16">
            <a:extLst>
              <a:ext uri="{FF2B5EF4-FFF2-40B4-BE49-F238E27FC236}">
                <a16:creationId xmlns:a16="http://schemas.microsoft.com/office/drawing/2014/main" id="{EC370DD4-0BB2-5E68-0C67-A2AFD8F3EDE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6387" b="58535"/>
          <a:stretch>
            <a:fillRect/>
          </a:stretch>
        </p:blipFill>
        <p:spPr>
          <a:xfrm>
            <a:off x="7682865" y="2759075"/>
            <a:ext cx="223007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48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216E-1A64-1193-E0B5-50B6D424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9B8E91-3DB6-2C46-0C6D-6BB1A772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</p:spTree>
    <p:extLst>
      <p:ext uri="{BB962C8B-B14F-4D97-AF65-F5344CB8AC3E}">
        <p14:creationId xmlns:p14="http://schemas.microsoft.com/office/powerpoint/2010/main" val="30018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2590-4BD8-311C-33CD-0329ECBA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219BBE-9F11-52B1-95B1-A3481BF997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Click “Add Selected Folders and Subfolders”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6B13119-1974-8563-0C63-E19D27CBD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2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1239AD-10C8-65D8-0690-451AB62194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0768430-6F99-4758-95FB-03D4339B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“ch02”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E4AAF5C-F38E-9775-9A05-4CDC7F6B06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30B9259D-561B-ED3F-65FF-DFE5553BE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644" b="53572"/>
          <a:stretch>
            <a:fillRect/>
          </a:stretch>
        </p:blipFill>
        <p:spPr>
          <a:xfrm>
            <a:off x="508367" y="2256798"/>
            <a:ext cx="3143911" cy="385421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3BF6850-634D-78EB-BE1E-3400394772D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17" b="38744"/>
          <a:stretch>
            <a:fillRect/>
          </a:stretch>
        </p:blipFill>
        <p:spPr>
          <a:xfrm>
            <a:off x="4243049" y="2256798"/>
            <a:ext cx="3776663" cy="3585244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1B9865CD-D838-C9AB-FF00-306FC91EA23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" r="81675" b="52697"/>
          <a:stretch>
            <a:fillRect/>
          </a:stretch>
        </p:blipFill>
        <p:spPr>
          <a:xfrm>
            <a:off x="8626677" y="2256798"/>
            <a:ext cx="3056955" cy="4224035"/>
          </a:xfrm>
          <a:prstGeom prst="rect">
            <a:avLst/>
          </a:prstGeom>
          <a:ln>
            <a:noFill/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E223D70-5C0A-3A3A-A8EE-F21150830694}"/>
              </a:ext>
            </a:extLst>
          </p:cNvPr>
          <p:cNvSpPr/>
          <p:nvPr/>
        </p:nvSpPr>
        <p:spPr>
          <a:xfrm>
            <a:off x="6702458" y="5495827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FE84E7-7C46-9480-1514-9F671D3CBCA9}"/>
              </a:ext>
            </a:extLst>
          </p:cNvPr>
          <p:cNvSpPr/>
          <p:nvPr/>
        </p:nvSpPr>
        <p:spPr>
          <a:xfrm rot="10800000">
            <a:off x="7162497" y="570321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948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5221-6C4E-C805-D258-14D78EA9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B95A65-2D37-64F5-B9E0-3D0FD941E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10" y="1992254"/>
            <a:ext cx="2845658" cy="731520"/>
          </a:xfrm>
        </p:spPr>
        <p:txBody>
          <a:bodyPr/>
          <a:lstStyle/>
          <a:p>
            <a:r>
              <a:rPr lang="en-US" b="0" dirty="0"/>
              <a:t>Step 1. Double Click ch02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092CF3-DE4A-5C94-CEF7-A2088B8D54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487A96-D66C-17EC-3BC0-72C89EFE1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Folder “01_polynomial_System”</a:t>
            </a:r>
          </a:p>
        </p:txBody>
      </p:sp>
      <p:pic>
        <p:nvPicPr>
          <p:cNvPr id="22" name="Content Placeholder 10">
            <a:extLst>
              <a:ext uri="{FF2B5EF4-FFF2-40B4-BE49-F238E27FC236}">
                <a16:creationId xmlns:a16="http://schemas.microsoft.com/office/drawing/2014/main" id="{419ADDE4-A2DC-16A2-CCC1-D0DF0A833D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967" b="49791"/>
          <a:stretch>
            <a:fillRect/>
          </a:stretch>
        </p:blipFill>
        <p:spPr>
          <a:xfrm>
            <a:off x="69709" y="2723774"/>
            <a:ext cx="2845658" cy="36512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E00BD30-6100-DD07-8E50-39ABA0298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716" b="65212"/>
          <a:stretch>
            <a:fillRect/>
          </a:stretch>
        </p:blipFill>
        <p:spPr>
          <a:xfrm>
            <a:off x="3336418" y="2723775"/>
            <a:ext cx="3400678" cy="2514976"/>
          </a:xfrm>
          <a:prstGeom prst="rect">
            <a:avLst/>
          </a:prstGeom>
        </p:spPr>
      </p:pic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C6733B86-94A7-3920-6A40-4707789E9E9E}"/>
              </a:ext>
            </a:extLst>
          </p:cNvPr>
          <p:cNvSpPr txBox="1">
            <a:spLocks/>
          </p:cNvSpPr>
          <p:nvPr/>
        </p:nvSpPr>
        <p:spPr>
          <a:xfrm>
            <a:off x="3336418" y="1992254"/>
            <a:ext cx="346462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Right Click on Empty Space and Click “</a:t>
            </a:r>
            <a:r>
              <a:rPr lang="en-US" dirty="0">
                <a:sym typeface="Wingdings" panose="05000000000000000000" pitchFamily="2" charset="2"/>
              </a:rPr>
              <a:t>Folder”</a:t>
            </a:r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D992CDB-9C34-EA4C-7E03-7C800CB5DE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66" b="73837"/>
          <a:stretch>
            <a:fillRect/>
          </a:stretch>
        </p:blipFill>
        <p:spPr>
          <a:xfrm>
            <a:off x="7102700" y="2723774"/>
            <a:ext cx="1045265" cy="1900614"/>
          </a:xfrm>
          <a:prstGeom prst="rect">
            <a:avLst/>
          </a:prstGeom>
        </p:spPr>
      </p:pic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FDC54254-85AE-1002-6FAA-985D021A1410}"/>
              </a:ext>
            </a:extLst>
          </p:cNvPr>
          <p:cNvSpPr txBox="1">
            <a:spLocks/>
          </p:cNvSpPr>
          <p:nvPr/>
        </p:nvSpPr>
        <p:spPr>
          <a:xfrm>
            <a:off x="7102700" y="1992254"/>
            <a:ext cx="1862193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</a:t>
            </a:r>
          </a:p>
          <a:p>
            <a:r>
              <a:rPr lang="en-US" dirty="0"/>
              <a:t>Rename Folder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C1B4144-CCE2-3321-FB9B-58A60B75D9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396" b="74706"/>
          <a:stretch>
            <a:fillRect/>
          </a:stretch>
        </p:blipFill>
        <p:spPr>
          <a:xfrm>
            <a:off x="9100685" y="2723774"/>
            <a:ext cx="1693011" cy="1826306"/>
          </a:xfrm>
          <a:prstGeom prst="rect">
            <a:avLst/>
          </a:prstGeom>
        </p:spPr>
      </p:pic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7D720E4C-5C5F-C340-EF15-3A587C860691}"/>
              </a:ext>
            </a:extLst>
          </p:cNvPr>
          <p:cNvSpPr txBox="1">
            <a:spLocks/>
          </p:cNvSpPr>
          <p:nvPr/>
        </p:nvSpPr>
        <p:spPr>
          <a:xfrm>
            <a:off x="9129514" y="1992254"/>
            <a:ext cx="2804824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Rename Folder to</a:t>
            </a:r>
          </a:p>
          <a:p>
            <a:r>
              <a:rPr lang="en-US" dirty="0"/>
              <a:t>01_polynomial_System</a:t>
            </a:r>
          </a:p>
        </p:txBody>
      </p:sp>
    </p:spTree>
    <p:extLst>
      <p:ext uri="{BB962C8B-B14F-4D97-AF65-F5344CB8AC3E}">
        <p14:creationId xmlns:p14="http://schemas.microsoft.com/office/powerpoint/2010/main" val="1443200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B480-E006-43A5-928E-4A6AE149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AC8222-3E40-925D-07AA-EBE792FF15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Add Selected Folders and Subfolders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330400-6B47-B841-85C9-5731670D1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0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B732D1-B283-A5FA-6B65-96E65F35A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ED13547-E31A-8C53-8433-4FDB66D4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“01_polynomial_System”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673DE67-2C16-40EB-7B4E-3DEA4FB68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5"/>
            <a:ext cx="3776472" cy="693751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431E3DC2-4123-8628-16B5-8B6D34339713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r="81057" b="60762"/>
          <a:stretch>
            <a:fillRect/>
          </a:stretch>
        </p:blipFill>
        <p:spPr>
          <a:xfrm>
            <a:off x="8218854" y="2256798"/>
            <a:ext cx="3464779" cy="3857555"/>
          </a:xfrm>
          <a:prstGeom prst="rect">
            <a:avLst/>
          </a:prstGeom>
        </p:spPr>
      </p:pic>
      <p:pic>
        <p:nvPicPr>
          <p:cNvPr id="43" name="Content Placeholder 18">
            <a:extLst>
              <a:ext uri="{FF2B5EF4-FFF2-40B4-BE49-F238E27FC236}">
                <a16:creationId xmlns:a16="http://schemas.microsoft.com/office/drawing/2014/main" id="{5ECB70FC-2C59-D8A0-F0E5-4ED42FAB510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8706" b="40583"/>
          <a:stretch>
            <a:fillRect/>
          </a:stretch>
        </p:blipFill>
        <p:spPr>
          <a:xfrm>
            <a:off x="4229100" y="2256798"/>
            <a:ext cx="3776663" cy="3854217"/>
          </a:xfrm>
          <a:prstGeom prst="rect">
            <a:avLst/>
          </a:prstGeom>
        </p:spPr>
      </p:pic>
      <p:pic>
        <p:nvPicPr>
          <p:cNvPr id="46" name="Content Placeholder 8">
            <a:extLst>
              <a:ext uri="{FF2B5EF4-FFF2-40B4-BE49-F238E27FC236}">
                <a16:creationId xmlns:a16="http://schemas.microsoft.com/office/drawing/2014/main" id="{CF1840E2-CE98-1A4A-3242-71FD7E245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r="84507" b="59925"/>
          <a:stretch>
            <a:fillRect/>
          </a:stretch>
        </p:blipFill>
        <p:spPr>
          <a:xfrm>
            <a:off x="866741" y="2256798"/>
            <a:ext cx="2833755" cy="3939842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F4694412-DE9B-C5B9-C32C-4B00345E8D40}"/>
              </a:ext>
            </a:extLst>
          </p:cNvPr>
          <p:cNvSpPr/>
          <p:nvPr/>
        </p:nvSpPr>
        <p:spPr>
          <a:xfrm>
            <a:off x="6702458" y="5656083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57593A93-61C0-6583-7BEB-A1F71C8D4096}"/>
              </a:ext>
            </a:extLst>
          </p:cNvPr>
          <p:cNvSpPr/>
          <p:nvPr/>
        </p:nvSpPr>
        <p:spPr>
          <a:xfrm rot="10800000">
            <a:off x="7162497" y="5863472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87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215892E-7778-2D68-D01B-B90F9F732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Empty Folder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5B43F2C-2623-03E3-C077-2439516E2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Folder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76A30-84DC-BF13-92D3-75B2D1BF0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CA2A7B2-086D-4D43-7463-68E0744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“01_polynomial_System”</a:t>
            </a:r>
          </a:p>
        </p:txBody>
      </p:sp>
      <p:pic>
        <p:nvPicPr>
          <p:cNvPr id="20" name="Content Placeholder 16">
            <a:extLst>
              <a:ext uri="{FF2B5EF4-FFF2-40B4-BE49-F238E27FC236}">
                <a16:creationId xmlns:a16="http://schemas.microsoft.com/office/drawing/2014/main" id="{92FC4D27-9B13-39DB-EE1F-8533732FB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3396" b="58535"/>
          <a:stretch>
            <a:fillRect/>
          </a:stretch>
        </p:blipFill>
        <p:spPr>
          <a:xfrm>
            <a:off x="1689062" y="2188471"/>
            <a:ext cx="3036963" cy="4076495"/>
          </a:xfrm>
          <a:prstGeom prst="rect">
            <a:avLst/>
          </a:prstGeom>
        </p:spPr>
      </p:pic>
      <p:sp>
        <p:nvSpPr>
          <p:cNvPr id="24" name="Content Placeholder 22">
            <a:extLst>
              <a:ext uri="{FF2B5EF4-FFF2-40B4-BE49-F238E27FC236}">
                <a16:creationId xmlns:a16="http://schemas.microsoft.com/office/drawing/2014/main" id="{8C251039-E58B-3510-E37A-A1405543A7E7}"/>
              </a:ext>
            </a:extLst>
          </p:cNvPr>
          <p:cNvSpPr txBox="1">
            <a:spLocks/>
          </p:cNvSpPr>
          <p:nvPr/>
        </p:nvSpPr>
        <p:spPr>
          <a:xfrm>
            <a:off x="6096000" y="2042464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26" name="Content Placeholder 20">
            <a:extLst>
              <a:ext uri="{FF2B5EF4-FFF2-40B4-BE49-F238E27FC236}">
                <a16:creationId xmlns:a16="http://schemas.microsoft.com/office/drawing/2014/main" id="{598E5FB1-2960-7575-EAA9-C6E050FEC05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4743" b="70721"/>
          <a:stretch>
            <a:fillRect/>
          </a:stretch>
        </p:blipFill>
        <p:spPr>
          <a:xfrm>
            <a:off x="6113463" y="2188471"/>
            <a:ext cx="5622925" cy="195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484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4E96B71-1D66-6274-2675-875E1DAF34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1567" y="2186515"/>
            <a:ext cx="10688542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87FA05-819D-E43A-0A90-2CA65962F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Save As “</a:t>
            </a:r>
            <a:r>
              <a:rPr lang="en-US" dirty="0" err="1"/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6918E5C-C65B-5468-5F9C-1FDF1B9472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442BD8E-B637-584F-A885-BC3B13EA1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288" y="2079332"/>
            <a:ext cx="5624512" cy="4294773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42AD44E-942D-E82B-A0ED-BA78F3AD8D0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2079332"/>
            <a:ext cx="5622925" cy="3168096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2BB9AA2-1FE1-95C9-037A-1A5823CD8B07}"/>
              </a:ext>
            </a:extLst>
          </p:cNvPr>
          <p:cNvCxnSpPr>
            <a:cxnSpLocks/>
          </p:cNvCxnSpPr>
          <p:nvPr/>
        </p:nvCxnSpPr>
        <p:spPr>
          <a:xfrm>
            <a:off x="131338" y="2620652"/>
            <a:ext cx="47627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94EF3-A026-DCC6-C3EA-B4BD3631E1D8}"/>
              </a:ext>
            </a:extLst>
          </p:cNvPr>
          <p:cNvCxnSpPr>
            <a:cxnSpLocks/>
          </p:cNvCxnSpPr>
          <p:nvPr/>
        </p:nvCxnSpPr>
        <p:spPr>
          <a:xfrm>
            <a:off x="216179" y="3082564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D1588-2BC5-7A66-9B48-D042193FAA9E}"/>
              </a:ext>
            </a:extLst>
          </p:cNvPr>
          <p:cNvCxnSpPr>
            <a:cxnSpLocks/>
          </p:cNvCxnSpPr>
          <p:nvPr/>
        </p:nvCxnSpPr>
        <p:spPr>
          <a:xfrm>
            <a:off x="6113356" y="44510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7E8B29-F65A-8016-A55E-00676D4833F5}"/>
              </a:ext>
            </a:extLst>
          </p:cNvPr>
          <p:cNvCxnSpPr>
            <a:cxnSpLocks/>
          </p:cNvCxnSpPr>
          <p:nvPr/>
        </p:nvCxnSpPr>
        <p:spPr>
          <a:xfrm>
            <a:off x="6265756" y="46034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File has been Renamed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7AA25BB-1E28-70E6-8929-3B6848E62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2622" b="43826"/>
          <a:stretch>
            <a:fillRect/>
          </a:stretch>
        </p:blipFill>
        <p:spPr>
          <a:xfrm>
            <a:off x="395288" y="1883849"/>
            <a:ext cx="11341100" cy="44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 / Resolve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Annotation</a:t>
            </a:r>
          </a:p>
        </p:txBody>
      </p:sp>
      <p:pic>
        <p:nvPicPr>
          <p:cNvPr id="48" name="Content Placeholder 21">
            <a:extLst>
              <a:ext uri="{FF2B5EF4-FFF2-40B4-BE49-F238E27FC236}">
                <a16:creationId xmlns:a16="http://schemas.microsoft.com/office/drawing/2014/main" id="{6E13DA2D-3D71-5CC1-5ADF-ADA3D0AFE0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6971" b="38890"/>
          <a:stretch>
            <a:fillRect/>
          </a:stretch>
        </p:blipFill>
        <p:spPr>
          <a:xfrm>
            <a:off x="1011814" y="2043113"/>
            <a:ext cx="4391460" cy="4367212"/>
          </a:xfrm>
          <a:prstGeom prst="rect">
            <a:avLst/>
          </a:prstGeom>
        </p:spPr>
      </p:pic>
      <p:pic>
        <p:nvPicPr>
          <p:cNvPr id="51" name="Content Placeholder 35">
            <a:extLst>
              <a:ext uri="{FF2B5EF4-FFF2-40B4-BE49-F238E27FC236}">
                <a16:creationId xmlns:a16="http://schemas.microsoft.com/office/drawing/2014/main" id="{AA94C04C-D771-E5D1-A39E-5A4298140D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4399" b="45824"/>
          <a:stretch>
            <a:fillRect/>
          </a:stretch>
        </p:blipFill>
        <p:spPr>
          <a:xfrm>
            <a:off x="6255295" y="2043113"/>
            <a:ext cx="533926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09611E-6A5C-369C-C6CB-27B4CEE742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5F4F125-59B1-21AC-8208-B14EFA639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CF811A-28C9-9622-3FF1-4F022E2D6E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D166167-634F-B75D-F4EB-269F9B7B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F00D08D-3437-A339-73E2-D928E187B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Clock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1BB7C19B-7652-D7B0-E394-FA5CF142C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968" t="58122" r="74969" b="4203"/>
          <a:stretch>
            <a:fillRect/>
          </a:stretch>
        </p:blipFill>
        <p:spPr>
          <a:xfrm>
            <a:off x="631707" y="2374772"/>
            <a:ext cx="3303823" cy="3703894"/>
          </a:xfrm>
          <a:prstGeom prst="rect">
            <a:avLst/>
          </a:prstGeom>
        </p:spPr>
      </p:pic>
      <p:pic>
        <p:nvPicPr>
          <p:cNvPr id="35" name="Content Placeholder 28">
            <a:extLst>
              <a:ext uri="{FF2B5EF4-FFF2-40B4-BE49-F238E27FC236}">
                <a16:creationId xmlns:a16="http://schemas.microsoft.com/office/drawing/2014/main" id="{1E5BDBF7-748E-E093-A564-61DFE1CE32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689" t="47598" r="85180" b="34384"/>
          <a:stretch>
            <a:fillRect/>
          </a:stretch>
        </p:blipFill>
        <p:spPr>
          <a:xfrm>
            <a:off x="5190923" y="3341028"/>
            <a:ext cx="1853016" cy="1771381"/>
          </a:xfrm>
          <a:prstGeom prst="rect">
            <a:avLst/>
          </a:prstGeom>
        </p:spPr>
      </p:pic>
      <p:pic>
        <p:nvPicPr>
          <p:cNvPr id="44" name="Content Placeholder 35">
            <a:extLst>
              <a:ext uri="{FF2B5EF4-FFF2-40B4-BE49-F238E27FC236}">
                <a16:creationId xmlns:a16="http://schemas.microsoft.com/office/drawing/2014/main" id="{BDF742BD-0EAB-B12E-7CAB-596382A151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5241" t="48199" r="86575" b="33782"/>
          <a:stretch>
            <a:fillRect/>
          </a:stretch>
        </p:blipFill>
        <p:spPr>
          <a:xfrm>
            <a:off x="9202794" y="3340979"/>
            <a:ext cx="1496899" cy="177147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FC588A5-4B1B-BA2F-500A-75C58C73599F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150CAF-C7AB-7A7E-8D51-D7E139AB86A1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7BF03E3-94CF-D224-AFCB-9A0DCE28C6B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clo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B16B8F-85D8-AA4C-87A3-A039704DAF2F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8E787C0-9CF7-A735-58EB-ECB4A8845539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CCAED23-ABF2-7124-A5D1-542236319505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3107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AA4CD5-339B-4901-1AD7-8FA54B07D3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6A6AB41-B3B5-7260-787A-58F5CED8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Clock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69D7E28-EA1B-0844-A777-1FC1C23881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17B01E9-EF94-77CF-05FE-2830100A811B}"/>
              </a:ext>
            </a:extLst>
          </p:cNvPr>
          <p:cNvSpPr/>
          <p:nvPr/>
        </p:nvSpPr>
        <p:spPr>
          <a:xfrm>
            <a:off x="2226297" y="4096544"/>
            <a:ext cx="893975" cy="6734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2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B6155-6AEF-78F6-F2DA-08A12838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DDE4827-C83F-E498-C24D-3A7736ABB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Square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92518D3-B021-3E7F-6E35-80870A325E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C6527A-A0A6-EC03-46E6-D5943F734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F900FF0-5A0A-ED15-E094-C69808DB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Square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29B913-0799-6BFD-AD69-956A9CA337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Square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B2C31C15-E379-19C1-0951-6D6C27834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161" t="51327" r="62478" b="6262"/>
          <a:stretch>
            <a:fillRect/>
          </a:stretch>
        </p:blipFill>
        <p:spPr>
          <a:xfrm>
            <a:off x="421549" y="2141970"/>
            <a:ext cx="3724139" cy="4169498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842B4BC-DF27-883E-E4A1-2F389B0B05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6568" t="47041" r="72699" b="29275"/>
          <a:stretch>
            <a:fillRect/>
          </a:stretch>
        </p:blipFill>
        <p:spPr>
          <a:xfrm>
            <a:off x="5135869" y="3062511"/>
            <a:ext cx="1963125" cy="2328415"/>
          </a:xfrm>
          <a:prstGeom prst="rect">
            <a:avLst/>
          </a:prstGeom>
        </p:spPr>
      </p:pic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FEE66E5-F6D7-AED5-A462-16968683D13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15896" t="50291" r="70126" b="31691"/>
          <a:stretch>
            <a:fillRect/>
          </a:stretch>
        </p:blipFill>
        <p:spPr>
          <a:xfrm>
            <a:off x="8672917" y="3341028"/>
            <a:ext cx="2556653" cy="177138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494CB75-D14E-1A3A-2081-53B159EADDB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sq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DC051E9-5694-BD1C-286E-4D97931297C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7B4A75-EB44-1C76-3D45-1E16AAD2BDF3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7D3CF7E-BF6F-AD4D-1B7E-0C562C19CAC1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6230A90-BE14-5645-54CD-21081E3C47EE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6AAC572-59A9-03F5-EEA6-F4A5AE4EFEE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533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B18-BD15-2807-B291-BCD6208C6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4DB063-EAC2-E448-683A-C7D6F4E7E5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568F342-F866-BFA6-67D7-E777490E4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Square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0B00BF-6E92-1460-7298-D5C933679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32C02-A309-22C3-C808-8C7264FF4EAF}"/>
              </a:ext>
            </a:extLst>
          </p:cNvPr>
          <p:cNvSpPr/>
          <p:nvPr/>
        </p:nvSpPr>
        <p:spPr>
          <a:xfrm>
            <a:off x="3225538" y="4096544"/>
            <a:ext cx="988244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42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D6D5-6838-E756-7B5D-AA37CC7CC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2F4DBE0-A13E-B24C-0302-7852B41E4B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Gain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93C338F-3438-0ED4-BD45-C62CF0C06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27B191-6D80-5058-932A-FE63CDD8F9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A4DB15B-088C-0AE6-C51B-F2B11EA7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B63847-FFD9-DCA3-D8C1-16001471B9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9" name="Content Placeholder 3">
            <a:extLst>
              <a:ext uri="{FF2B5EF4-FFF2-40B4-BE49-F238E27FC236}">
                <a16:creationId xmlns:a16="http://schemas.microsoft.com/office/drawing/2014/main" id="{7D5C8484-316F-6384-445E-C8BBB5DEA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52149" r="50811" b="5592"/>
          <a:stretch>
            <a:fillRect/>
          </a:stretch>
        </p:blipFill>
        <p:spPr>
          <a:xfrm>
            <a:off x="457490" y="2149441"/>
            <a:ext cx="3652258" cy="4154555"/>
          </a:xfrm>
          <a:prstGeom prst="rect">
            <a:avLst/>
          </a:prstGeom>
        </p:spPr>
      </p:pic>
      <p:pic>
        <p:nvPicPr>
          <p:cNvPr id="23" name="Content Placeholder 6">
            <a:extLst>
              <a:ext uri="{FF2B5EF4-FFF2-40B4-BE49-F238E27FC236}">
                <a16:creationId xmlns:a16="http://schemas.microsoft.com/office/drawing/2014/main" id="{EE8742CD-E707-8784-AC7B-17333BBBC9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32043" t="46112" r="58971" b="31133"/>
          <a:stretch>
            <a:fillRect/>
          </a:stretch>
        </p:blipFill>
        <p:spPr>
          <a:xfrm>
            <a:off x="5295637" y="3108177"/>
            <a:ext cx="1643589" cy="2237083"/>
          </a:xfrm>
          <a:prstGeom prst="rect">
            <a:avLst/>
          </a:prstGeom>
        </p:spPr>
      </p:pic>
      <p:pic>
        <p:nvPicPr>
          <p:cNvPr id="26" name="Content Placeholder 15">
            <a:extLst>
              <a:ext uri="{FF2B5EF4-FFF2-40B4-BE49-F238E27FC236}">
                <a16:creationId xmlns:a16="http://schemas.microsoft.com/office/drawing/2014/main" id="{B0C18C85-C8BF-E6D9-1168-E01842701E2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122" t="49920" r="58894" b="32062"/>
          <a:stretch>
            <a:fillRect/>
          </a:stretch>
        </p:blipFill>
        <p:spPr>
          <a:xfrm>
            <a:off x="9038179" y="3341028"/>
            <a:ext cx="182612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D1FBDF-A38C-9562-C003-57F7126E78FC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26EB1-4D78-D8BC-E5A4-1EEB576D176C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0BF486-22C6-D3A3-E879-3C45CAD4F29E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gain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FC570F0-7472-EC00-27D0-FBEBF66EB422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7F65D4F-C05A-2645-F894-A89843C83127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CA3964-0ACF-4E11-25B7-DC20451AD89E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4243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5125-86D5-64C7-92A9-ADA21AC7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461205-3645-42A2-84C8-DD256A132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5B82FF-4D08-ECA8-8F85-CBEBEC149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D945FB-9EE9-3F56-69F6-BF28D3D2F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43DDB0-8A38-0E3A-8C00-3E85CBB1F214}"/>
              </a:ext>
            </a:extLst>
          </p:cNvPr>
          <p:cNvSpPr/>
          <p:nvPr/>
        </p:nvSpPr>
        <p:spPr>
          <a:xfrm>
            <a:off x="4479303" y="4162532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555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276A-794D-1072-FFF3-335D3BA5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7BFC26-A8C4-9D38-215D-505074426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Observe Duplication Result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23053D-C9BF-3610-C02C-44B1D60A1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1. Duplicate Gain block by Holding ctrl and Dragging gain block down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3059B1-1F33-2C99-08B3-F50D0132DC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842AFF8-43AB-50BA-A5B3-7268D1A1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3BE9B1-0BEA-0CC0-2F69-3E9F2AC6C1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376C3414-4208-A25E-7AB8-8D089B6C3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46577" r="56481" b="16778"/>
          <a:stretch>
            <a:fillRect/>
          </a:stretch>
        </p:blipFill>
        <p:spPr>
          <a:xfrm>
            <a:off x="976027" y="2425402"/>
            <a:ext cx="2615183" cy="36026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041FE7F-7024-7299-4472-2770CF96E2AB}"/>
              </a:ext>
            </a:extLst>
          </p:cNvPr>
          <p:cNvSpPr/>
          <p:nvPr/>
        </p:nvSpPr>
        <p:spPr>
          <a:xfrm>
            <a:off x="1461155" y="3016577"/>
            <a:ext cx="1593130" cy="10558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2B2871-82C2-1EB6-0B55-6291E218B584}"/>
              </a:ext>
            </a:extLst>
          </p:cNvPr>
          <p:cNvSpPr txBox="1"/>
          <p:nvPr/>
        </p:nvSpPr>
        <p:spPr>
          <a:xfrm>
            <a:off x="557768" y="2462579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Hold ctrl and drag gain block down</a:t>
            </a:r>
          </a:p>
        </p:txBody>
      </p:sp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659B470D-D6CF-334E-5193-F5121F80E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48" t="48898" r="55476" b="15395"/>
          <a:stretch>
            <a:fillRect/>
          </a:stretch>
        </p:blipFill>
        <p:spPr>
          <a:xfrm>
            <a:off x="4747835" y="2471510"/>
            <a:ext cx="2739193" cy="351041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AF8372-CFF7-C408-F89D-F756E6753F58}"/>
              </a:ext>
            </a:extLst>
          </p:cNvPr>
          <p:cNvCxnSpPr/>
          <p:nvPr/>
        </p:nvCxnSpPr>
        <p:spPr>
          <a:xfrm>
            <a:off x="2667786" y="4072379"/>
            <a:ext cx="0" cy="3864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625DD59-8A8B-95B6-0A41-9A27108D5E90}"/>
              </a:ext>
            </a:extLst>
          </p:cNvPr>
          <p:cNvSpPr/>
          <p:nvPr/>
        </p:nvSpPr>
        <p:spPr>
          <a:xfrm>
            <a:off x="4941215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F7C6BF-EEEF-6187-E420-D96BAAF0973D}"/>
              </a:ext>
            </a:extLst>
          </p:cNvPr>
          <p:cNvSpPr txBox="1"/>
          <p:nvPr/>
        </p:nvSpPr>
        <p:spPr>
          <a:xfrm>
            <a:off x="4370150" y="5555843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New Gain block that was generated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19649FFF-DE41-AD4B-FED1-FFE83BF5AD0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0123" t="48434" r="57896" b="15394"/>
          <a:stretch>
            <a:fillRect/>
          </a:stretch>
        </p:blipFill>
        <p:spPr>
          <a:xfrm>
            <a:off x="8855548" y="2448653"/>
            <a:ext cx="2191391" cy="355613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5F9D355-3218-4CD4-AFF4-945FC87F7AE8}"/>
              </a:ext>
            </a:extLst>
          </p:cNvPr>
          <p:cNvSpPr/>
          <p:nvPr/>
        </p:nvSpPr>
        <p:spPr>
          <a:xfrm>
            <a:off x="8990042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483B7-1282-7CAE-7DBB-CF7ED508146A}"/>
              </a:ext>
            </a:extLst>
          </p:cNvPr>
          <p:cNvSpPr txBox="1"/>
          <p:nvPr/>
        </p:nvSpPr>
        <p:spPr>
          <a:xfrm>
            <a:off x="8339379" y="5555843"/>
            <a:ext cx="34516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Rename Gain Block</a:t>
            </a:r>
          </a:p>
        </p:txBody>
      </p:sp>
    </p:spTree>
    <p:extLst>
      <p:ext uri="{BB962C8B-B14F-4D97-AF65-F5344CB8AC3E}">
        <p14:creationId xmlns:p14="http://schemas.microsoft.com/office/powerpoint/2010/main" val="2376956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944-CEE5-A63B-92F5-DDC2DE76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257100-7B45-2E01-CAB7-1F4FB37DB2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1079C82-4059-70AA-4757-5056A4B5D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51F759-3F58-E0F9-F2E7-AD7EAF2EA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B53AC6E-64AB-4572-EC2A-FF9A034FBFDE}"/>
              </a:ext>
            </a:extLst>
          </p:cNvPr>
          <p:cNvSpPr/>
          <p:nvPr/>
        </p:nvSpPr>
        <p:spPr>
          <a:xfrm>
            <a:off x="4479303" y="4860116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19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3EFC-D4A1-EDAB-C9A9-10072CF4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55E283-90BC-42E6-C721-A49099BE52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Constant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C5CDBA-9A90-EBCA-C277-7E9E826142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0A3795-FB00-93AB-AFCF-65977C7A45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8B2217-E786-64E4-A7E3-0EB14500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Constant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C241F1F-AEBA-47A5-A054-172408F2A1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Constant Block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CCD1DA4F-CF02-3E24-1C3C-685991D80F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17" t="63759" r="50561"/>
          <a:stretch>
            <a:fillRect/>
          </a:stretch>
        </p:blipFill>
        <p:spPr>
          <a:xfrm>
            <a:off x="617166" y="2445261"/>
            <a:ext cx="3332905" cy="3562915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EFA79947-EB87-1A82-F4AC-1F7BA9C53B9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9547" t="79101" r="61467" b="2881"/>
          <a:stretch>
            <a:fillRect/>
          </a:stretch>
        </p:blipFill>
        <p:spPr>
          <a:xfrm>
            <a:off x="5295637" y="3341028"/>
            <a:ext cx="1643589" cy="1771381"/>
          </a:xfrm>
          <a:prstGeom prst="rect">
            <a:avLst/>
          </a:prstGeom>
        </p:spPr>
      </p:pic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436F22B3-B45D-39ED-B994-07EEA047DE9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870" t="78619" r="58645" b="3363"/>
          <a:stretch>
            <a:fillRect/>
          </a:stretch>
        </p:blipFill>
        <p:spPr>
          <a:xfrm>
            <a:off x="9083814" y="3341028"/>
            <a:ext cx="173485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473693-B217-6122-5EEC-071A9FA79F19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con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332B0F5-639C-AB7C-80FD-FC6D6CB36D9E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A534A-F19B-C76B-C3B3-0D24E3614631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F94DBD-9988-7F2E-DAC5-49B282A0B08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C1F93A8-2822-D104-13A3-A46E0C0ECC1C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CD7A7A-A08F-A89D-8D60-61625191546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243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0ECA-035C-1CBC-5E7D-B0CA40B9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CBA012D-BD9F-A4D6-D26D-45EF7E7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C11EE3-B43D-A06E-0C9E-09773E21F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CCA64-00CF-02A1-416B-1168B506A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64C31A-6312-E8DD-DAAF-61B7C8E75ADB}"/>
              </a:ext>
            </a:extLst>
          </p:cNvPr>
          <p:cNvSpPr/>
          <p:nvPr/>
        </p:nvSpPr>
        <p:spPr>
          <a:xfrm>
            <a:off x="4479303" y="5491419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425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BA4F-A143-B8C5-FA99-1CF258AF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F664FF0-1958-3C36-18EC-E5B63493B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765372"/>
          </a:xfrm>
        </p:spPr>
        <p:txBody>
          <a:bodyPr>
            <a:normAutofit/>
          </a:bodyPr>
          <a:lstStyle/>
          <a:p>
            <a:r>
              <a:rPr lang="en-US" dirty="0"/>
              <a:t>Step 2. Add Sum Block &amp; Edit Block Parameters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447E42-B395-FDD2-4000-249687A83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C59F120-450E-B98C-A7A9-5160D05089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BD98883-1119-68A6-2E47-4E8E4589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Sum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00C6E6E-20F0-CEE5-146E-FBE17D8FD5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and resize Sum Block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174C42-5BDC-374D-F137-4451F6BC5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11" t="54207" r="36211" b="10643"/>
          <a:stretch>
            <a:fillRect/>
          </a:stretch>
        </p:blipFill>
        <p:spPr>
          <a:xfrm>
            <a:off x="749224" y="2498890"/>
            <a:ext cx="3068789" cy="3455657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8D0E44D4-571B-09C0-85C7-BA1BF2D612E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9433" t="48880" r="22928" b="37359"/>
          <a:stretch>
            <a:fillRect/>
          </a:stretch>
        </p:blipFill>
        <p:spPr>
          <a:xfrm>
            <a:off x="4415266" y="2757043"/>
            <a:ext cx="3417483" cy="9145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F88534-DCFC-2F61-03E7-5D7B5C211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53" t="49442" r="22835" b="18891"/>
          <a:stretch>
            <a:fillRect/>
          </a:stretch>
        </p:blipFill>
        <p:spPr>
          <a:xfrm>
            <a:off x="4415266" y="3952874"/>
            <a:ext cx="3403077" cy="207514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F12EB01-C49C-399C-A53F-A5FCA9E81986}"/>
              </a:ext>
            </a:extLst>
          </p:cNvPr>
          <p:cNvSpPr/>
          <p:nvPr/>
        </p:nvSpPr>
        <p:spPr>
          <a:xfrm>
            <a:off x="4850778" y="4105275"/>
            <a:ext cx="1178547" cy="590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98F6B-AC4D-AC99-CABF-736AB7240B91}"/>
              </a:ext>
            </a:extLst>
          </p:cNvPr>
          <p:cNvSpPr txBox="1"/>
          <p:nvPr/>
        </p:nvSpPr>
        <p:spPr>
          <a:xfrm>
            <a:off x="4869175" y="2433771"/>
            <a:ext cx="29635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 Sum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FDBF9E-E5C0-A954-5430-E8DA326A613B}"/>
              </a:ext>
            </a:extLst>
          </p:cNvPr>
          <p:cNvSpPr txBox="1"/>
          <p:nvPr/>
        </p:nvSpPr>
        <p:spPr>
          <a:xfrm>
            <a:off x="4956801" y="4722018"/>
            <a:ext cx="2558424" cy="830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Update Icon Shape “rectangular” &amp; list signs “+++”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CA121C7-9469-F05F-36FD-00B568EADDEE}"/>
              </a:ext>
            </a:extLst>
          </p:cNvPr>
          <p:cNvSpPr/>
          <p:nvPr/>
        </p:nvSpPr>
        <p:spPr>
          <a:xfrm>
            <a:off x="7191374" y="5657850"/>
            <a:ext cx="626969" cy="416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936FD7-E5F1-F78A-0AEE-C68AA45BDCC4}"/>
              </a:ext>
            </a:extLst>
          </p:cNvPr>
          <p:cNvCxnSpPr>
            <a:cxnSpLocks/>
          </p:cNvCxnSpPr>
          <p:nvPr/>
        </p:nvCxnSpPr>
        <p:spPr>
          <a:xfrm flipH="1">
            <a:off x="4695825" y="2710770"/>
            <a:ext cx="222056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89E99-360A-E2E5-D6AF-3115FE32B9D8}"/>
              </a:ext>
            </a:extLst>
          </p:cNvPr>
          <p:cNvCxnSpPr>
            <a:cxnSpLocks/>
          </p:cNvCxnSpPr>
          <p:nvPr/>
        </p:nvCxnSpPr>
        <p:spPr>
          <a:xfrm flipH="1" flipV="1">
            <a:off x="6029178" y="4400550"/>
            <a:ext cx="206835" cy="250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6430FE-6409-7413-8F54-010D3449ACEF}"/>
              </a:ext>
            </a:extLst>
          </p:cNvPr>
          <p:cNvCxnSpPr>
            <a:cxnSpLocks/>
            <a:stCxn id="48" idx="3"/>
            <a:endCxn id="41" idx="2"/>
          </p:cNvCxnSpPr>
          <p:nvPr/>
        </p:nvCxnSpPr>
        <p:spPr>
          <a:xfrm flipV="1">
            <a:off x="6962775" y="6074294"/>
            <a:ext cx="542084" cy="281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750D880-2467-5D7B-DD5D-A454E4E67D4E}"/>
              </a:ext>
            </a:extLst>
          </p:cNvPr>
          <p:cNvSpPr txBox="1"/>
          <p:nvPr/>
        </p:nvSpPr>
        <p:spPr>
          <a:xfrm>
            <a:off x="4917881" y="6217086"/>
            <a:ext cx="20448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3. Click Apply</a:t>
            </a:r>
          </a:p>
        </p:txBody>
      </p:sp>
      <p:pic>
        <p:nvPicPr>
          <p:cNvPr id="63" name="Content Placeholder 56">
            <a:extLst>
              <a:ext uri="{FF2B5EF4-FFF2-40B4-BE49-F238E27FC236}">
                <a16:creationId xmlns:a16="http://schemas.microsoft.com/office/drawing/2014/main" id="{1E1E000B-8E2F-D285-3C0C-64BBB90A636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5"/>
          <a:srcRect l="47541" t="46615" r="45650" b="5843"/>
          <a:stretch>
            <a:fillRect/>
          </a:stretch>
        </p:blipFill>
        <p:spPr>
          <a:xfrm>
            <a:off x="9369406" y="2043113"/>
            <a:ext cx="1163675" cy="4367212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06BA660-50C9-229F-9924-498C1B236C9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sum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4BAA66F-3281-49B3-EA0D-33503074F7E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45DABAD-DD42-729E-AF36-E4E8924EB422}"/>
              </a:ext>
            </a:extLst>
          </p:cNvPr>
          <p:cNvSpPr txBox="1"/>
          <p:nvPr/>
        </p:nvSpPr>
        <p:spPr>
          <a:xfrm>
            <a:off x="2732830" y="2823842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AE238-8397-2210-6E0F-C23E5641E899}"/>
              </a:ext>
            </a:extLst>
          </p:cNvPr>
          <p:cNvCxnSpPr>
            <a:cxnSpLocks/>
          </p:cNvCxnSpPr>
          <p:nvPr/>
        </p:nvCxnSpPr>
        <p:spPr>
          <a:xfrm flipH="1">
            <a:off x="2256322" y="2962341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168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96981-3740-BA4B-1BC5-6F24A6EA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C213EC-D3A8-F56D-DA79-A7F702ED4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CE0DFA9-0ECC-DEBC-3A35-4DD7E0B765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51ED3CA-6589-274E-27C2-6E84BC4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908FD0-1699-A2DB-3213-25D120A5D9EB}"/>
              </a:ext>
            </a:extLst>
          </p:cNvPr>
          <p:cNvSpPr/>
          <p:nvPr/>
        </p:nvSpPr>
        <p:spPr>
          <a:xfrm>
            <a:off x="5800725" y="3900744"/>
            <a:ext cx="737549" cy="22714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882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ADCF-DBB9-B3A1-09F4-217AD548F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AF2B5B-659A-2950-1452-3BF8F27DEE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Data Type Conversion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FC13BA-B404-C43C-E4A1-2B4A32129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239A67-D0BC-F5E3-8968-F0D381D47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7302A2-FB73-F8C9-5F0F-8603DD36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Data Type Conversion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EC6301E-93BE-4E31-3B7E-6A1F53C9D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Data Type Conversion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4B9CE80-FC8B-F843-3282-A080C1F14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0908" t="64663" r="21116"/>
          <a:stretch>
            <a:fillRect/>
          </a:stretch>
        </p:blipFill>
        <p:spPr>
          <a:xfrm>
            <a:off x="639664" y="2489698"/>
            <a:ext cx="3287910" cy="3474041"/>
          </a:xfrm>
          <a:prstGeom prst="rect">
            <a:avLst/>
          </a:prstGeom>
        </p:spPr>
      </p:pic>
      <p:pic>
        <p:nvPicPr>
          <p:cNvPr id="20" name="Content Placeholder 8">
            <a:extLst>
              <a:ext uri="{FF2B5EF4-FFF2-40B4-BE49-F238E27FC236}">
                <a16:creationId xmlns:a16="http://schemas.microsoft.com/office/drawing/2014/main" id="{65CB63D5-7397-3A13-0284-F6BE02B1514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61791" t="63940" r="24590" b="22480"/>
          <a:stretch>
            <a:fillRect/>
          </a:stretch>
        </p:blipFill>
        <p:spPr>
          <a:xfrm>
            <a:off x="4871936" y="3559182"/>
            <a:ext cx="2490990" cy="1335073"/>
          </a:xfrm>
          <a:prstGeom prst="rect">
            <a:avLst/>
          </a:prstGeom>
        </p:spPr>
      </p:pic>
      <p:pic>
        <p:nvPicPr>
          <p:cNvPr id="32" name="Content Placeholder 23">
            <a:extLst>
              <a:ext uri="{FF2B5EF4-FFF2-40B4-BE49-F238E27FC236}">
                <a16:creationId xmlns:a16="http://schemas.microsoft.com/office/drawing/2014/main" id="{975FFB3A-4581-8CAB-5AEB-F4E4CA31F37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61665" t="62910" r="24968" b="21313"/>
          <a:stretch>
            <a:fillRect/>
          </a:stretch>
        </p:blipFill>
        <p:spPr>
          <a:xfrm>
            <a:off x="8728795" y="3451187"/>
            <a:ext cx="2444898" cy="15510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E3DF3F8-31C4-5553-FB90-4BBB43039FE7}"/>
              </a:ext>
            </a:extLst>
          </p:cNvPr>
          <p:cNvSpPr txBox="1"/>
          <p:nvPr/>
        </p:nvSpPr>
        <p:spPr>
          <a:xfrm>
            <a:off x="3892330" y="5010859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32B18F6-3FDD-B8AB-41FF-663C05D32658}"/>
              </a:ext>
            </a:extLst>
          </p:cNvPr>
          <p:cNvCxnSpPr>
            <a:cxnSpLocks/>
          </p:cNvCxnSpPr>
          <p:nvPr/>
        </p:nvCxnSpPr>
        <p:spPr>
          <a:xfrm flipH="1">
            <a:off x="3415822" y="5149358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9D28DF-2F26-E2C1-8EEE-7D2679466964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conve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9D37A1-A0EC-437F-C631-DD30952E919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27F96AB-58FF-97DE-3C2F-3CC9F93B829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1D71F5A-3DE9-4440-B3AA-595FFA3B157A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9327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06A8-9B5F-9347-3E82-3B7F3F65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F7AB7E-7CAB-DB30-5876-7D97D8FCC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D5AA0A-1F9F-F93D-6623-18A6EB6931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07812EE-800C-1813-AA26-C1513181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Data Type Conversion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88734-FCDA-4FF3-B40B-5FE0C174427D}"/>
              </a:ext>
            </a:extLst>
          </p:cNvPr>
          <p:cNvSpPr/>
          <p:nvPr/>
        </p:nvSpPr>
        <p:spPr>
          <a:xfrm>
            <a:off x="7067550" y="4619625"/>
            <a:ext cx="1104900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9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1560-4567-39EF-C394-3EB2D31C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B5F1A6-7746-1D49-8123-436B8294F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Outport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80EDE4D-98B0-4034-1256-9141D62F1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B2EFAE-BE40-CC04-B573-66F25F9B0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A5CD9FB-B14F-ABFE-7F9A-C653BC004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Outport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A99ACAF-48A6-1395-214A-B68F614496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Rename Outport</a:t>
            </a:r>
          </a:p>
        </p:txBody>
      </p:sp>
      <p:pic>
        <p:nvPicPr>
          <p:cNvPr id="16" name="Content Placeholder 3">
            <a:extLst>
              <a:ext uri="{FF2B5EF4-FFF2-40B4-BE49-F238E27FC236}">
                <a16:creationId xmlns:a16="http://schemas.microsoft.com/office/drawing/2014/main" id="{D7325BFE-74B7-2374-5B3D-BC118C87CA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1233" t="64663" r="2288"/>
          <a:stretch>
            <a:fillRect/>
          </a:stretch>
        </p:blipFill>
        <p:spPr>
          <a:xfrm>
            <a:off x="776569" y="2489698"/>
            <a:ext cx="3014100" cy="3474041"/>
          </a:xfrm>
          <a:prstGeom prst="rect">
            <a:avLst/>
          </a:prstGeo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DF8A9-C6EB-1858-729A-D93438768C3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0454" t="63256" r="11223" b="18726"/>
          <a:stretch>
            <a:fillRect/>
          </a:stretch>
        </p:blipFill>
        <p:spPr>
          <a:xfrm>
            <a:off x="5356270" y="3341028"/>
            <a:ext cx="1522323" cy="1771381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901B303A-40D9-1B8F-C838-1DFF8061D01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79571" t="64194" r="11231" b="21260"/>
          <a:stretch>
            <a:fillRect/>
          </a:stretch>
        </p:blipFill>
        <p:spPr>
          <a:xfrm>
            <a:off x="9110061" y="3511698"/>
            <a:ext cx="1682365" cy="14300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6872EEA-14E3-50FC-E273-4ABD563DD33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out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009DFE-2300-2C0D-1A96-B22C0AC4A6B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C97B-1430-2641-5EC5-4E91C92ECAAA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CDDBD0-9F30-1166-AFA8-4B91045E7969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2D0802-7B65-7D3C-FAB8-6A882B3E6B8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185362-9121-663D-4526-CAB18A5C8BB3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58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9812D-7049-49EC-EFE6-C62F58428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DF343-C012-7012-55D0-DFBAAB5FC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48BF0C-FFC6-E468-6425-46EB6A0ECD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7E5A7C6-D714-8EDA-91A6-C2C29EA4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Outport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3A9870-57D3-9E9F-9099-E4914619F7DB}"/>
              </a:ext>
            </a:extLst>
          </p:cNvPr>
          <p:cNvSpPr/>
          <p:nvPr/>
        </p:nvSpPr>
        <p:spPr>
          <a:xfrm>
            <a:off x="8610600" y="4829175"/>
            <a:ext cx="723900" cy="447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54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1B87-ED33-D8D8-3E4B-4F11F95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97F5C40-1671-6B31-FA4B-63FEC6C0B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86FABD-8518-F49A-158D-979F34C351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FFBF57D-7EA5-785B-FCA1-976990CB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 Lines</a:t>
            </a:r>
          </a:p>
        </p:txBody>
      </p:sp>
    </p:spTree>
    <p:extLst>
      <p:ext uri="{BB962C8B-B14F-4D97-AF65-F5344CB8AC3E}">
        <p14:creationId xmlns:p14="http://schemas.microsoft.com/office/powerpoint/2010/main" val="14003287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0CB0-6DD3-D26A-8FFD-65FC6D9B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6523437-E704-4C48-A3F8-16049A49E2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1E84D18-D98E-0C9E-EA35-57C6A53D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 Blocks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F8DDD72D-01BB-2773-6D70-62D00E68B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7967"/>
          <a:stretch>
            <a:fillRect/>
          </a:stretch>
        </p:blipFill>
        <p:spPr>
          <a:xfrm>
            <a:off x="1864500" y="1838325"/>
            <a:ext cx="6893001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187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C0349-137A-C2C9-ECCD-302C7223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216F6A-29FA-185D-AC17-CE270A9143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0863BE3-48C8-3999-FFA2-62165B14E1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80FDCC7-5BCB-92D0-3DCA-68B7C8B38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D868AF4-39C9-6DE2-7B92-2EE979B8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480D98-8E03-AB74-023C-C512C397F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3AFDC3-C64F-6CC4-8022-681923A074E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89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79147-4720-91AA-3B67-24D36E8D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67D1470-E2CF-FFDE-BB5C-D358DBD5D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C959530-9D48-BA8A-C34A-6CFC0A44A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5C29391-D595-529A-BB4A-9BF18BAEE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1740B05-3AF3-10E2-D771-96767F5E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23CEA93-0238-FB6D-1485-6F4BFE7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E44AA834-AD99-AE80-B286-8F04BC691E2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031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07B6D6-9588-D2D0-D244-F32146A57C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5F8D6B-1DC2-B7E4-88FB-E643B2164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EBD03F9-F2D7-C30B-DB88-D3C42A3A8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5B3CD6-1109-C9B1-49B1-F60D65FC8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</a:t>
            </a:r>
          </a:p>
        </p:txBody>
      </p:sp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66866470-B333-8A26-1F88-99CF270B7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473"/>
          <a:stretch>
            <a:fillRect/>
          </a:stretch>
        </p:blipFill>
        <p:spPr>
          <a:xfrm>
            <a:off x="395818" y="2043113"/>
            <a:ext cx="3130336" cy="4367212"/>
          </a:xfrm>
          <a:prstGeom prst="rect">
            <a:avLst/>
          </a:prstGeom>
        </p:spPr>
      </p:pic>
      <p:pic>
        <p:nvPicPr>
          <p:cNvPr id="27" name="Content Placeholder 22">
            <a:extLst>
              <a:ext uri="{FF2B5EF4-FFF2-40B4-BE49-F238E27FC236}">
                <a16:creationId xmlns:a16="http://schemas.microsoft.com/office/drawing/2014/main" id="{27ECEE7E-0879-6EBC-8C4F-6C252B1A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36" r="186"/>
          <a:stretch>
            <a:fillRect/>
          </a:stretch>
        </p:blipFill>
        <p:spPr>
          <a:xfrm>
            <a:off x="3514090" y="2042465"/>
            <a:ext cx="1290107" cy="436721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C69E35-757A-D624-85D2-32D3B74C7E51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A30B6004-827E-8E4C-57A8-C672BE8A33F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1695"/>
          <a:stretch>
            <a:fillRect/>
          </a:stretch>
        </p:blipFill>
        <p:spPr>
          <a:xfrm>
            <a:off x="6113356" y="2043113"/>
            <a:ext cx="3112298" cy="4367212"/>
          </a:xfrm>
          <a:prstGeom prst="rect">
            <a:avLst/>
          </a:prstGeom>
        </p:spPr>
      </p:pic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E8218858-1B7A-5CB8-2741-5ED09D05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15" t="15" r="-186" b="-15"/>
          <a:stretch>
            <a:fillRect/>
          </a:stretch>
        </p:blipFill>
        <p:spPr>
          <a:xfrm>
            <a:off x="9226551" y="2042464"/>
            <a:ext cx="1338316" cy="436721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F358467F-021E-D794-5BE8-C0F66DD03EA6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B4DA15-F33C-691E-1FC2-A71E487E2BBB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0F260EB-64D5-8607-1E76-11661792434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5076825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D37861-051E-3391-2CB8-F1C3589ACFF3}"/>
              </a:ext>
            </a:extLst>
          </p:cNvPr>
          <p:cNvCxnSpPr>
            <a:cxnSpLocks/>
          </p:cNvCxnSpPr>
          <p:nvPr/>
        </p:nvCxnSpPr>
        <p:spPr>
          <a:xfrm flipV="1">
            <a:off x="7121142" y="4666268"/>
            <a:ext cx="0" cy="6772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73953B9-C600-2368-BD23-B7E071EE25E6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FEEF3FF-98EC-5714-1D32-71994DBE6974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B0FDF80-D4C3-016E-2469-C56688C23E4B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0165A7-145E-AA45-944D-3C0E753D4207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</p:spTree>
    <p:extLst>
      <p:ext uri="{BB962C8B-B14F-4D97-AF65-F5344CB8AC3E}">
        <p14:creationId xmlns:p14="http://schemas.microsoft.com/office/powerpoint/2010/main" val="7665429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873E-A7A8-9D39-AD08-E1116BACE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7ECAE493-CBFA-59F8-F517-5A26B247964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61269"/>
          <a:stretch>
            <a:fillRect/>
          </a:stretch>
        </p:blipFill>
        <p:spPr>
          <a:xfrm>
            <a:off x="6113356" y="2043113"/>
            <a:ext cx="3146911" cy="4367212"/>
          </a:xfrm>
          <a:prstGeom prst="rect">
            <a:avLst/>
          </a:prstGeom>
        </p:spPr>
      </p:pic>
      <p:pic>
        <p:nvPicPr>
          <p:cNvPr id="22" name="Content Placeholder 17">
            <a:extLst>
              <a:ext uri="{FF2B5EF4-FFF2-40B4-BE49-F238E27FC236}">
                <a16:creationId xmlns:a16="http://schemas.microsoft.com/office/drawing/2014/main" id="{2CB8BBDE-F306-8C1C-A3B4-3F1DDA2E6C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4"/>
          <a:stretch>
            <a:fillRect/>
          </a:stretch>
        </p:blipFill>
        <p:spPr>
          <a:xfrm>
            <a:off x="9232659" y="2041815"/>
            <a:ext cx="1329762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6EEB031-3252-7BD0-C157-4FC4957F9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44"/>
          <a:stretch>
            <a:fillRect/>
          </a:stretch>
        </p:blipFill>
        <p:spPr>
          <a:xfrm>
            <a:off x="395818" y="2043113"/>
            <a:ext cx="3116478" cy="4367212"/>
          </a:xfrm>
          <a:prstGeom prst="rect">
            <a:avLst/>
          </a:prstGeom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91A7D5A3-8825-EFAF-74D7-6B181E3E9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08" r="183"/>
          <a:stretch>
            <a:fillRect/>
          </a:stretch>
        </p:blipFill>
        <p:spPr>
          <a:xfrm>
            <a:off x="3501139" y="2042464"/>
            <a:ext cx="1317068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C2DFF-860B-33AE-3998-D5558D22F3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91BBE-8180-27B2-667C-949F53695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C1750-C257-0575-2C6B-FA272E4EE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A23795A-02C5-6E66-B986-78B8300E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C674DB-1EFF-B9D5-A849-B447A3F99829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A98256-FBBA-0167-5FF5-3B2DA786FC69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706AEB-0E49-4CBF-2024-F0355F0D4AC6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37E342-D220-F5C3-FF3F-B697DC064EF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4505325"/>
            <a:ext cx="869950" cy="838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B8B629-6AB6-423D-285F-2F9EF5B6A69B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503962-BECB-EABD-B17E-9B34D4A9D5E7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FF81A1-D402-811B-6654-4B73675E0E38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115F63-1B52-C79D-C28E-9C025C1B340A}"/>
              </a:ext>
            </a:extLst>
          </p:cNvPr>
          <p:cNvCxnSpPr>
            <a:cxnSpLocks/>
          </p:cNvCxnSpPr>
          <p:nvPr/>
        </p:nvCxnSpPr>
        <p:spPr>
          <a:xfrm flipV="1">
            <a:off x="7121142" y="4609707"/>
            <a:ext cx="1202726" cy="7338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E454DE5-FDC0-F65E-3F69-201CE4216D1D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28187536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24AE-5EE8-F5FF-5BFC-3D3CE837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DCB139D5-0253-6550-3605-2C4175A0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3"/>
          <a:stretch>
            <a:fillRect/>
          </a:stretch>
        </p:blipFill>
        <p:spPr>
          <a:xfrm>
            <a:off x="9636406" y="2050325"/>
            <a:ext cx="1329762" cy="4367212"/>
          </a:xfrm>
          <a:prstGeom prst="rect">
            <a:avLst/>
          </a:prstGeom>
        </p:spPr>
      </p:pic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6F244062-152E-6C0A-E97F-720AE5EC30F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88"/>
          <a:stretch>
            <a:fillRect/>
          </a:stretch>
        </p:blipFill>
        <p:spPr>
          <a:xfrm>
            <a:off x="6113356" y="2043113"/>
            <a:ext cx="3575995" cy="4367212"/>
          </a:xfrm>
          <a:prstGeom prst="rect">
            <a:avLst/>
          </a:prstGeom>
        </p:spPr>
      </p:pic>
      <p:pic>
        <p:nvPicPr>
          <p:cNvPr id="24" name="Content Placeholder 18">
            <a:extLst>
              <a:ext uri="{FF2B5EF4-FFF2-40B4-BE49-F238E27FC236}">
                <a16:creationId xmlns:a16="http://schemas.microsoft.com/office/drawing/2014/main" id="{80841AE4-CBA8-46EC-7118-7BB8A423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113"/>
          <a:stretch>
            <a:fillRect/>
          </a:stretch>
        </p:blipFill>
        <p:spPr>
          <a:xfrm>
            <a:off x="116974" y="2040898"/>
            <a:ext cx="3403337" cy="4367212"/>
          </a:xfrm>
          <a:prstGeom prst="rect">
            <a:avLst/>
          </a:prstGeom>
        </p:spPr>
      </p:pic>
      <p:pic>
        <p:nvPicPr>
          <p:cNvPr id="33" name="Content Placeholder 18">
            <a:extLst>
              <a:ext uri="{FF2B5EF4-FFF2-40B4-BE49-F238E27FC236}">
                <a16:creationId xmlns:a16="http://schemas.microsoft.com/office/drawing/2014/main" id="{826AAA3E-F964-ACFD-E3A9-B801276C8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32" r="53"/>
          <a:stretch>
            <a:fillRect/>
          </a:stretch>
        </p:blipFill>
        <p:spPr>
          <a:xfrm>
            <a:off x="3492797" y="2040898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128649-00B9-C3FF-33F9-C7111372C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renamed parameter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982E64-FDC3-B81C-471C-761DD31ABD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Parameter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4142F7-A142-0F93-6A90-11DE299EB3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CEE622-7321-659A-E345-70647850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Parameter: COEFF_A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5B44E-C182-5212-69F3-013D1B3DF092}"/>
              </a:ext>
            </a:extLst>
          </p:cNvPr>
          <p:cNvSpPr txBox="1"/>
          <p:nvPr/>
        </p:nvSpPr>
        <p:spPr>
          <a:xfrm>
            <a:off x="395818" y="5343525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ECE212-43EA-09D9-8E3D-9A71DD439DBA}"/>
              </a:ext>
            </a:extLst>
          </p:cNvPr>
          <p:cNvSpPr/>
          <p:nvPr/>
        </p:nvSpPr>
        <p:spPr>
          <a:xfrm>
            <a:off x="9644700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283782-FA49-48D9-2D76-04D8AEAA41C8}"/>
              </a:ext>
            </a:extLst>
          </p:cNvPr>
          <p:cNvSpPr/>
          <p:nvPr/>
        </p:nvSpPr>
        <p:spPr>
          <a:xfrm>
            <a:off x="3513193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80927-4DC6-20DB-4C94-370D459C6F76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579828" y="4515439"/>
            <a:ext cx="1351905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0BC074-691A-0601-9AA7-0C5397A2B860}"/>
              </a:ext>
            </a:extLst>
          </p:cNvPr>
          <p:cNvCxnSpPr>
            <a:cxnSpLocks/>
          </p:cNvCxnSpPr>
          <p:nvPr/>
        </p:nvCxnSpPr>
        <p:spPr>
          <a:xfrm>
            <a:off x="10306575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B1AFD5B-10EF-10CD-61B4-46B5AEEB3EF0}"/>
              </a:ext>
            </a:extLst>
          </p:cNvPr>
          <p:cNvSpPr txBox="1"/>
          <p:nvPr/>
        </p:nvSpPr>
        <p:spPr>
          <a:xfrm>
            <a:off x="9984285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063B56-172E-0726-0A76-ECFD78DFAB0C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6FF9D9-8F6B-0347-80A2-5289A1A85817}"/>
              </a:ext>
            </a:extLst>
          </p:cNvPr>
          <p:cNvCxnSpPr>
            <a:cxnSpLocks/>
          </p:cNvCxnSpPr>
          <p:nvPr/>
        </p:nvCxnSpPr>
        <p:spPr>
          <a:xfrm flipV="1">
            <a:off x="7121142" y="4515439"/>
            <a:ext cx="1872029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F64D432-33AA-A59E-24A3-520F7D62E467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3607449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A66E3-EA91-7CB7-BED6-5A1D007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Content Placeholder 21">
            <a:extLst>
              <a:ext uri="{FF2B5EF4-FFF2-40B4-BE49-F238E27FC236}">
                <a16:creationId xmlns:a16="http://schemas.microsoft.com/office/drawing/2014/main" id="{1A183AF8-C344-0338-F147-2CEF17046CE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95"/>
          <a:stretch>
            <a:fillRect/>
          </a:stretch>
        </p:blipFill>
        <p:spPr>
          <a:xfrm>
            <a:off x="4329718" y="2043113"/>
            <a:ext cx="3575426" cy="4367212"/>
          </a:xfrm>
          <a:prstGeom prst="rect">
            <a:avLst/>
          </a:prstGeom>
        </p:spPr>
      </p:pic>
      <p:pic>
        <p:nvPicPr>
          <p:cNvPr id="46" name="Content Placeholder 9">
            <a:extLst>
              <a:ext uri="{FF2B5EF4-FFF2-40B4-BE49-F238E27FC236}">
                <a16:creationId xmlns:a16="http://schemas.microsoft.com/office/drawing/2014/main" id="{3D44271F-EE91-1000-93BD-F5B9FD761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6052"/>
          <a:stretch>
            <a:fillRect/>
          </a:stretch>
        </p:blipFill>
        <p:spPr>
          <a:xfrm>
            <a:off x="498221" y="2043113"/>
            <a:ext cx="3570795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CBC477-1D86-C7F0-2583-FFD0B34FD7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Final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48EDAD-8AB5-E767-1F71-F21098C13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8AB16A-DC79-C36F-F387-6F1FA44DD1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CCE39A-C30F-33F1-6034-F7C8B7A48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19825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b="0" i="1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08898DE-6C6D-FE56-BF35-BE7080AE94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Format Blocks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4E3E0-BB72-8659-CFD4-861CF9F642BA}"/>
              </a:ext>
            </a:extLst>
          </p:cNvPr>
          <p:cNvSpPr/>
          <p:nvPr/>
        </p:nvSpPr>
        <p:spPr>
          <a:xfrm>
            <a:off x="3026004" y="4790982"/>
            <a:ext cx="801278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05C631-E3F1-A4FC-6706-1DE290FA5AB2}"/>
              </a:ext>
            </a:extLst>
          </p:cNvPr>
          <p:cNvSpPr txBox="1"/>
          <p:nvPr/>
        </p:nvSpPr>
        <p:spPr>
          <a:xfrm>
            <a:off x="794694" y="5360906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7D69A6-0E49-A9E1-A474-DC99DFFE1BBC}"/>
              </a:ext>
            </a:extLst>
          </p:cNvPr>
          <p:cNvSpPr/>
          <p:nvPr/>
        </p:nvSpPr>
        <p:spPr>
          <a:xfrm>
            <a:off x="6883137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F6F76C-1931-32D6-DC26-0DC84F0A1842}"/>
              </a:ext>
            </a:extLst>
          </p:cNvPr>
          <p:cNvSpPr txBox="1"/>
          <p:nvPr/>
        </p:nvSpPr>
        <p:spPr>
          <a:xfrm>
            <a:off x="5746674" y="3603223"/>
            <a:ext cx="223717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Shift Hold Select Block</a:t>
            </a:r>
          </a:p>
        </p:txBody>
      </p:sp>
      <p:pic>
        <p:nvPicPr>
          <p:cNvPr id="55" name="Content Placeholder 50">
            <a:extLst>
              <a:ext uri="{FF2B5EF4-FFF2-40B4-BE49-F238E27FC236}">
                <a16:creationId xmlns:a16="http://schemas.microsoft.com/office/drawing/2014/main" id="{A8A6E3EA-A6CF-A79F-CFC9-C063A5E65FA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55649"/>
          <a:stretch>
            <a:fillRect/>
          </a:stretch>
        </p:blipFill>
        <p:spPr>
          <a:xfrm>
            <a:off x="8149475" y="2043113"/>
            <a:ext cx="3603538" cy="436721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61AA7CE-B297-0381-D085-6ED18CCE3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58" t="5076" r="46340" b="86187"/>
          <a:stretch>
            <a:fillRect/>
          </a:stretch>
        </p:blipFill>
        <p:spPr>
          <a:xfrm>
            <a:off x="10157774" y="1807521"/>
            <a:ext cx="2034226" cy="876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40EEA088-1DFE-DAA4-E86B-CD833DF95826}"/>
              </a:ext>
            </a:extLst>
          </p:cNvPr>
          <p:cNvSpPr/>
          <p:nvPr/>
        </p:nvSpPr>
        <p:spPr>
          <a:xfrm>
            <a:off x="11603521" y="2268862"/>
            <a:ext cx="470534" cy="433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D071A-9384-C1A7-D43C-11C5A620C68F}"/>
              </a:ext>
            </a:extLst>
          </p:cNvPr>
          <p:cNvSpPr txBox="1"/>
          <p:nvPr/>
        </p:nvSpPr>
        <p:spPr>
          <a:xfrm>
            <a:off x="9681464" y="2973198"/>
            <a:ext cx="223717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Match</a:t>
            </a:r>
          </a:p>
        </p:txBody>
      </p:sp>
      <p:sp>
        <p:nvSpPr>
          <p:cNvPr id="69" name="Left Brace 68">
            <a:extLst>
              <a:ext uri="{FF2B5EF4-FFF2-40B4-BE49-F238E27FC236}">
                <a16:creationId xmlns:a16="http://schemas.microsoft.com/office/drawing/2014/main" id="{DBAB068C-438D-99D0-7595-4ECF08B06004}"/>
              </a:ext>
            </a:extLst>
          </p:cNvPr>
          <p:cNvSpPr/>
          <p:nvPr/>
        </p:nvSpPr>
        <p:spPr>
          <a:xfrm>
            <a:off x="10458563" y="4722829"/>
            <a:ext cx="325701" cy="12631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827529-BE55-0EC0-2730-BDC501F98D68}"/>
              </a:ext>
            </a:extLst>
          </p:cNvPr>
          <p:cNvSpPr txBox="1"/>
          <p:nvPr/>
        </p:nvSpPr>
        <p:spPr>
          <a:xfrm>
            <a:off x="8611388" y="51564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88DB43-CE67-0869-9EB4-3C0AC32CD80C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11359299" y="2701884"/>
            <a:ext cx="479489" cy="2713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7295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DF0E-F69A-6C3D-0010-E6DF8403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5C94FD-4136-AE21-308A-B06C2B8A5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Aligned Blocks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EB4C0-6D54-5261-ED3C-6D60FAA73E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DB73E7-AF6F-2DA4-6247-88E05B7F7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B40461-6998-AC1F-6E47-C9E3A136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dirty="0"/>
          </a:p>
        </p:txBody>
      </p:sp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F1786C8F-86F2-0AB2-B16C-698870F4AA1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45768"/>
          <a:stretch>
            <a:fillRect/>
          </a:stretch>
        </p:blipFill>
        <p:spPr>
          <a:xfrm>
            <a:off x="6721738" y="2043113"/>
            <a:ext cx="4406374" cy="4367212"/>
          </a:xfrm>
          <a:prstGeom prst="rect">
            <a:avLst/>
          </a:prstGeom>
        </p:spPr>
      </p:pic>
      <p:pic>
        <p:nvPicPr>
          <p:cNvPr id="21" name="Content Placeholder 13">
            <a:extLst>
              <a:ext uri="{FF2B5EF4-FFF2-40B4-BE49-F238E27FC236}">
                <a16:creationId xmlns:a16="http://schemas.microsoft.com/office/drawing/2014/main" id="{C4150920-A959-EB72-CE1C-6601A9536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063"/>
          <a:stretch>
            <a:fillRect/>
          </a:stretch>
        </p:blipFill>
        <p:spPr>
          <a:xfrm>
            <a:off x="1016341" y="2043113"/>
            <a:ext cx="4382406" cy="436721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6D945-4A6C-A7CE-F84A-9B3DC962518A}"/>
              </a:ext>
            </a:extLst>
          </p:cNvPr>
          <p:cNvSpPr/>
          <p:nvPr/>
        </p:nvSpPr>
        <p:spPr>
          <a:xfrm>
            <a:off x="10313193" y="2466694"/>
            <a:ext cx="139173" cy="1550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85930E-1A81-01E4-3215-C47BB2D9A042}"/>
              </a:ext>
            </a:extLst>
          </p:cNvPr>
          <p:cNvCxnSpPr>
            <a:cxnSpLocks/>
          </p:cNvCxnSpPr>
          <p:nvPr/>
        </p:nvCxnSpPr>
        <p:spPr>
          <a:xfrm flipV="1">
            <a:off x="10375106" y="2621756"/>
            <a:ext cx="0" cy="483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4D59E0F-CD1A-FFBC-CEC6-F038894E36E6}"/>
              </a:ext>
            </a:extLst>
          </p:cNvPr>
          <p:cNvSpPr/>
          <p:nvPr/>
        </p:nvSpPr>
        <p:spPr>
          <a:xfrm>
            <a:off x="3536544" y="4790982"/>
            <a:ext cx="875436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ACEC74-E7DF-4C72-FBB8-B5FE24265D61}"/>
              </a:ext>
            </a:extLst>
          </p:cNvPr>
          <p:cNvSpPr/>
          <p:nvPr/>
        </p:nvSpPr>
        <p:spPr>
          <a:xfrm>
            <a:off x="3536544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B2B2B2-C7C1-4B47-2DC5-E95F46026AA7}"/>
              </a:ext>
            </a:extLst>
          </p:cNvPr>
          <p:cNvSpPr txBox="1"/>
          <p:nvPr/>
        </p:nvSpPr>
        <p:spPr>
          <a:xfrm>
            <a:off x="1353334" y="54621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F5D0D5-8D08-5813-04E4-138A372C185C}"/>
              </a:ext>
            </a:extLst>
          </p:cNvPr>
          <p:cNvSpPr txBox="1"/>
          <p:nvPr/>
        </p:nvSpPr>
        <p:spPr>
          <a:xfrm>
            <a:off x="2190045" y="3765915"/>
            <a:ext cx="33954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Shift Hold Select Block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B63DCC4-81D6-69DC-15E0-4C37E307EAD5}"/>
              </a:ext>
            </a:extLst>
          </p:cNvPr>
          <p:cNvCxnSpPr>
            <a:cxnSpLocks/>
          </p:cNvCxnSpPr>
          <p:nvPr/>
        </p:nvCxnSpPr>
        <p:spPr>
          <a:xfrm flipV="1">
            <a:off x="2453640" y="5247797"/>
            <a:ext cx="1082904" cy="183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266AE2-C288-8B0F-A45E-196873DC0A6D}"/>
              </a:ext>
            </a:extLst>
          </p:cNvPr>
          <p:cNvCxnSpPr>
            <a:cxnSpLocks/>
          </p:cNvCxnSpPr>
          <p:nvPr/>
        </p:nvCxnSpPr>
        <p:spPr>
          <a:xfrm>
            <a:off x="2644140" y="4074146"/>
            <a:ext cx="892404" cy="2822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Left Brace 52">
            <a:extLst>
              <a:ext uri="{FF2B5EF4-FFF2-40B4-BE49-F238E27FC236}">
                <a16:creationId xmlns:a16="http://schemas.microsoft.com/office/drawing/2014/main" id="{2152F052-481D-984F-103D-D907AAE79C8E}"/>
              </a:ext>
            </a:extLst>
          </p:cNvPr>
          <p:cNvSpPr/>
          <p:nvPr/>
        </p:nvSpPr>
        <p:spPr>
          <a:xfrm>
            <a:off x="9147923" y="4157221"/>
            <a:ext cx="325701" cy="191364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B9960-8417-30A2-8ED6-D3A75529D3A7}"/>
              </a:ext>
            </a:extLst>
          </p:cNvPr>
          <p:cNvSpPr txBox="1"/>
          <p:nvPr/>
        </p:nvSpPr>
        <p:spPr>
          <a:xfrm>
            <a:off x="7370340" y="5109297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0F3E2-0B7E-BF05-9532-BC552884F7A9}"/>
              </a:ext>
            </a:extLst>
          </p:cNvPr>
          <p:cNvSpPr txBox="1"/>
          <p:nvPr/>
        </p:nvSpPr>
        <p:spPr>
          <a:xfrm>
            <a:off x="9673696" y="3170433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Align</a:t>
            </a:r>
          </a:p>
        </p:txBody>
      </p:sp>
    </p:spTree>
    <p:extLst>
      <p:ext uri="{BB962C8B-B14F-4D97-AF65-F5344CB8AC3E}">
        <p14:creationId xmlns:p14="http://schemas.microsoft.com/office/powerpoint/2010/main" val="24312074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CD90-EDBA-FF23-8323-CBB94C3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Content Placeholder 63">
            <a:extLst>
              <a:ext uri="{FF2B5EF4-FFF2-40B4-BE49-F238E27FC236}">
                <a16:creationId xmlns:a16="http://schemas.microsoft.com/office/drawing/2014/main" id="{43F5996E-17F5-6CA6-5F0C-A3D598DFF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5333"/>
          <a:stretch>
            <a:fillRect/>
          </a:stretch>
        </p:blipFill>
        <p:spPr>
          <a:xfrm>
            <a:off x="446051" y="2043113"/>
            <a:ext cx="3629226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A8C4C4-EE7B-031E-99AF-D3A803DB6E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624952"/>
            <a:ext cx="5623560" cy="365760"/>
          </a:xfrm>
        </p:spPr>
        <p:txBody>
          <a:bodyPr/>
          <a:lstStyle/>
          <a:p>
            <a:r>
              <a:rPr lang="en-US" dirty="0"/>
              <a:t>Step 2. Update Constant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700BB7-F0B2-0248-B7EC-2A4DD22819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Update Gain block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781E4D-BF09-30FF-17ED-2ED433B3A1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FF7E2F-C17A-83C8-624C-56F8D8A32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Update Parameters: COEFF_B &amp; COEFF_C</a:t>
            </a:r>
            <a:endParaRPr lang="en-US" sz="1200" dirty="0"/>
          </a:p>
        </p:txBody>
      </p:sp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D5522F12-777A-EC96-0111-E0DB87DF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528" r="-342"/>
          <a:stretch>
            <a:fillRect/>
          </a:stretch>
        </p:blipFill>
        <p:spPr>
          <a:xfrm>
            <a:off x="4071422" y="2043113"/>
            <a:ext cx="1366125" cy="4367212"/>
          </a:xfrm>
          <a:prstGeom prst="rect">
            <a:avLst/>
          </a:prstGeom>
        </p:spPr>
      </p:pic>
      <p:pic>
        <p:nvPicPr>
          <p:cNvPr id="26" name="Content Placeholder 14">
            <a:extLst>
              <a:ext uri="{FF2B5EF4-FFF2-40B4-BE49-F238E27FC236}">
                <a16:creationId xmlns:a16="http://schemas.microsoft.com/office/drawing/2014/main" id="{61442044-767E-E371-F2EC-E5FBF6189E9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5759"/>
          <a:stretch>
            <a:fillRect/>
          </a:stretch>
        </p:blipFill>
        <p:spPr>
          <a:xfrm>
            <a:off x="6113356" y="2043113"/>
            <a:ext cx="3594601" cy="4367212"/>
          </a:xfrm>
          <a:prstGeom prst="rect">
            <a:avLst/>
          </a:prstGeom>
        </p:spPr>
      </p:pic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FC1CA6D1-C89A-49D6-1ECA-3D220B84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87" r="-1"/>
          <a:stretch>
            <a:fillRect/>
          </a:stretch>
        </p:blipFill>
        <p:spPr>
          <a:xfrm>
            <a:off x="9707957" y="2043113"/>
            <a:ext cx="1366125" cy="436721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2545E0-B4D1-5EDE-71A1-03158269F0BD}"/>
              </a:ext>
            </a:extLst>
          </p:cNvPr>
          <p:cNvSpPr/>
          <p:nvPr/>
        </p:nvSpPr>
        <p:spPr>
          <a:xfrm>
            <a:off x="3026003" y="4790982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ED329D-431A-6032-B792-0C4B6F7CCC01}"/>
              </a:ext>
            </a:extLst>
          </p:cNvPr>
          <p:cNvSpPr/>
          <p:nvPr/>
        </p:nvSpPr>
        <p:spPr>
          <a:xfrm>
            <a:off x="407527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B32E6D-50CC-5F20-6CD0-EAE5A04A4CF7}"/>
              </a:ext>
            </a:extLst>
          </p:cNvPr>
          <p:cNvSpPr/>
          <p:nvPr/>
        </p:nvSpPr>
        <p:spPr>
          <a:xfrm>
            <a:off x="970795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B8767D-D891-B0C2-9AFC-357B609D3B66}"/>
              </a:ext>
            </a:extLst>
          </p:cNvPr>
          <p:cNvSpPr/>
          <p:nvPr/>
        </p:nvSpPr>
        <p:spPr>
          <a:xfrm>
            <a:off x="8769535" y="5410200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832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6F0D-5783-3D48-7656-27C17DED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5507B908-8574-19FE-F6C3-B13CB136037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6726"/>
          <a:stretch>
            <a:fillRect/>
          </a:stretch>
        </p:blipFill>
        <p:spPr>
          <a:xfrm>
            <a:off x="6113356" y="2043113"/>
            <a:ext cx="4328455" cy="4367212"/>
          </a:xfrm>
          <a:prstGeom prst="rect">
            <a:avLst/>
          </a:prstGeom>
        </p:spPr>
      </p:pic>
      <p:pic>
        <p:nvPicPr>
          <p:cNvPr id="35" name="Content Placeholder 33">
            <a:extLst>
              <a:ext uri="{FF2B5EF4-FFF2-40B4-BE49-F238E27FC236}">
                <a16:creationId xmlns:a16="http://schemas.microsoft.com/office/drawing/2014/main" id="{0DAAAE56-6051-F24E-E423-A62E3A2CF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89" r="45"/>
          <a:stretch>
            <a:fillRect/>
          </a:stretch>
        </p:blipFill>
        <p:spPr>
          <a:xfrm>
            <a:off x="10363052" y="2040898"/>
            <a:ext cx="1329762" cy="4367212"/>
          </a:xfrm>
          <a:prstGeom prst="rect">
            <a:avLst/>
          </a:prstGeom>
        </p:spPr>
      </p:pic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FB279468-86BF-E068-F166-D5C855DA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55" r="30"/>
          <a:stretch>
            <a:fillRect/>
          </a:stretch>
        </p:blipFill>
        <p:spPr>
          <a:xfrm>
            <a:off x="4380272" y="2040898"/>
            <a:ext cx="1333752" cy="4367212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BB2BCB9-CC9F-205A-2B45-0C58FD7177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8032"/>
          <a:stretch>
            <a:fillRect/>
          </a:stretch>
        </p:blipFill>
        <p:spPr>
          <a:xfrm>
            <a:off x="186316" y="2040898"/>
            <a:ext cx="422242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32928F-FA46-2AF5-B9D5-AA2F64057C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1E210B-5DAE-9590-FB0D-8F47B2676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F7F559-D476-86D7-5178-F3D750A20D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49A6D2-A741-B216-3513-998D4E4C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F0E7C-07AC-EE5F-E2BF-AA085D435A5D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B76ADA-5C88-EB13-5230-AFBB05AC6D1D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902799-7195-7858-7617-8B46238B5AAF}"/>
              </a:ext>
            </a:extLst>
          </p:cNvPr>
          <p:cNvSpPr/>
          <p:nvPr/>
        </p:nvSpPr>
        <p:spPr>
          <a:xfrm>
            <a:off x="4408739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5D0FF8-B410-0CD5-7E8B-7F85392C5761}"/>
              </a:ext>
            </a:extLst>
          </p:cNvPr>
          <p:cNvCxnSpPr>
            <a:cxnSpLocks/>
          </p:cNvCxnSpPr>
          <p:nvPr/>
        </p:nvCxnSpPr>
        <p:spPr>
          <a:xfrm>
            <a:off x="3836706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86B066-4F66-D600-5AC5-362CBC79CB5E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2F97DEC-D68B-F51D-9CA4-278771457DCD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57965DF-BD94-1F7D-C3D2-AB6D461EA199}"/>
              </a:ext>
            </a:extLst>
          </p:cNvPr>
          <p:cNvCxnSpPr>
            <a:cxnSpLocks/>
          </p:cNvCxnSpPr>
          <p:nvPr/>
        </p:nvCxnSpPr>
        <p:spPr>
          <a:xfrm>
            <a:off x="5015059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9342-B0F7-BBCB-54AC-6237E006ADBA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DFE505-8584-FBE1-F9FB-44879395A86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751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868C1-25CF-FE87-6A64-CF50964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7C0DE909-EA22-6442-5A87-EB2EBE473F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7"/>
          <a:stretch>
            <a:fillRect/>
          </a:stretch>
        </p:blipFill>
        <p:spPr>
          <a:xfrm>
            <a:off x="6113356" y="2043113"/>
            <a:ext cx="4433268" cy="4367212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9F1F1D9-A92F-63E1-6280-DCA5AD634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33" r="301"/>
          <a:stretch>
            <a:fillRect/>
          </a:stretch>
        </p:blipFill>
        <p:spPr>
          <a:xfrm>
            <a:off x="10366347" y="2050423"/>
            <a:ext cx="1329762" cy="4367212"/>
          </a:xfrm>
          <a:prstGeom prst="rect">
            <a:avLst/>
          </a:prstGeom>
        </p:spPr>
      </p:pic>
      <p:pic>
        <p:nvPicPr>
          <p:cNvPr id="12" name="Content Placeholder 3">
            <a:extLst>
              <a:ext uri="{FF2B5EF4-FFF2-40B4-BE49-F238E27FC236}">
                <a16:creationId xmlns:a16="http://schemas.microsoft.com/office/drawing/2014/main" id="{EC5A9019-8618-7095-C35A-FEDA8AE5AE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499"/>
          <a:stretch>
            <a:fillRect/>
          </a:stretch>
        </p:blipFill>
        <p:spPr>
          <a:xfrm>
            <a:off x="186316" y="2043113"/>
            <a:ext cx="4346980" cy="4367212"/>
          </a:xfrm>
          <a:prstGeom prst="rect">
            <a:avLst/>
          </a:prstGeo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D8CD7667-B4D6-92C9-6E4F-6CDC032135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42" r="-157"/>
          <a:stretch>
            <a:fillRect/>
          </a:stretch>
        </p:blipFill>
        <p:spPr>
          <a:xfrm>
            <a:off x="4533226" y="2042803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F5AE7B-5935-4164-8922-03A8A8BCA0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8F6E6-727F-C58C-ABA2-360C9DE7B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D7802D-6650-6D9B-AAB1-48A7820A8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4A484C-8C52-94BE-DA92-7CA56782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neg_4t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C22268-11F6-B1AF-4CCB-C084B47F11A6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CC82BDD-38C8-A623-6A94-18E5A808723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B646D2-148B-7AFD-BE79-61341A220097}"/>
              </a:ext>
            </a:extLst>
          </p:cNvPr>
          <p:cNvSpPr/>
          <p:nvPr/>
        </p:nvSpPr>
        <p:spPr>
          <a:xfrm>
            <a:off x="4539141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33CDB0-1B18-EB27-8263-410352798A64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7DBC4-097D-EF45-B92C-0D080C0D5766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1ABD57E8-B9DD-3033-EF91-FF023F22555B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728689C-FBD1-F954-5431-6C2A11EC43D1}"/>
              </a:ext>
            </a:extLst>
          </p:cNvPr>
          <p:cNvCxnSpPr>
            <a:cxnSpLocks/>
          </p:cNvCxnSpPr>
          <p:nvPr/>
        </p:nvCxnSpPr>
        <p:spPr>
          <a:xfrm>
            <a:off x="5145461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540196-DE9F-B4E2-183F-35998B84C6E5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B3D8A1-960A-6901-7E11-ECD1C9442251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1844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F3F5-D2E6-51C1-F987-6AE90242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29">
            <a:extLst>
              <a:ext uri="{FF2B5EF4-FFF2-40B4-BE49-F238E27FC236}">
                <a16:creationId xmlns:a16="http://schemas.microsoft.com/office/drawing/2014/main" id="{447B048C-71DA-5436-5C7C-3FEB87CC755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72"/>
          <a:stretch>
            <a:fillRect/>
          </a:stretch>
        </p:blipFill>
        <p:spPr>
          <a:xfrm>
            <a:off x="6113356" y="2043113"/>
            <a:ext cx="4332924" cy="4367212"/>
          </a:xfrm>
          <a:prstGeom prst="rect">
            <a:avLst/>
          </a:prstGeom>
        </p:spPr>
      </p:pic>
      <p:pic>
        <p:nvPicPr>
          <p:cNvPr id="35" name="Content Placeholder 29">
            <a:extLst>
              <a:ext uri="{FF2B5EF4-FFF2-40B4-BE49-F238E27FC236}">
                <a16:creationId xmlns:a16="http://schemas.microsoft.com/office/drawing/2014/main" id="{64D0F88D-1FB0-F803-19DC-3671F829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86" r="448"/>
          <a:stretch>
            <a:fillRect/>
          </a:stretch>
        </p:blipFill>
        <p:spPr>
          <a:xfrm>
            <a:off x="10357208" y="2043113"/>
            <a:ext cx="1329763" cy="4367212"/>
          </a:xfrm>
          <a:prstGeom prst="rect">
            <a:avLst/>
          </a:prstGeom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3D036F95-F44A-31BE-65A2-DC3490AF8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62"/>
          <a:stretch>
            <a:fillRect/>
          </a:stretch>
        </p:blipFill>
        <p:spPr>
          <a:xfrm>
            <a:off x="395818" y="2043113"/>
            <a:ext cx="4341862" cy="4367212"/>
          </a:xfrm>
          <a:prstGeom prst="rect">
            <a:avLst/>
          </a:prstGeom>
        </p:spPr>
      </p:pic>
      <p:pic>
        <p:nvPicPr>
          <p:cNvPr id="17" name="Content Placeholder 10">
            <a:extLst>
              <a:ext uri="{FF2B5EF4-FFF2-40B4-BE49-F238E27FC236}">
                <a16:creationId xmlns:a16="http://schemas.microsoft.com/office/drawing/2014/main" id="{A71BAA48-DBF4-BF03-6BAC-861012BC8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41" r="584"/>
          <a:stretch>
            <a:fillRect/>
          </a:stretch>
        </p:blipFill>
        <p:spPr>
          <a:xfrm>
            <a:off x="4626056" y="2043113"/>
            <a:ext cx="1257297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8C8CF9-8EA2-17B2-2E8B-899E447F67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CAA1EA-541B-60DB-77A8-0DA1B3EDB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FBE855-6788-108E-1B6F-EDA4013F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A05AC0-1F98-646F-6B2F-4232A3DA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const_21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70B602-C586-A749-2F98-1A484E99D907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53DFC7-7D57-3EE2-FF30-C2D55E948FAB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F691D-8235-FB13-78DA-BC365B460E4A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F137FE-770A-0FBC-9088-36DB9F1096B1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A46BC20-D7E8-07FA-6546-D0A332E5DC17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170075-92A1-C12B-8407-2EAE29EE2E67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4DE7027-5369-2D87-7360-B9F235545456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0F89CE-8643-5861-B50A-13C29AEE945E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77B4BF-D994-F6DE-7043-C25F3AA31C9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9696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0750-DC0E-AF87-2956-49CAD4BB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5DAD28C6-0235-DBCA-9FDE-B095005D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2" r="-193"/>
          <a:stretch>
            <a:fillRect/>
          </a:stretch>
        </p:blipFill>
        <p:spPr>
          <a:xfrm>
            <a:off x="10357208" y="2043113"/>
            <a:ext cx="1371601" cy="4367212"/>
          </a:xfrm>
          <a:prstGeom prst="rect">
            <a:avLst/>
          </a:prstGeom>
        </p:spPr>
      </p:pic>
      <p:pic>
        <p:nvPicPr>
          <p:cNvPr id="21" name="Content Placeholder 25">
            <a:extLst>
              <a:ext uri="{FF2B5EF4-FFF2-40B4-BE49-F238E27FC236}">
                <a16:creationId xmlns:a16="http://schemas.microsoft.com/office/drawing/2014/main" id="{CC0EBDC0-4694-E32B-E7B6-E98D81E013E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34894"/>
          <a:stretch>
            <a:fillRect/>
          </a:stretch>
        </p:blipFill>
        <p:spPr>
          <a:xfrm>
            <a:off x="6096000" y="2043113"/>
            <a:ext cx="4296630" cy="4367212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99A85653-822B-6047-D257-5107EE8E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7" r="36108"/>
          <a:stretch>
            <a:fillRect/>
          </a:stretch>
        </p:blipFill>
        <p:spPr>
          <a:xfrm>
            <a:off x="395817" y="2043113"/>
            <a:ext cx="4210903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15C10678-8C15-901A-0725-5FE857DF4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CAE106-820F-7CA0-66C7-76615535C0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48BE4E-2F53-900C-D930-2F1BFEC29D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17B13A-9A63-4715-51F8-89A755BE91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B3398-9698-EE52-F796-383F2E0A9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745EC-9762-8452-2B7D-4F2A73503490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FBCCE8-30ED-524F-7AB8-3B1ABF47DC83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F98BAB3-32FD-680B-DE59-356982E0885C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A72A4A-8F9E-E16B-90DB-4A8FC43E6800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2739F1-2C68-4F97-F53E-9D8524C7CE2C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D23CB14-62C5-4207-04CB-749747193501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FB7C23-FE4B-F1EA-DF11-2B1E42CB7397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F110D8-BA88-6FC1-9269-FF7848659080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93711B-ADDA-0429-6F86-502AF6AB6253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046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6C7-A479-5C9F-A2B3-DED10837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18CAB177-1644-16C2-F4B7-1BF714846A6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2" r="23072"/>
          <a:stretch>
            <a:fillRect/>
          </a:stretch>
        </p:blipFill>
        <p:spPr>
          <a:xfrm>
            <a:off x="6440640" y="2043113"/>
            <a:ext cx="3920821" cy="4367212"/>
          </a:xfrm>
          <a:prstGeom prst="rect">
            <a:avLst/>
          </a:prstGeom>
        </p:spPr>
      </p:pic>
      <p:pic>
        <p:nvPicPr>
          <p:cNvPr id="30" name="Content Placeholder 24">
            <a:extLst>
              <a:ext uri="{FF2B5EF4-FFF2-40B4-BE49-F238E27FC236}">
                <a16:creationId xmlns:a16="http://schemas.microsoft.com/office/drawing/2014/main" id="{D7205DCA-B298-7793-57EF-587AE4CFD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59" r="21"/>
          <a:stretch>
            <a:fillRect/>
          </a:stretch>
        </p:blipFill>
        <p:spPr>
          <a:xfrm>
            <a:off x="10357208" y="2043113"/>
            <a:ext cx="1326100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4CDD5D6-344A-CA2A-30BD-F66EB720E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8" r="23072"/>
          <a:stretch>
            <a:fillRect/>
          </a:stretch>
        </p:blipFill>
        <p:spPr>
          <a:xfrm>
            <a:off x="395817" y="2043113"/>
            <a:ext cx="4183549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B73BC5DC-09D4-C28A-CA91-A3A6B1DEC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DC89D5-D262-73EF-E040-D681630C2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EF6A2B-7075-F02F-5559-5A760C99D0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C769E4-E5D3-1993-3120-D57017D816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EE2044-486F-A20F-0B06-8C814573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09400A-2769-0978-09D8-F3ADB0EF4D78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4C647-FC01-FD62-3BAD-003F941A97F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45EA-EB23-DF52-3B32-E958D005E709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2DBEBB-2D15-9128-708E-B6493B26E99B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107323-3FA3-C69B-52FB-C211C37FD1DA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05AE4A3-D53D-10DE-C7E0-390400B842BE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CAD2AA7-E99D-8B20-CCE9-625431263638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E6942F-23DE-AB67-F4D1-AA078CC2DC49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2A5BA6-DA62-9309-5B68-23D071CCD0AE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165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BB10BEDC-AAEE-B70D-4CC0-5FABBA569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3BE471-7646-15C1-3448-728DDE9ECE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CEB47-9DD0-DF7A-C744-0AC335FE7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4C0B9-B0D0-E958-D626-486EB49244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F0A180-3696-BE47-4152-536EF697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5F4464-07EE-C95C-7502-E60274A6A16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73FE39-5312-6A86-D8E2-DE2619F8A1BF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3B8A1C-1A79-A68A-6411-B9638ECC66A5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2AD4D-D001-0748-BA38-717D66CC4A98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E0E17C70-2FBB-21CF-304B-47DB0C26457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7518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D065-67AD-3876-76CD-E6ED395C2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6728D0-4990-6D72-9AAA-A070E306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597397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5AFA3-817D-41C6-4786-CEFEE98E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4AA3-8B15-9F21-FDF7-783742459A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E21E8C-5B96-8CDF-FD7B-E185DDC2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49DC8-57C5-0E07-A6EE-B41C1FA7D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Settings		Edit</a:t>
            </a:r>
          </a:p>
        </p:txBody>
      </p:sp>
    </p:spTree>
    <p:extLst>
      <p:ext uri="{BB962C8B-B14F-4D97-AF65-F5344CB8AC3E}">
        <p14:creationId xmlns:p14="http://schemas.microsoft.com/office/powerpoint/2010/main" val="41153443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692F250-25B8-C9EB-3F11-8D599EB56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opened Model Configuration.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BDBA2CDD-89D7-2E44-F9FD-21790DD22E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Model Settings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F2FF527-7D67-0020-6750-AD27426A1A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58" name="Title 57">
            <a:extLst>
              <a:ext uri="{FF2B5EF4-FFF2-40B4-BE49-F238E27FC236}">
                <a16:creationId xmlns:a16="http://schemas.microsoft.com/office/drawing/2014/main" id="{FAC50DE8-3B40-5A9A-0833-59A39980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1)</a:t>
            </a:r>
          </a:p>
        </p:txBody>
      </p:sp>
      <p:pic>
        <p:nvPicPr>
          <p:cNvPr id="64" name="Content Placeholder 53">
            <a:extLst>
              <a:ext uri="{FF2B5EF4-FFF2-40B4-BE49-F238E27FC236}">
                <a16:creationId xmlns:a16="http://schemas.microsoft.com/office/drawing/2014/main" id="{9A6B6D03-01B6-F361-7354-CDB7F89EDCC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2592" t="23359" r="29977" b="6298"/>
          <a:stretch>
            <a:fillRect/>
          </a:stretch>
        </p:blipFill>
        <p:spPr>
          <a:xfrm>
            <a:off x="6185640" y="2043113"/>
            <a:ext cx="5478570" cy="4367212"/>
          </a:xfrm>
          <a:prstGeom prst="rect">
            <a:avLst/>
          </a:prstGeom>
        </p:spPr>
      </p:pic>
      <p:pic>
        <p:nvPicPr>
          <p:cNvPr id="70" name="Content Placeholder 66">
            <a:extLst>
              <a:ext uri="{FF2B5EF4-FFF2-40B4-BE49-F238E27FC236}">
                <a16:creationId xmlns:a16="http://schemas.microsoft.com/office/drawing/2014/main" id="{6B28507E-70AC-6A98-3D63-DB5BB8933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68480" b="82233"/>
          <a:stretch>
            <a:fillRect/>
          </a:stretch>
        </p:blipFill>
        <p:spPr>
          <a:xfrm>
            <a:off x="395288" y="2043113"/>
            <a:ext cx="5624512" cy="170408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22E07C9-E2F5-CF5D-929A-DE0BD69285C3}"/>
              </a:ext>
            </a:extLst>
          </p:cNvPr>
          <p:cNvSpPr/>
          <p:nvPr/>
        </p:nvSpPr>
        <p:spPr>
          <a:xfrm>
            <a:off x="4967926" y="2522530"/>
            <a:ext cx="725864" cy="9064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6B93BD-71A0-DC51-EDD1-E320C61D17D3}"/>
              </a:ext>
            </a:extLst>
          </p:cNvPr>
          <p:cNvCxnSpPr>
            <a:cxnSpLocks/>
          </p:cNvCxnSpPr>
          <p:nvPr/>
        </p:nvCxnSpPr>
        <p:spPr>
          <a:xfrm>
            <a:off x="5339660" y="1772239"/>
            <a:ext cx="0" cy="750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1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6BB7D1-340A-25B1-C7D2-1A659A8F1E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Stop time after clicking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0B510-AC28-DB66-DDB9-4A18226CDC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 Update Model Configuration Settings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606EA-2EBC-A6C5-1868-52F123A1A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F2971-54BB-0C0D-FE6B-2A72FA9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2)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A025A954-D700-2C12-A357-484BC33B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593" y="2043113"/>
            <a:ext cx="5535902" cy="436721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EC734-2095-1C87-08EF-D481E2D6A931}"/>
              </a:ext>
            </a:extLst>
          </p:cNvPr>
          <p:cNvCxnSpPr>
            <a:cxnSpLocks/>
          </p:cNvCxnSpPr>
          <p:nvPr/>
        </p:nvCxnSpPr>
        <p:spPr>
          <a:xfrm flipH="1">
            <a:off x="4742368" y="2796602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5A9C6-E356-CA6C-1154-E6F2DB685E8E}"/>
              </a:ext>
            </a:extLst>
          </p:cNvPr>
          <p:cNvCxnSpPr>
            <a:cxnSpLocks/>
          </p:cNvCxnSpPr>
          <p:nvPr/>
        </p:nvCxnSpPr>
        <p:spPr>
          <a:xfrm flipH="1">
            <a:off x="4742368" y="3231806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B26BF9-8CB8-0776-BDA7-C6C4D2B47A10}"/>
              </a:ext>
            </a:extLst>
          </p:cNvPr>
          <p:cNvCxnSpPr>
            <a:cxnSpLocks/>
          </p:cNvCxnSpPr>
          <p:nvPr/>
        </p:nvCxnSpPr>
        <p:spPr>
          <a:xfrm flipH="1">
            <a:off x="4742368" y="3732998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DC3559-2FC4-AAAB-CDA5-DCEEB1D57EE3}"/>
              </a:ext>
            </a:extLst>
          </p:cNvPr>
          <p:cNvCxnSpPr>
            <a:cxnSpLocks/>
          </p:cNvCxnSpPr>
          <p:nvPr/>
        </p:nvCxnSpPr>
        <p:spPr>
          <a:xfrm flipV="1">
            <a:off x="1517715" y="3335468"/>
            <a:ext cx="637493" cy="3975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264423-D565-095F-EF06-868F65592735}"/>
              </a:ext>
            </a:extLst>
          </p:cNvPr>
          <p:cNvSpPr txBox="1"/>
          <p:nvPr/>
        </p:nvSpPr>
        <p:spPr>
          <a:xfrm>
            <a:off x="522582" y="3732998"/>
            <a:ext cx="116892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Set Type to Fixed-step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4E5424-91A7-AC90-A3DF-D48AAEA4C763}"/>
              </a:ext>
            </a:extLst>
          </p:cNvPr>
          <p:cNvSpPr txBox="1"/>
          <p:nvPr/>
        </p:nvSpPr>
        <p:spPr>
          <a:xfrm>
            <a:off x="3409359" y="2484649"/>
            <a:ext cx="228636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Set Type to 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8C9263-657F-630C-D7CF-A5BB656EEBD4}"/>
              </a:ext>
            </a:extLst>
          </p:cNvPr>
          <p:cNvSpPr txBox="1"/>
          <p:nvPr/>
        </p:nvSpPr>
        <p:spPr>
          <a:xfrm>
            <a:off x="3409359" y="297925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3. Set Solver to discrete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E57C3-1C91-686A-F203-7442A09EFBE2}"/>
              </a:ext>
            </a:extLst>
          </p:cNvPr>
          <p:cNvSpPr txBox="1"/>
          <p:nvPr/>
        </p:nvSpPr>
        <p:spPr>
          <a:xfrm>
            <a:off x="3409359" y="344190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4. Set Fixed-step size to 0.25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57960D-8493-5B0A-2B7A-6C0FCF611D8B}"/>
              </a:ext>
            </a:extLst>
          </p:cNvPr>
          <p:cNvCxnSpPr>
            <a:cxnSpLocks/>
          </p:cNvCxnSpPr>
          <p:nvPr/>
        </p:nvCxnSpPr>
        <p:spPr>
          <a:xfrm>
            <a:off x="5741609" y="5947132"/>
            <a:ext cx="0" cy="2274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3C6AE9B-ABC0-7682-CEF0-123EA506A5BB}"/>
              </a:ext>
            </a:extLst>
          </p:cNvPr>
          <p:cNvSpPr txBox="1"/>
          <p:nvPr/>
        </p:nvSpPr>
        <p:spPr>
          <a:xfrm>
            <a:off x="4568858" y="5724758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5. Click Apply</a:t>
            </a:r>
          </a:p>
        </p:txBody>
      </p:sp>
      <p:pic>
        <p:nvPicPr>
          <p:cNvPr id="45" name="Content Placeholder 41">
            <a:extLst>
              <a:ext uri="{FF2B5EF4-FFF2-40B4-BE49-F238E27FC236}">
                <a16:creationId xmlns:a16="http://schemas.microsoft.com/office/drawing/2014/main" id="{91643041-145A-3B67-8593-8353EA9ECA1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54902" r="17100" b="82919"/>
          <a:stretch>
            <a:fillRect/>
          </a:stretch>
        </p:blipFill>
        <p:spPr>
          <a:xfrm>
            <a:off x="6364431" y="3387088"/>
            <a:ext cx="5120989" cy="1679262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E3C1D7-5022-AFB3-4B09-53B283C88E6A}"/>
              </a:ext>
            </a:extLst>
          </p:cNvPr>
          <p:cNvCxnSpPr>
            <a:cxnSpLocks/>
          </p:cNvCxnSpPr>
          <p:nvPr/>
        </p:nvCxnSpPr>
        <p:spPr>
          <a:xfrm>
            <a:off x="9513901" y="3361847"/>
            <a:ext cx="0" cy="5219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15CA643-8888-5B6B-696D-4A73BFD90FAC}"/>
              </a:ext>
            </a:extLst>
          </p:cNvPr>
          <p:cNvSpPr txBox="1"/>
          <p:nvPr/>
        </p:nvSpPr>
        <p:spPr>
          <a:xfrm>
            <a:off x="8341149" y="3139473"/>
            <a:ext cx="306528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Observe Stop Time was Updated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14FC7E-8921-21A8-76D0-51883F224EC8}"/>
              </a:ext>
            </a:extLst>
          </p:cNvPr>
          <p:cNvCxnSpPr/>
          <p:nvPr/>
        </p:nvCxnSpPr>
        <p:spPr>
          <a:xfrm>
            <a:off x="5373278" y="2796602"/>
            <a:ext cx="3855563" cy="1087241"/>
          </a:xfrm>
          <a:prstGeom prst="straightConnector1">
            <a:avLst/>
          </a:prstGeom>
          <a:ln>
            <a:solidFill>
              <a:srgbClr val="92D050"/>
            </a:solidFill>
            <a:prstDash val="sysDot"/>
            <a:headEnd type="arrow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4622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C5DE-00DB-23CB-C54E-CE0C7953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4C10BA90-60B7-33BB-C51F-8DD1D8DC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B829F-BCF0-7A34-5DAF-613A801D9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D9376-1647-D147-95F3-22E35ACE5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555B1-5573-9B79-5DAC-4DF6226FFC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8720BF-6165-B77A-402A-2D2A9D23A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C9B08-7356-BEAE-A394-59FB14F78F9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0A3C19-E2A8-C485-1CA0-A8170A038B24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11D6AE-ED94-B52D-4EA8-6570DCBEDF48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4B51B4A-2ADC-D5CD-A864-D13EC2084C41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40D658D6-3FF9-7C63-8154-06FB434428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8729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1BC440-8EFC-10B7-71D6-146CE5CC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9588" b="78044"/>
          <a:stretch>
            <a:fillRect/>
          </a:stretch>
        </p:blipFill>
        <p:spPr>
          <a:xfrm>
            <a:off x="1340810" y="2794345"/>
            <a:ext cx="3733468" cy="215865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47047D-E895-FEBE-6072-5397F79AE354}"/>
              </a:ext>
            </a:extLst>
          </p:cNvPr>
          <p:cNvCxnSpPr>
            <a:cxnSpLocks/>
          </p:cNvCxnSpPr>
          <p:nvPr/>
        </p:nvCxnSpPr>
        <p:spPr>
          <a:xfrm flipV="1">
            <a:off x="4496387" y="3902697"/>
            <a:ext cx="0" cy="1253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ED6623-F460-98B5-A62D-0D87ECD255F2}"/>
              </a:ext>
            </a:extLst>
          </p:cNvPr>
          <p:cNvCxnSpPr>
            <a:cxnSpLocks/>
          </p:cNvCxnSpPr>
          <p:nvPr/>
        </p:nvCxnSpPr>
        <p:spPr>
          <a:xfrm flipV="1">
            <a:off x="3828655" y="3297447"/>
            <a:ext cx="0" cy="1859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44A58C-CD40-98A2-EAD3-F40728DACB7A}"/>
              </a:ext>
            </a:extLst>
          </p:cNvPr>
          <p:cNvSpPr txBox="1"/>
          <p:nvPr/>
        </p:nvSpPr>
        <p:spPr>
          <a:xfrm>
            <a:off x="2144642" y="5156462"/>
            <a:ext cx="336802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“MODELING” Tab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Click “Model Explorer”</a:t>
            </a:r>
          </a:p>
        </p:txBody>
      </p:sp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7FA3BCB9-4A53-A675-5755-37235C90814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7336" b="69135"/>
          <a:stretch>
            <a:fillRect/>
          </a:stretch>
        </p:blipFill>
        <p:spPr>
          <a:xfrm>
            <a:off x="6113463" y="2794345"/>
            <a:ext cx="5622925" cy="21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9F476DD-C88A-B019-109D-0E0F36B8EC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50" b="68377"/>
          <a:stretch>
            <a:fillRect/>
          </a:stretch>
        </p:blipFill>
        <p:spPr>
          <a:xfrm>
            <a:off x="395288" y="2759075"/>
            <a:ext cx="11339512" cy="2599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6F97AF-4974-2C6B-3D9C-C116EDEB5004}"/>
              </a:ext>
            </a:extLst>
          </p:cNvPr>
          <p:cNvCxnSpPr>
            <a:cxnSpLocks/>
          </p:cNvCxnSpPr>
          <p:nvPr/>
        </p:nvCxnSpPr>
        <p:spPr>
          <a:xfrm flipV="1">
            <a:off x="8776156" y="4104660"/>
            <a:ext cx="0" cy="1523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2DB09D-BEFE-E785-39AB-506A220A3D0F}"/>
              </a:ext>
            </a:extLst>
          </p:cNvPr>
          <p:cNvCxnSpPr>
            <a:cxnSpLocks/>
          </p:cNvCxnSpPr>
          <p:nvPr/>
        </p:nvCxnSpPr>
        <p:spPr>
          <a:xfrm flipV="1">
            <a:off x="1387112" y="4737827"/>
            <a:ext cx="0" cy="889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500AB5-0D67-7FB5-38A8-7CBB583B1EAC}"/>
              </a:ext>
            </a:extLst>
          </p:cNvPr>
          <p:cNvSpPr txBox="1"/>
          <p:nvPr/>
        </p:nvSpPr>
        <p:spPr>
          <a:xfrm>
            <a:off x="395288" y="5712643"/>
            <a:ext cx="3368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Drill Down to “External Data”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99728-2D8C-86ED-F63A-9A8FCCB994E4}"/>
              </a:ext>
            </a:extLst>
          </p:cNvPr>
          <p:cNvSpPr txBox="1"/>
          <p:nvPr/>
        </p:nvSpPr>
        <p:spPr>
          <a:xfrm>
            <a:off x="7664924" y="5709731"/>
            <a:ext cx="452707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New to create a new data dictionary</a:t>
            </a:r>
          </a:p>
        </p:txBody>
      </p:sp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Content Placeholder 30">
            <a:extLst>
              <a:ext uri="{FF2B5EF4-FFF2-40B4-BE49-F238E27FC236}">
                <a16:creationId xmlns:a16="http://schemas.microsoft.com/office/drawing/2014/main" id="{18D653EA-6301-AB05-8F77-E2E00AF18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00" t="86241" r="-159" b="2289"/>
          <a:stretch>
            <a:fillRect/>
          </a:stretch>
        </p:blipFill>
        <p:spPr>
          <a:xfrm>
            <a:off x="9219968" y="5373457"/>
            <a:ext cx="2516420" cy="11357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2E0A88C3-D431-446A-60EF-699B15C4FB9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66" t="6067" r="27010" b="58263"/>
          <a:stretch>
            <a:fillRect/>
          </a:stretch>
        </p:blipFill>
        <p:spPr>
          <a:xfrm>
            <a:off x="6113463" y="2108976"/>
            <a:ext cx="5622925" cy="3264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Save file as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6372CC-6A5F-00CB-68BC-16EEFB8F0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120" y="2302859"/>
            <a:ext cx="5624512" cy="316899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02CC76-2C52-ABDB-7D18-4B5E7BC7D897}"/>
              </a:ext>
            </a:extLst>
          </p:cNvPr>
          <p:cNvCxnSpPr>
            <a:cxnSpLocks/>
          </p:cNvCxnSpPr>
          <p:nvPr/>
        </p:nvCxnSpPr>
        <p:spPr>
          <a:xfrm>
            <a:off x="1706252" y="3978112"/>
            <a:ext cx="0" cy="584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09FD84-E6B8-2E48-D51E-379A0E0C2716}"/>
              </a:ext>
            </a:extLst>
          </p:cNvPr>
          <p:cNvSpPr txBox="1"/>
          <p:nvPr/>
        </p:nvSpPr>
        <p:spPr>
          <a:xfrm>
            <a:off x="1541667" y="3731891"/>
            <a:ext cx="402619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Create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CD288-3CC6-3330-09C5-F7AAC609E73E}"/>
              </a:ext>
            </a:extLst>
          </p:cNvPr>
          <p:cNvSpPr txBox="1"/>
          <p:nvPr/>
        </p:nvSpPr>
        <p:spPr>
          <a:xfrm>
            <a:off x="3874415" y="572279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Save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17109-28CA-1577-3DC1-88225C2FE7DA}"/>
              </a:ext>
            </a:extLst>
          </p:cNvPr>
          <p:cNvCxnSpPr>
            <a:cxnSpLocks/>
          </p:cNvCxnSpPr>
          <p:nvPr/>
        </p:nvCxnSpPr>
        <p:spPr>
          <a:xfrm flipV="1">
            <a:off x="5081047" y="5364071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393854-D0D8-EAC7-9C82-E9A157DD1538}"/>
              </a:ext>
            </a:extLst>
          </p:cNvPr>
          <p:cNvCxnSpPr>
            <a:cxnSpLocks/>
          </p:cNvCxnSpPr>
          <p:nvPr/>
        </p:nvCxnSpPr>
        <p:spPr>
          <a:xfrm flipV="1">
            <a:off x="7975076" y="3289955"/>
            <a:ext cx="0" cy="8766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0F52FA0-3D56-4D64-1739-FC53DF9E7C46}"/>
              </a:ext>
            </a:extLst>
          </p:cNvPr>
          <p:cNvSpPr txBox="1"/>
          <p:nvPr/>
        </p:nvSpPr>
        <p:spPr>
          <a:xfrm>
            <a:off x="6231217" y="4204354"/>
            <a:ext cx="551866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our created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This will hold our signal definitions and more .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F0EC5-515F-01A7-6114-67DDE933DDBF}"/>
              </a:ext>
            </a:extLst>
          </p:cNvPr>
          <p:cNvCxnSpPr>
            <a:cxnSpLocks/>
          </p:cNvCxnSpPr>
          <p:nvPr/>
        </p:nvCxnSpPr>
        <p:spPr>
          <a:xfrm>
            <a:off x="11219469" y="5845901"/>
            <a:ext cx="0" cy="3032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CF8168-0E37-C793-16FB-B3C7B8385675}"/>
              </a:ext>
            </a:extLst>
          </p:cNvPr>
          <p:cNvSpPr txBox="1"/>
          <p:nvPr/>
        </p:nvSpPr>
        <p:spPr>
          <a:xfrm>
            <a:off x="9873244" y="558662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Apply</a:t>
            </a:r>
          </a:p>
        </p:txBody>
      </p:sp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1E67F74-7FAE-7712-75AC-B5DC173AA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916" b="68233"/>
          <a:stretch>
            <a:fillRect/>
          </a:stretch>
        </p:blipFill>
        <p:spPr>
          <a:xfrm>
            <a:off x="934882" y="2050798"/>
            <a:ext cx="2027393" cy="3123068"/>
          </a:xfrm>
          <a:prstGeom prst="rect">
            <a:avLst/>
          </a:prstGeom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6AF99E6-FD39-5BA0-7436-47C290D285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" r="87397" b="64205"/>
          <a:stretch>
            <a:fillRect/>
          </a:stretch>
        </p:blipFill>
        <p:spPr>
          <a:xfrm>
            <a:off x="4525317" y="2050798"/>
            <a:ext cx="2353080" cy="3519068"/>
          </a:xfrm>
          <a:prstGeom prst="rect">
            <a:avLst/>
          </a:prstGeom>
        </p:spPr>
      </p:pic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72CA315-4B3A-EDFF-2594-AC4ADA4927E5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392" b="63054"/>
          <a:stretch>
            <a:fillRect/>
          </a:stretch>
        </p:blipFill>
        <p:spPr>
          <a:xfrm>
            <a:off x="8904719" y="2050798"/>
            <a:ext cx="2488978" cy="3632225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4E65D3-DF2B-759B-2E87-BEB3CEB5C827}"/>
              </a:ext>
            </a:extLst>
          </p:cNvPr>
          <p:cNvCxnSpPr>
            <a:cxnSpLocks/>
          </p:cNvCxnSpPr>
          <p:nvPr/>
        </p:nvCxnSpPr>
        <p:spPr>
          <a:xfrm flipH="1">
            <a:off x="2564092" y="4326902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4D5051-CD18-58CD-9A97-3DBD103CC3F5}"/>
              </a:ext>
            </a:extLst>
          </p:cNvPr>
          <p:cNvSpPr txBox="1"/>
          <p:nvPr/>
        </p:nvSpPr>
        <p:spPr>
          <a:xfrm>
            <a:off x="3189322" y="4188402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C19EF5-7AEF-C7E4-00E6-679BE519943C}"/>
              </a:ext>
            </a:extLst>
          </p:cNvPr>
          <p:cNvCxnSpPr>
            <a:cxnSpLocks/>
          </p:cNvCxnSpPr>
          <p:nvPr/>
        </p:nvCxnSpPr>
        <p:spPr>
          <a:xfrm flipH="1">
            <a:off x="6520983" y="4790696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3865463-C3AA-B597-6FB6-7171001300DE}"/>
              </a:ext>
            </a:extLst>
          </p:cNvPr>
          <p:cNvSpPr txBox="1"/>
          <p:nvPr/>
        </p:nvSpPr>
        <p:spPr>
          <a:xfrm>
            <a:off x="7146213" y="4652196"/>
            <a:ext cx="157735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Expand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163050-50E1-0F3B-DF4A-5512CF6D98A6}"/>
              </a:ext>
            </a:extLst>
          </p:cNvPr>
          <p:cNvCxnSpPr>
            <a:cxnSpLocks/>
          </p:cNvCxnSpPr>
          <p:nvPr/>
        </p:nvCxnSpPr>
        <p:spPr>
          <a:xfrm flipH="1">
            <a:off x="6520983" y="5067695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559EFAE-918C-75F0-132C-91C420FC136B}"/>
              </a:ext>
            </a:extLst>
          </p:cNvPr>
          <p:cNvSpPr txBox="1"/>
          <p:nvPr/>
        </p:nvSpPr>
        <p:spPr>
          <a:xfrm>
            <a:off x="7146213" y="4929195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</a:t>
            </a:r>
          </a:p>
        </p:txBody>
      </p:sp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 x6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1628"/>
          </a:xfrm>
        </p:spPr>
        <p:txBody>
          <a:bodyPr/>
          <a:lstStyle/>
          <a:p>
            <a:r>
              <a:rPr lang="en-US" dirty="0"/>
              <a:t>Add Simulink Signal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signal for now</a:t>
            </a:r>
          </a:p>
        </p:txBody>
      </p:sp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96C1C0E9-35CC-A027-0FF8-61C087B06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501" b="64290"/>
          <a:stretch>
            <a:fillRect/>
          </a:stretch>
        </p:blipFill>
        <p:spPr>
          <a:xfrm>
            <a:off x="395288" y="2763583"/>
            <a:ext cx="11339512" cy="3044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FEAA8-BADC-0CFF-651C-940C550270D7}"/>
              </a:ext>
            </a:extLst>
          </p:cNvPr>
          <p:cNvSpPr txBox="1"/>
          <p:nvPr/>
        </p:nvSpPr>
        <p:spPr>
          <a:xfrm>
            <a:off x="1951348" y="3696028"/>
            <a:ext cx="169344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Signal”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x6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9A96B2-A68B-B377-C9AC-E41348FE8594}"/>
              </a:ext>
            </a:extLst>
          </p:cNvPr>
          <p:cNvCxnSpPr>
            <a:cxnSpLocks/>
          </p:cNvCxnSpPr>
          <p:nvPr/>
        </p:nvCxnSpPr>
        <p:spPr>
          <a:xfrm flipV="1">
            <a:off x="2554664" y="3337308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4A49E-FB27-1F44-F37C-2743A6F5ED58}"/>
              </a:ext>
            </a:extLst>
          </p:cNvPr>
          <p:cNvSpPr/>
          <p:nvPr/>
        </p:nvSpPr>
        <p:spPr>
          <a:xfrm>
            <a:off x="3644792" y="3949831"/>
            <a:ext cx="8151919" cy="11594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3806-0A08-E9CB-36E2-5B49FBF6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FFF884-C6ED-60FF-E623-6EC8129EC3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57" b="64925"/>
          <a:stretch>
            <a:fillRect/>
          </a:stretch>
        </p:blipFill>
        <p:spPr>
          <a:xfrm>
            <a:off x="395288" y="2763583"/>
            <a:ext cx="11339512" cy="29923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B90882-3C49-3B07-BA6E-CB3599BD53EB}"/>
              </a:ext>
            </a:extLst>
          </p:cNvPr>
          <p:cNvSpPr txBox="1"/>
          <p:nvPr/>
        </p:nvSpPr>
        <p:spPr>
          <a:xfrm>
            <a:off x="1818643" y="3687322"/>
            <a:ext cx="1989779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Parameter”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x3 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A273AD23-4DAA-8B14-A4BE-FB7FF6911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Parameter” x3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AD2310-4B7E-B6AE-FAB4-B2BF00097D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76583B-9628-AC88-6967-C66FCD37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Add Simulink Parameter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parameter for now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49D3AF-D658-0709-7AA9-7EC5E6D1DF8A}"/>
              </a:ext>
            </a:extLst>
          </p:cNvPr>
          <p:cNvCxnSpPr>
            <a:cxnSpLocks/>
          </p:cNvCxnSpPr>
          <p:nvPr/>
        </p:nvCxnSpPr>
        <p:spPr>
          <a:xfrm flipV="1">
            <a:off x="1979628" y="3328602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BC3CB-55E9-B961-46AF-DA18111E01E5}"/>
              </a:ext>
            </a:extLst>
          </p:cNvPr>
          <p:cNvSpPr/>
          <p:nvPr/>
        </p:nvSpPr>
        <p:spPr>
          <a:xfrm>
            <a:off x="3644792" y="5022221"/>
            <a:ext cx="8151919" cy="5372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35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029-D7E3-C468-3541-135D81D7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7A9C15-365D-4EBF-A16E-F1A408772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15" b="65495"/>
          <a:stretch>
            <a:fillRect/>
          </a:stretch>
        </p:blipFill>
        <p:spPr>
          <a:xfrm>
            <a:off x="395288" y="2763583"/>
            <a:ext cx="11339512" cy="29215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363FD1-1C31-733B-6F3B-2BC838A019EE}"/>
              </a:ext>
            </a:extLst>
          </p:cNvPr>
          <p:cNvSpPr txBox="1"/>
          <p:nvPr/>
        </p:nvSpPr>
        <p:spPr>
          <a:xfrm>
            <a:off x="1601827" y="3678776"/>
            <a:ext cx="215946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Update Names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5BD9504E-879A-8CE0-9C9E-5351700DC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each row and update the Name of each signal and parameter</a:t>
            </a:r>
            <a:br>
              <a:rPr lang="en-US" dirty="0"/>
            </a:br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1AACD1-9508-2A78-9FE2-95AC0ED527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B004E71-19C9-41D9-87C1-8F4EE1BD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Rename Signals and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E518CD-D318-386A-33C2-801AF3659DE9}"/>
              </a:ext>
            </a:extLst>
          </p:cNvPr>
          <p:cNvCxnSpPr>
            <a:cxnSpLocks/>
          </p:cNvCxnSpPr>
          <p:nvPr/>
        </p:nvCxnSpPr>
        <p:spPr>
          <a:xfrm>
            <a:off x="3271101" y="3924997"/>
            <a:ext cx="386499" cy="326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059F802-1513-1F03-39CE-E6A73FB7AF40}"/>
              </a:ext>
            </a:extLst>
          </p:cNvPr>
          <p:cNvSpPr/>
          <p:nvPr/>
        </p:nvSpPr>
        <p:spPr>
          <a:xfrm>
            <a:off x="3761293" y="3924997"/>
            <a:ext cx="1093511" cy="1634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CD32775-FEF0-9547-0FAB-C597A6D8C3A0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4746AF-FE8C-95DA-D073-37C4A2F417DF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C1F41-84ED-7057-E85D-66EEEFA7FE9D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B2F594-5147-947A-1175-222F7D32E93D}"/>
              </a:ext>
            </a:extLst>
          </p:cNvPr>
          <p:cNvSpPr txBox="1"/>
          <p:nvPr/>
        </p:nvSpPr>
        <p:spPr>
          <a:xfrm>
            <a:off x="3799002" y="6213316"/>
            <a:ext cx="76828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Observe Columns prior to Update (Next 3 slides will update these columns)</a:t>
            </a:r>
          </a:p>
        </p:txBody>
      </p:sp>
    </p:spTree>
    <p:extLst>
      <p:ext uri="{BB962C8B-B14F-4D97-AF65-F5344CB8AC3E}">
        <p14:creationId xmlns:p14="http://schemas.microsoft.com/office/powerpoint/2010/main" val="9872833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39536-25D7-22F5-399E-25C6F8DC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Content Placeholder 43">
            <a:extLst>
              <a:ext uri="{FF2B5EF4-FFF2-40B4-BE49-F238E27FC236}">
                <a16:creationId xmlns:a16="http://schemas.microsoft.com/office/drawing/2014/main" id="{95A62CCF-6A0F-FC9B-9ACA-15F1C9C57B6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060" t="13353" r="71109" b="66603"/>
          <a:stretch>
            <a:fillRect/>
          </a:stretch>
        </p:blipFill>
        <p:spPr>
          <a:xfrm>
            <a:off x="4228569" y="2103145"/>
            <a:ext cx="1432333" cy="1970560"/>
          </a:xfrm>
          <a:prstGeom prst="rect">
            <a:avLst/>
          </a:prstGeom>
        </p:spPr>
      </p:pic>
      <p:pic>
        <p:nvPicPr>
          <p:cNvPr id="64" name="Content Placeholder 43">
            <a:extLst>
              <a:ext uri="{FF2B5EF4-FFF2-40B4-BE49-F238E27FC236}">
                <a16:creationId xmlns:a16="http://schemas.microsoft.com/office/drawing/2014/main" id="{F761FFD4-FC2C-5F9A-AB8D-8AD70D2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15" t="13353" r="59126" b="49244"/>
          <a:stretch>
            <a:fillRect/>
          </a:stretch>
        </p:blipFill>
        <p:spPr>
          <a:xfrm>
            <a:off x="5654405" y="2103144"/>
            <a:ext cx="1473941" cy="3677153"/>
          </a:xfrm>
          <a:prstGeom prst="rect">
            <a:avLst/>
          </a:prstGeom>
        </p:spPr>
      </p:pic>
      <p:pic>
        <p:nvPicPr>
          <p:cNvPr id="55" name="Content Placeholder 25">
            <a:extLst>
              <a:ext uri="{FF2B5EF4-FFF2-40B4-BE49-F238E27FC236}">
                <a16:creationId xmlns:a16="http://schemas.microsoft.com/office/drawing/2014/main" id="{EA53685F-896B-7E41-7E96-7486A953D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782" t="13828" r="64187" b="63469"/>
          <a:stretch>
            <a:fillRect/>
          </a:stretch>
        </p:blipFill>
        <p:spPr>
          <a:xfrm>
            <a:off x="1803014" y="2103144"/>
            <a:ext cx="554421" cy="2231971"/>
          </a:xfrm>
          <a:prstGeom prst="rect">
            <a:avLst/>
          </a:prstGeom>
        </p:spPr>
      </p:pic>
      <p:pic>
        <p:nvPicPr>
          <p:cNvPr id="52" name="Content Placeholder 25">
            <a:extLst>
              <a:ext uri="{FF2B5EF4-FFF2-40B4-BE49-F238E27FC236}">
                <a16:creationId xmlns:a16="http://schemas.microsoft.com/office/drawing/2014/main" id="{D66FCA3E-30A3-5C15-23BC-858A0FA57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1130" t="13828" r="71180" b="63469"/>
          <a:stretch>
            <a:fillRect/>
          </a:stretch>
        </p:blipFill>
        <p:spPr>
          <a:xfrm>
            <a:off x="395818" y="2103144"/>
            <a:ext cx="1406507" cy="2231971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2B193591-1D28-4389-87FA-A76B22D8FB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2CAF4A3E-71BC-114E-0E2B-D9BA61A0D5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28800B8-FE82-86E3-029C-21C3C603C6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956CFD53-B342-E56B-B49D-751A1F43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887"/>
          </a:xfrm>
        </p:spPr>
        <p:txBody>
          <a:bodyPr/>
          <a:lstStyle/>
          <a:p>
            <a:r>
              <a:rPr lang="en-US" dirty="0"/>
              <a:t>Mass Update Data Type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Mandatory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3D4FE82-451A-218B-FABA-EFF8B62A8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9B35EE-0FA5-F0C3-F62F-3ED32B0A8A0F}"/>
              </a:ext>
            </a:extLst>
          </p:cNvPr>
          <p:cNvSpPr/>
          <p:nvPr/>
        </p:nvSpPr>
        <p:spPr>
          <a:xfrm>
            <a:off x="6231118" y="2074864"/>
            <a:ext cx="946431" cy="1705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8C560A-890A-141E-5DEA-69BA9F039AF9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Before Update is “auto”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C6F6A5-950E-0C59-4551-C727379C92E8}"/>
              </a:ext>
            </a:extLst>
          </p:cNvPr>
          <p:cNvSpPr txBox="1"/>
          <p:nvPr/>
        </p:nvSpPr>
        <p:spPr>
          <a:xfrm>
            <a:off x="806255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After Update is “double”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037F7F-5D6F-8035-A517-15C32F8BC4BF}"/>
              </a:ext>
            </a:extLst>
          </p:cNvPr>
          <p:cNvSpPr txBox="1"/>
          <p:nvPr/>
        </p:nvSpPr>
        <p:spPr>
          <a:xfrm>
            <a:off x="4380322" y="4389417"/>
            <a:ext cx="19868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 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A31B84-F04D-5A73-C1AD-C953B316D18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512B33-DD09-942D-3CE0-59E829A3282A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DAEED6-894B-FFA5-DB73-E7568AC41518}"/>
              </a:ext>
            </a:extLst>
          </p:cNvPr>
          <p:cNvCxnSpPr>
            <a:cxnSpLocks/>
          </p:cNvCxnSpPr>
          <p:nvPr/>
        </p:nvCxnSpPr>
        <p:spPr>
          <a:xfrm flipV="1">
            <a:off x="536393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2" name="Content Placeholder 50">
            <a:extLst>
              <a:ext uri="{FF2B5EF4-FFF2-40B4-BE49-F238E27FC236}">
                <a16:creationId xmlns:a16="http://schemas.microsoft.com/office/drawing/2014/main" id="{21E83550-A448-F106-F58A-572041E28C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21343" t="13458" r="71198" b="66498"/>
          <a:stretch>
            <a:fillRect/>
          </a:stretch>
        </p:blipFill>
        <p:spPr>
          <a:xfrm>
            <a:off x="8062556" y="2103144"/>
            <a:ext cx="1364246" cy="1970560"/>
          </a:xfrm>
          <a:prstGeom prst="rect">
            <a:avLst/>
          </a:prstGeom>
        </p:spPr>
      </p:pic>
      <p:pic>
        <p:nvPicPr>
          <p:cNvPr id="83" name="Content Placeholder 50">
            <a:extLst>
              <a:ext uri="{FF2B5EF4-FFF2-40B4-BE49-F238E27FC236}">
                <a16:creationId xmlns:a16="http://schemas.microsoft.com/office/drawing/2014/main" id="{EB320961-8DC5-CD5C-C528-2067DBF20A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08" t="13458" r="63943" b="66498"/>
          <a:stretch>
            <a:fillRect/>
          </a:stretch>
        </p:blipFill>
        <p:spPr>
          <a:xfrm>
            <a:off x="9425688" y="2103144"/>
            <a:ext cx="594309" cy="1970560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A70CA08-A686-1A78-9953-02FA148162AD}"/>
              </a:ext>
            </a:extLst>
          </p:cNvPr>
          <p:cNvCxnSpPr>
            <a:cxnSpLocks/>
          </p:cNvCxnSpPr>
          <p:nvPr/>
        </p:nvCxnSpPr>
        <p:spPr>
          <a:xfrm flipV="1">
            <a:off x="9645192" y="3941721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82409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341D-9490-280C-0BC2-ECE96C99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7141F012-EFAF-1487-5C27-EB24639EFF6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811" t="13270" r="71171" b="65583"/>
          <a:stretch>
            <a:fillRect/>
          </a:stretch>
        </p:blipFill>
        <p:spPr>
          <a:xfrm>
            <a:off x="4248228" y="2103144"/>
            <a:ext cx="1466585" cy="2079037"/>
          </a:xfrm>
          <a:prstGeom prst="rect">
            <a:avLst/>
          </a:prstGeom>
        </p:spPr>
      </p:pic>
      <p:pic>
        <p:nvPicPr>
          <p:cNvPr id="31" name="Content Placeholder 6">
            <a:extLst>
              <a:ext uri="{FF2B5EF4-FFF2-40B4-BE49-F238E27FC236}">
                <a16:creationId xmlns:a16="http://schemas.microsoft.com/office/drawing/2014/main" id="{028B1786-1818-5E63-EDB1-D393670D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29" t="13270" r="59497" b="62247"/>
          <a:stretch>
            <a:fillRect/>
          </a:stretch>
        </p:blipFill>
        <p:spPr>
          <a:xfrm>
            <a:off x="5714610" y="2103144"/>
            <a:ext cx="854943" cy="2406919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32EE6F9-5E09-E182-E315-94731773A2EE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13541" r="71353" b="66108"/>
          <a:stretch>
            <a:fillRect/>
          </a:stretch>
        </p:blipFill>
        <p:spPr>
          <a:xfrm>
            <a:off x="8062555" y="2103144"/>
            <a:ext cx="1364894" cy="2000763"/>
          </a:xfrm>
          <a:prstGeom prst="rect">
            <a:avLst/>
          </a:prstGeom>
        </p:spPr>
      </p:pic>
      <p:pic>
        <p:nvPicPr>
          <p:cNvPr id="4" name="Content Placeholder 50">
            <a:extLst>
              <a:ext uri="{FF2B5EF4-FFF2-40B4-BE49-F238E27FC236}">
                <a16:creationId xmlns:a16="http://schemas.microsoft.com/office/drawing/2014/main" id="{5C879EC9-8AB9-4B15-FD56-1337EBCCD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026" t="13820" r="71195" b="65033"/>
          <a:stretch>
            <a:fillRect/>
          </a:stretch>
        </p:blipFill>
        <p:spPr>
          <a:xfrm>
            <a:off x="395818" y="2103144"/>
            <a:ext cx="1422823" cy="2079037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DD05D41-6A8A-93E5-AEDF-38967FA8DF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D1360D36-E5C6-93FE-7A79-A062B43C3D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9177FCE-1E2A-B00B-5D15-C91A0066A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1B28A070-E67E-BBBA-5E9D-5D6E1F34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92442"/>
          </a:xfrm>
        </p:spPr>
        <p:txBody>
          <a:bodyPr/>
          <a:lstStyle/>
          <a:p>
            <a:r>
              <a:rPr lang="en-US" dirty="0"/>
              <a:t>Mass Update Dimensions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1741C5F-DEF0-B0DE-13F5-F565D0CDC0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920BA8-D56E-2AF9-1A11-5F6F87E3241F}"/>
              </a:ext>
            </a:extLst>
          </p:cNvPr>
          <p:cNvSpPr/>
          <p:nvPr/>
        </p:nvSpPr>
        <p:spPr>
          <a:xfrm>
            <a:off x="6367160" y="2103145"/>
            <a:ext cx="337429" cy="19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90375-79DD-6937-A213-5D9E62D18D2E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Before Update is -1 or [0 0]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014D85-D6B0-E845-DD52-B660D418EFD8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After Update is 1 or [1 1]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FCE7BF-C7D9-40EB-2D05-59B2B865AE2F}"/>
              </a:ext>
            </a:extLst>
          </p:cNvPr>
          <p:cNvSpPr txBox="1"/>
          <p:nvPr/>
        </p:nvSpPr>
        <p:spPr>
          <a:xfrm>
            <a:off x="4807670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Type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26E7AFD-B0A6-FE8B-145C-8650547B3BE5}"/>
              </a:ext>
            </a:extLst>
          </p:cNvPr>
          <p:cNvCxnSpPr>
            <a:cxnSpLocks/>
          </p:cNvCxnSpPr>
          <p:nvPr/>
        </p:nvCxnSpPr>
        <p:spPr>
          <a:xfrm flipV="1">
            <a:off x="5774817" y="3996283"/>
            <a:ext cx="0" cy="393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Content Placeholder 50">
            <a:extLst>
              <a:ext uri="{FF2B5EF4-FFF2-40B4-BE49-F238E27FC236}">
                <a16:creationId xmlns:a16="http://schemas.microsoft.com/office/drawing/2014/main" id="{4C63DAEE-A50B-94F7-F4DA-BE22338A6E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23" t="13820" r="60750" b="65033"/>
          <a:stretch>
            <a:fillRect/>
          </a:stretch>
        </p:blipFill>
        <p:spPr>
          <a:xfrm>
            <a:off x="1802325" y="2103144"/>
            <a:ext cx="645107" cy="2079037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F6A0B0-B849-95AE-AB4A-5D7D85CF5FE6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9" name="Content Placeholder 22">
            <a:extLst>
              <a:ext uri="{FF2B5EF4-FFF2-40B4-BE49-F238E27FC236}">
                <a16:creationId xmlns:a16="http://schemas.microsoft.com/office/drawing/2014/main" id="{03D2B809-CF97-5B1E-EB1A-9D6CDC99C2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6" t="13541" r="60681" b="66108"/>
          <a:stretch>
            <a:fillRect/>
          </a:stretch>
        </p:blipFill>
        <p:spPr>
          <a:xfrm>
            <a:off x="9426802" y="2103144"/>
            <a:ext cx="649853" cy="200076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7CA9C9-62BC-D1A7-6FDA-30BFC364E1D1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524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10376-CF57-8172-2B35-B1FFD83D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DC14F9D7-3604-BB69-8EAD-6EA00EDE34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1" t="13318" r="71573" b="66938"/>
          <a:stretch>
            <a:fillRect/>
          </a:stretch>
        </p:blipFill>
        <p:spPr>
          <a:xfrm>
            <a:off x="8062555" y="2103144"/>
            <a:ext cx="1279607" cy="1941067"/>
          </a:xfrm>
          <a:prstGeom prst="rect">
            <a:avLst/>
          </a:prstGeom>
        </p:spPr>
      </p:pic>
      <p:pic>
        <p:nvPicPr>
          <p:cNvPr id="33" name="Content Placeholder 31">
            <a:extLst>
              <a:ext uri="{FF2B5EF4-FFF2-40B4-BE49-F238E27FC236}">
                <a16:creationId xmlns:a16="http://schemas.microsoft.com/office/drawing/2014/main" id="{438147D6-0CF6-6E01-5FF5-825366FBA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48" t="13318" r="44691" b="66938"/>
          <a:stretch>
            <a:fillRect/>
          </a:stretch>
        </p:blipFill>
        <p:spPr>
          <a:xfrm>
            <a:off x="9310677" y="2103144"/>
            <a:ext cx="852486" cy="1941067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CBBFE37-8937-20B8-1AA8-AB9D6D30793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0" t="13318" r="71169" b="66331"/>
          <a:stretch>
            <a:fillRect/>
          </a:stretch>
        </p:blipFill>
        <p:spPr>
          <a:xfrm>
            <a:off x="4228569" y="2103144"/>
            <a:ext cx="1353684" cy="2000763"/>
          </a:xfrm>
          <a:prstGeom prst="rect">
            <a:avLst/>
          </a:prstGeom>
        </p:spPr>
      </p:pic>
      <p:pic>
        <p:nvPicPr>
          <p:cNvPr id="18" name="Content Placeholder 16">
            <a:extLst>
              <a:ext uri="{FF2B5EF4-FFF2-40B4-BE49-F238E27FC236}">
                <a16:creationId xmlns:a16="http://schemas.microsoft.com/office/drawing/2014/main" id="{FC9134CD-4B22-12AA-FFE6-6C3C6E8A8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87" t="13318" r="40824" b="52036"/>
          <a:stretch>
            <a:fillRect/>
          </a:stretch>
        </p:blipFill>
        <p:spPr>
          <a:xfrm>
            <a:off x="5576579" y="2103144"/>
            <a:ext cx="1570980" cy="3406116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C28B1318-DEA7-EAF4-88F2-E0ED271DD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13318" r="71250" b="66108"/>
          <a:stretch>
            <a:fillRect/>
          </a:stretch>
        </p:blipFill>
        <p:spPr>
          <a:xfrm>
            <a:off x="395818" y="2103144"/>
            <a:ext cx="1422822" cy="202266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419157-EA52-37CF-4735-1634CCB7E8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 t="13318" r="44872" b="66108"/>
          <a:stretch>
            <a:fillRect/>
          </a:stretch>
        </p:blipFill>
        <p:spPr>
          <a:xfrm>
            <a:off x="1818683" y="2103144"/>
            <a:ext cx="814031" cy="2022665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EBD3C71-B1B6-2250-1DD8-B83DFFC7A2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D87735F-ABE7-CC73-6538-60158370C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7FE72C2-3935-50A0-FE25-D06F593FF8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5A98AA66-FC46-255B-D932-1A5D3600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 Update Storage Class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60BED3CF-2E2D-9D8E-DEF4-97CDDE4272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9DAEDC-8472-38BC-5525-2B19B095DA7F}"/>
              </a:ext>
            </a:extLst>
          </p:cNvPr>
          <p:cNvSpPr/>
          <p:nvPr/>
        </p:nvSpPr>
        <p:spPr>
          <a:xfrm>
            <a:off x="6417184" y="2103145"/>
            <a:ext cx="773478" cy="1893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3E88C-500E-E514-B19A-80AE599E79B8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Before Update is auto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85A95E-84E3-4DD7-0100-0CDC4C927DF0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After Update is </a:t>
            </a:r>
            <a:r>
              <a:rPr lang="en-US" sz="1600" dirty="0" err="1">
                <a:solidFill>
                  <a:srgbClr val="FF0000"/>
                </a:solidFill>
              </a:rPr>
              <a:t>ExportedGlobal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4F500D-6D82-ADBF-9ECD-B2890F79A8B5}"/>
              </a:ext>
            </a:extLst>
          </p:cNvPr>
          <p:cNvSpPr txBox="1"/>
          <p:nvPr/>
        </p:nvSpPr>
        <p:spPr>
          <a:xfrm>
            <a:off x="4228569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D1FDF2A-614E-9442-1FA7-07353600F21C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AFD0D2-76C6-2B47-359C-5EC8022B11C5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D56B0-70CA-817E-6DD1-57D00677C34C}"/>
              </a:ext>
            </a:extLst>
          </p:cNvPr>
          <p:cNvCxnSpPr>
            <a:cxnSpLocks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8F43D3-57D0-74D2-0D77-BEDB4EA15E7A}"/>
              </a:ext>
            </a:extLst>
          </p:cNvPr>
          <p:cNvCxnSpPr>
            <a:cxnSpLocks/>
          </p:cNvCxnSpPr>
          <p:nvPr/>
        </p:nvCxnSpPr>
        <p:spPr>
          <a:xfrm flipV="1">
            <a:off x="518867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860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E062B-8284-CB26-57F8-48EEE752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6A0D7-9AF1-D4B3-C54B-D2A8E69A6A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634" b="66363"/>
          <a:stretch>
            <a:fillRect/>
          </a:stretch>
        </p:blipFill>
        <p:spPr>
          <a:xfrm>
            <a:off x="395288" y="2763583"/>
            <a:ext cx="11339512" cy="2872755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747D60B-1456-8336-B4AC-A2E0B0AE5A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Updated Columns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9F5B44-7F0F-F589-8451-FBB89E5F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4D1428-A9A4-7219-BF70-6EDD4EC5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Observe Data Dictionary After Mass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448A2-36D3-C546-11A7-D747A9F273A9}"/>
              </a:ext>
            </a:extLst>
          </p:cNvPr>
          <p:cNvSpPr txBox="1"/>
          <p:nvPr/>
        </p:nvSpPr>
        <p:spPr>
          <a:xfrm>
            <a:off x="5684362" y="6213316"/>
            <a:ext cx="35821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Updated Columns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A1489-F5D7-C7D1-8DDB-2C832A792131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A5BD0EF-BE0E-18C7-1BBD-668630E175BB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3F6F4F-DED4-E9A6-F027-0B3AB3B5D00A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7352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97B9-13B9-16C0-86B9-DE65224B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C98DD01F-E80D-58C5-ED04-235128F67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954" b="64134"/>
          <a:stretch>
            <a:fillRect/>
          </a:stretch>
        </p:blipFill>
        <p:spPr>
          <a:xfrm>
            <a:off x="395288" y="2763583"/>
            <a:ext cx="11339512" cy="27655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A23C167-537C-851C-E562-AAA523E97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F5BF51-FFE3-1001-848F-FB8686DCC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09B9A7B-9F0A-D23D-F041-4FFD5E476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1D0B05-724D-372E-DE4E-896DD90FEC3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E64BC2E-BAC1-DC22-598B-A1A82D87A43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6625F-6B13-7D2E-D344-BA4E294A17D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DD2924-6E0B-A824-A6B9-E182C3703EB9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0BC6380-6106-E155-D05E-06F8801F9CC1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EDCA9-8ECC-B460-AB6E-2FFBCA83A6B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20C5FD-4617-1E78-5A22-6FCB449F6BDD}"/>
              </a:ext>
            </a:extLst>
          </p:cNvPr>
          <p:cNvCxnSpPr>
            <a:cxnSpLocks/>
          </p:cNvCxnSpPr>
          <p:nvPr/>
        </p:nvCxnSpPr>
        <p:spPr>
          <a:xfrm flipV="1">
            <a:off x="887690" y="4146339"/>
            <a:ext cx="0" cy="18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0481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5AAA-021D-779C-128F-548C6CBC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15A8A2D-BEC2-6D21-2481-7D4758835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4534"/>
          <a:stretch>
            <a:fillRect/>
          </a:stretch>
        </p:blipFill>
        <p:spPr>
          <a:xfrm>
            <a:off x="395288" y="2763583"/>
            <a:ext cx="11339512" cy="2748090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1122EA8-51EA-B45A-F146-54E9ACCF9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7C73A4-85D1-C333-8A65-77CFD9F8B2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FFCA54-4FA2-CFF5-D95F-EDAFD84C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9F42C-6B13-0503-A824-3E4085FBC6D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B8E3777-7B74-F88B-3CC0-C5D82AC3914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EFBD4E-1EBF-318A-E242-54E9CB842C5F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48AAED-4B8C-A0BE-5832-EBB9F77E740E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62F6B0-F769-37A1-6328-D319B359978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F2F45-75F2-FA05-E45D-9BD20EA25A0D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E5E648-322C-3742-E9C3-C8AE9E7CABF7}"/>
              </a:ext>
            </a:extLst>
          </p:cNvPr>
          <p:cNvCxnSpPr>
            <a:cxnSpLocks/>
          </p:cNvCxnSpPr>
          <p:nvPr/>
        </p:nvCxnSpPr>
        <p:spPr>
          <a:xfrm flipV="1">
            <a:off x="887690" y="4298623"/>
            <a:ext cx="0" cy="16554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0489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BB11-2140-4236-6043-502BDFD2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88200C0-6F8C-E12B-8AC6-48A5C0F0FA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340" b="63911"/>
          <a:stretch>
            <a:fillRect/>
          </a:stretch>
        </p:blipFill>
        <p:spPr>
          <a:xfrm>
            <a:off x="395288" y="2763583"/>
            <a:ext cx="11339512" cy="279636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EF27A45-BFA3-89CF-BB72-F6E0C32392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D1B7B6-2D0E-98AD-21FA-2D77888E6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0B71A4E-B2B2-268F-AF66-4B0BCF55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45BDAD-3114-9D71-9D53-6807EFF14CB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C48610C-2D98-F8EB-59C2-83F2B13F0357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0FF69-E108-8E09-2E8F-12E3A563223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F9C79-4489-1ED6-6BFC-2BB05120DDCA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3D37553-BDCF-41FF-0EA5-494813B7C65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13F17-2699-3C54-0AC9-C196A765C41A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C7AE268-1F16-8A83-CD34-07A0E05B450F}"/>
              </a:ext>
            </a:extLst>
          </p:cNvPr>
          <p:cNvCxnSpPr>
            <a:cxnSpLocks/>
          </p:cNvCxnSpPr>
          <p:nvPr/>
        </p:nvCxnSpPr>
        <p:spPr>
          <a:xfrm flipV="1">
            <a:off x="887690" y="4471752"/>
            <a:ext cx="0" cy="14823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0397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4D5F-9141-1017-B4EC-1C08A0E57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A9E44B3-FABD-76BF-A0E1-B411E7FB6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6168"/>
          <a:stretch>
            <a:fillRect/>
          </a:stretch>
        </p:blipFill>
        <p:spPr>
          <a:xfrm>
            <a:off x="395288" y="2763583"/>
            <a:ext cx="11339512" cy="262923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48C43E1C-DD45-0FCE-996C-1972FA3C6C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07CC6-B563-9632-2643-D0CA36E8C3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F4620BD-4806-282E-C8C4-B12DAC3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38AA6-6E1D-B919-9C29-CEE8F5358936}"/>
              </a:ext>
            </a:extLst>
          </p:cNvPr>
          <p:cNvSpPr/>
          <p:nvPr/>
        </p:nvSpPr>
        <p:spPr>
          <a:xfrm>
            <a:off x="3431355" y="4462325"/>
            <a:ext cx="763572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4CBC-D81D-7911-B5B7-BBEAACF852D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EF2C70-4D69-7AAD-087C-50194A271055}"/>
              </a:ext>
            </a:extLst>
          </p:cNvPr>
          <p:cNvCxnSpPr>
            <a:cxnSpLocks/>
          </p:cNvCxnSpPr>
          <p:nvPr/>
        </p:nvCxnSpPr>
        <p:spPr>
          <a:xfrm flipV="1">
            <a:off x="887690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C8F78-7936-B7B3-57BB-558996743A8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9650A7-EC80-85DB-2B51-88E4219F5387}"/>
              </a:ext>
            </a:extLst>
          </p:cNvPr>
          <p:cNvCxnSpPr>
            <a:cxnSpLocks/>
          </p:cNvCxnSpPr>
          <p:nvPr/>
        </p:nvCxnSpPr>
        <p:spPr>
          <a:xfrm flipV="1">
            <a:off x="3651315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38284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45A-3564-7321-F724-994F68052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11B06F4-8108-9BF9-3D61-6FA50C15A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5212"/>
          <a:stretch>
            <a:fillRect/>
          </a:stretch>
        </p:blipFill>
        <p:spPr>
          <a:xfrm>
            <a:off x="395288" y="2763583"/>
            <a:ext cx="11339512" cy="2703529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CDBC6E96-A207-3A6F-B637-4DCE7067F5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3BFAB8-C701-3C6F-FEFA-39A071CAA1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476083E-91D3-7094-1A0F-2D9629B6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neg_4t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794D14-474E-9985-45B7-0EF6DBB01F2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63FEF8-2D9F-BD2A-CDB7-1296737475F5}"/>
              </a:ext>
            </a:extLst>
          </p:cNvPr>
          <p:cNvSpPr/>
          <p:nvPr/>
        </p:nvSpPr>
        <p:spPr>
          <a:xfrm>
            <a:off x="3431355" y="4613155"/>
            <a:ext cx="45720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D6291-F449-D4B7-6B56-44B8F48070C4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42740-13CD-1138-AE3E-7533044F681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14C2D-F84C-1661-0943-2223E7083A39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4A9F52-E483-2370-2CD5-C0A0061F477A}"/>
              </a:ext>
            </a:extLst>
          </p:cNvPr>
          <p:cNvCxnSpPr>
            <a:cxnSpLocks/>
          </p:cNvCxnSpPr>
          <p:nvPr/>
        </p:nvCxnSpPr>
        <p:spPr>
          <a:xfrm flipV="1">
            <a:off x="887690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77D274-81EF-B832-A38D-C11E284285A9}"/>
              </a:ext>
            </a:extLst>
          </p:cNvPr>
          <p:cNvCxnSpPr>
            <a:cxnSpLocks/>
          </p:cNvCxnSpPr>
          <p:nvPr/>
        </p:nvCxnSpPr>
        <p:spPr>
          <a:xfrm flipV="1">
            <a:off x="3651315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9E2D280-B00E-314B-CC5A-63557F26788F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 &amp; Max</a:t>
            </a:r>
          </a:p>
        </p:txBody>
      </p:sp>
    </p:spTree>
    <p:extLst>
      <p:ext uri="{BB962C8B-B14F-4D97-AF65-F5344CB8AC3E}">
        <p14:creationId xmlns:p14="http://schemas.microsoft.com/office/powerpoint/2010/main" val="26741378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D207-C0B4-1667-F3BE-6C486BE8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03A181-83F0-17C9-CCA5-FC7821E93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3911"/>
          <a:stretch>
            <a:fillRect/>
          </a:stretch>
        </p:blipFill>
        <p:spPr>
          <a:xfrm>
            <a:off x="395288" y="2763583"/>
            <a:ext cx="11339512" cy="2804636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DA9147B2-0AC5-2E11-F7ED-49C2510A88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2815B2-DE40-D65A-3C49-350AF295EF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6259CA1-F1E6-AFA9-F7E1-581CFF45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49395-482F-4E8E-8300-9ADADF46482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CDA7C52-D690-C394-351E-E464472D74B9}"/>
              </a:ext>
            </a:extLst>
          </p:cNvPr>
          <p:cNvSpPr/>
          <p:nvPr/>
        </p:nvSpPr>
        <p:spPr>
          <a:xfrm>
            <a:off x="3431355" y="4754560"/>
            <a:ext cx="73152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C244D-5575-8B46-B83B-01724A225CEA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D5A3CB-851E-0670-8CCA-96D37B450B4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67F618-2F54-B7FB-19F6-67E1E8482C42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A080208-54B4-11CA-2BCE-4E8D20E12909}"/>
              </a:ext>
            </a:extLst>
          </p:cNvPr>
          <p:cNvCxnSpPr>
            <a:cxnSpLocks/>
          </p:cNvCxnSpPr>
          <p:nvPr/>
        </p:nvCxnSpPr>
        <p:spPr>
          <a:xfrm flipV="1">
            <a:off x="887690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648C6CC-0363-E437-6B5A-9B2DBE69DFE3}"/>
              </a:ext>
            </a:extLst>
          </p:cNvPr>
          <p:cNvCxnSpPr>
            <a:cxnSpLocks/>
          </p:cNvCxnSpPr>
          <p:nvPr/>
        </p:nvCxnSpPr>
        <p:spPr>
          <a:xfrm flipV="1">
            <a:off x="3651315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AF6720-589F-4FAB-12F1-1214B39B70B8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</p:spTree>
    <p:extLst>
      <p:ext uri="{BB962C8B-B14F-4D97-AF65-F5344CB8AC3E}">
        <p14:creationId xmlns:p14="http://schemas.microsoft.com/office/powerpoint/2010/main" val="168530696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90E2-E65B-B80C-A147-63BA111C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F20114-5DCC-1475-4122-08AE2ACB6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17" b="63911"/>
          <a:stretch>
            <a:fillRect/>
          </a:stretch>
        </p:blipFill>
        <p:spPr>
          <a:xfrm>
            <a:off x="395288" y="2763583"/>
            <a:ext cx="11339512" cy="279910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AB71915-A146-C526-66DC-6FB8B15AE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93CD8E-C362-2757-F2EE-007394D430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66741A6-ACA0-D8F1-362D-9DAAB5271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COEFF_C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0C4C4-5F1E-33EF-FDE4-2619408410A9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D400FB8-E1FD-1F18-F760-E0F42D22440B}"/>
              </a:ext>
            </a:extLst>
          </p:cNvPr>
          <p:cNvSpPr/>
          <p:nvPr/>
        </p:nvSpPr>
        <p:spPr>
          <a:xfrm>
            <a:off x="1728877" y="4889024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8D03F-77EF-E2EC-5F7F-9D376B1BC7ED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7AAC5-39E5-8E7A-FA54-1F9EFA2911B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C78AD-7483-CAEF-4D79-E579CF49D2D0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48E08E9-AA0C-9548-E5F5-A6E3AF8AE149}"/>
              </a:ext>
            </a:extLst>
          </p:cNvPr>
          <p:cNvCxnSpPr>
            <a:cxnSpLocks/>
          </p:cNvCxnSpPr>
          <p:nvPr/>
        </p:nvCxnSpPr>
        <p:spPr>
          <a:xfrm flipV="1">
            <a:off x="887690" y="5081047"/>
            <a:ext cx="0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27F04A-359A-E2E8-F408-E971BDBBA5AC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081047"/>
            <a:ext cx="1210411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7B97BF-028E-0890-0058-8813E4F83744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37770155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80D6-1783-3ED6-E82E-2B0456AB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A40390A-1795-0D92-664F-2D5D608FFA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5068"/>
          <a:stretch>
            <a:fillRect/>
          </a:stretch>
        </p:blipFill>
        <p:spPr>
          <a:xfrm>
            <a:off x="395288" y="2763583"/>
            <a:ext cx="11339512" cy="27067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0FD9EC6-CE0E-2177-5745-6452BC2613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141BA6-76B6-48D0-D41E-E6A49D0884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DE6ADA6-E828-9CDF-CD91-C6484DB8A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3DEB42-FAF3-69E1-7F86-E712F1DB4770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FB3914F-5E41-E149-5FA7-4FEB2536F426}"/>
              </a:ext>
            </a:extLst>
          </p:cNvPr>
          <p:cNvSpPr/>
          <p:nvPr/>
        </p:nvSpPr>
        <p:spPr>
          <a:xfrm>
            <a:off x="1728877" y="5039856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3436E-0191-05F3-B621-E78CA0DE845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3245F-0C94-6F62-31BC-A933F2D51D4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689D-A739-3C04-9841-8DE2D802D698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A9DBDD-9257-6D5D-D541-7FA954B78A39}"/>
              </a:ext>
            </a:extLst>
          </p:cNvPr>
          <p:cNvCxnSpPr>
            <a:cxnSpLocks/>
          </p:cNvCxnSpPr>
          <p:nvPr/>
        </p:nvCxnSpPr>
        <p:spPr>
          <a:xfrm flipV="1">
            <a:off x="887690" y="5222452"/>
            <a:ext cx="0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BCF120-C409-9CB4-7665-D76644B09254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222452"/>
            <a:ext cx="1210411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8CCCD6-EAFF-6C2A-B788-2E08295F7E6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25114108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741B-47CD-F1AF-1DE9-FED66D4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52207-1101-5714-956F-95A4420F0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417" b="64925"/>
          <a:stretch>
            <a:fillRect/>
          </a:stretch>
        </p:blipFill>
        <p:spPr>
          <a:xfrm>
            <a:off x="395288" y="2763583"/>
            <a:ext cx="11339512" cy="2720457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E8A8584-25D2-AA2A-41FD-00F6DDFB3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E1291BB-B162-3901-2872-CE721BE4FA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444719-FB01-34EB-9359-A293D3C9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5D10063-E618-CED8-0C10-1AAB98DC6F1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9E84A4-7C8D-72AA-C97C-21C4FAF2E411}"/>
              </a:ext>
            </a:extLst>
          </p:cNvPr>
          <p:cNvSpPr/>
          <p:nvPr/>
        </p:nvSpPr>
        <p:spPr>
          <a:xfrm>
            <a:off x="1728877" y="5181260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85290-4301-D700-CC39-7224F641432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8BB86-8FC1-1E3C-D07B-0493F3AD2C22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31F459-EF4C-CF50-718C-CFEB23B3CEEE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1F9CF4-4157-3670-341D-98B7D2383DBB}"/>
              </a:ext>
            </a:extLst>
          </p:cNvPr>
          <p:cNvCxnSpPr>
            <a:cxnSpLocks/>
          </p:cNvCxnSpPr>
          <p:nvPr/>
        </p:nvCxnSpPr>
        <p:spPr>
          <a:xfrm flipV="1">
            <a:off x="887690" y="5363856"/>
            <a:ext cx="0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132E06-F006-E5E5-F18E-38B5C26C769D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363856"/>
            <a:ext cx="1210411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D17DC02-0D7B-20CC-73A9-F377E0ABC06B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1491493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70633D7F-3D78-AF7E-1369-A39267105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49" b="65788"/>
          <a:stretch>
            <a:fillRect/>
          </a:stretch>
        </p:blipFill>
        <p:spPr>
          <a:xfrm>
            <a:off x="395818" y="2222225"/>
            <a:ext cx="1829274" cy="2838448"/>
          </a:xfrm>
          <a:prstGeom prst="rect">
            <a:avLst/>
          </a:prstGeom>
        </p:spPr>
      </p:pic>
      <p:pic>
        <p:nvPicPr>
          <p:cNvPr id="52" name="Content Placeholder 51">
            <a:extLst>
              <a:ext uri="{FF2B5EF4-FFF2-40B4-BE49-F238E27FC236}">
                <a16:creationId xmlns:a16="http://schemas.microsoft.com/office/drawing/2014/main" id="{867BF82A-0AEC-FC46-55C8-6862CD5CEA8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905" b="65212"/>
          <a:stretch>
            <a:fillRect/>
          </a:stretch>
        </p:blipFill>
        <p:spPr>
          <a:xfrm>
            <a:off x="9520960" y="2222225"/>
            <a:ext cx="1860672" cy="2876550"/>
          </a:xfrm>
          <a:prstGeom prst="rect">
            <a:avLst/>
          </a:prstGeom>
        </p:spPr>
      </p:pic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80F4257A-BF6C-DCFC-470E-286164FC01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20" b="47231"/>
          <a:stretch>
            <a:fillRect/>
          </a:stretch>
        </p:blipFill>
        <p:spPr>
          <a:xfrm>
            <a:off x="4228569" y="2222225"/>
            <a:ext cx="3415140" cy="4367212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921268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21268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polynomial_System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698773" cy="884420"/>
          </a:xfrm>
        </p:spPr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Model Explorer. Otherwise, the changes will not be applied and may be lost.</a:t>
            </a:r>
            <a:br>
              <a:rPr lang="en-US" sz="1200" b="0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Pressing </a:t>
            </a:r>
            <a:r>
              <a:rPr lang="en-US" sz="1200" i="1" dirty="0" err="1">
                <a:solidFill>
                  <a:srgbClr val="FF0000"/>
                </a:solidFill>
              </a:rPr>
              <a:t>Ctrl+S</a:t>
            </a:r>
            <a:r>
              <a:rPr lang="en-US" sz="1200" b="0" i="1" dirty="0">
                <a:solidFill>
                  <a:srgbClr val="FF0000"/>
                </a:solidFill>
              </a:rPr>
              <a:t> in Model Explorer does </a:t>
            </a:r>
            <a:r>
              <a:rPr lang="en-US" sz="1200" i="1" dirty="0">
                <a:solidFill>
                  <a:srgbClr val="FF0000"/>
                </a:solidFill>
              </a:rPr>
              <a:t>not</a:t>
            </a:r>
            <a:r>
              <a:rPr lang="en-US" sz="1200" b="0" i="1" dirty="0">
                <a:solidFill>
                  <a:srgbClr val="FF0000"/>
                </a:solidFill>
              </a:rPr>
              <a:t> save data dictionary changes. Instead, it may create a new signal or have a different action than expected. To save dictionary changes, right-click the data dictionary and select </a:t>
            </a:r>
            <a:r>
              <a:rPr lang="en-US" sz="1200" i="1" dirty="0">
                <a:solidFill>
                  <a:srgbClr val="FF0000"/>
                </a:solidFill>
              </a:rPr>
              <a:t>Save Changes</a:t>
            </a:r>
            <a:r>
              <a:rPr lang="en-US" sz="1200" b="0" i="1" dirty="0">
                <a:solidFill>
                  <a:srgbClr val="FF0000"/>
                </a:solidFill>
              </a:rPr>
              <a:t>. Yes, this behavior surprises everyone at least once.</a:t>
            </a:r>
            <a:br>
              <a:rPr lang="en-US" sz="1200" b="0" dirty="0">
                <a:solidFill>
                  <a:srgbClr val="FF0000"/>
                </a:solidFill>
              </a:rPr>
            </a:br>
            <a:endParaRPr lang="en-US" sz="1200" b="0" i="1" dirty="0">
              <a:solidFill>
                <a:srgbClr val="FF0000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921268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2569110" y="4352435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927197" y="4544070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809642" y="5150635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692088" y="4359404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692088" y="4965969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1313384" y="4504057"/>
            <a:ext cx="5484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6955DC-3FFF-237B-17F6-499A26CC3CF8}"/>
              </a:ext>
            </a:extLst>
          </p:cNvPr>
          <p:cNvCxnSpPr>
            <a:cxnSpLocks/>
          </p:cNvCxnSpPr>
          <p:nvPr/>
        </p:nvCxnSpPr>
        <p:spPr>
          <a:xfrm flipH="1">
            <a:off x="2141842" y="4537101"/>
            <a:ext cx="4582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B95F5-7676-FA21-7871-7359A9741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7499F052-7A00-F457-A1E1-1A3F77EB5E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C37B28-B275-3859-A599-22EF5EB7F9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AB7E-BCF6-A3F2-7A8B-F12AFA4E3A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82792-361B-0D18-9759-A41C4413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CE6114-E0E3-27C7-9C29-311E3692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A30A1F-56BD-7FD3-5AE8-F40BF5311838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7D9048-787C-D81D-8DCD-9981E6DAE5A5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1D588-A7BE-BE17-1684-370E462A34FA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5645620-4FD8-BAD2-694A-CC884FAF4AB2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8D7D1E24-5768-F8B8-8329-C0842927C92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709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4BC4-A1DB-1B38-CAB4-BADC98C3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4514A-9B22-3091-29BC-822E2BF80F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0FE5B-6AB6-B891-1592-0E25D743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 or press CTRL+T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EFD8D9D-1BEE-B792-F7DE-C63E0140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7D32130-00E7-DC09-E4C0-A73EE327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02822A-F304-8B01-4947-FB746146F6D7}"/>
              </a:ext>
            </a:extLst>
          </p:cNvPr>
          <p:cNvSpPr/>
          <p:nvPr/>
        </p:nvSpPr>
        <p:spPr>
          <a:xfrm>
            <a:off x="7984502" y="3266639"/>
            <a:ext cx="499619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5E592F-832E-94D7-00DC-9FC1467555A3}"/>
              </a:ext>
            </a:extLst>
          </p:cNvPr>
          <p:cNvCxnSpPr>
            <a:cxnSpLocks/>
          </p:cNvCxnSpPr>
          <p:nvPr/>
        </p:nvCxnSpPr>
        <p:spPr>
          <a:xfrm flipV="1">
            <a:off x="8238827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177E5B-6CDC-D0A8-41EB-D4F31B5849ED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Run or press CTRL+T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5C5E-80DC-C347-5731-89ED045577A3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FB9BA6-7410-C27E-D7FD-80A42610E7F6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230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810F-E35A-39FE-4074-C4CC52C17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017A1F-87D4-89CA-7FC8-5FCCBC3A60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6307700-CDCE-E85D-192E-5E8C6FA946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Data Inspector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673E1E-E566-D635-06E9-BDD8F7C665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D56D86-68FA-DF61-75A3-4EF54C96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332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9D1CD6-33BB-C72B-0C7A-49330314B7B0}"/>
              </a:ext>
            </a:extLst>
          </p:cNvPr>
          <p:cNvSpPr/>
          <p:nvPr/>
        </p:nvSpPr>
        <p:spPr>
          <a:xfrm>
            <a:off x="9643619" y="3266639"/>
            <a:ext cx="848413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459727-E430-F99D-A90C-75937C39129C}"/>
              </a:ext>
            </a:extLst>
          </p:cNvPr>
          <p:cNvCxnSpPr>
            <a:cxnSpLocks/>
          </p:cNvCxnSpPr>
          <p:nvPr/>
        </p:nvCxnSpPr>
        <p:spPr>
          <a:xfrm flipV="1">
            <a:off x="10105333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7F560EE-5B75-8140-AEAA-1B249351F639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Data Inspector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A66D39-FA0D-75D8-737A-7BFDB8F8C867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9EFA9C-CEF4-91C8-3688-6081ECD647BE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3089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211D-CFD6-75DF-F2C5-D9A7E233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8A921C4-F40A-66DA-0EB5-035A470C4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AFA06D-91EF-F3A3-CBDD-0A1B7E0E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787406-0385-3789-946E-22C82F936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Data Inspector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878222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33B-6490-CC0E-F3B4-E1C8223E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BD9AED-A0B9-412E-8941-7854AAD240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A05A9CF-EDDC-7AB2-0676-089111F65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Cursor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6881158-47E0-B1EB-7C65-14A739B2B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776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323FA09-5A4D-F5DB-DDA8-DF0724F2A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Click Save / Save As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C94AA0-A811-7D26-A7B7-EE86C208C6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Click Save Icon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C959635-F12C-0753-7118-71D8222792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372B97B-3D8C-C99E-479F-17C20DB1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Data Inspector File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06DF845-60F0-440A-AF10-80C117A679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Save File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DD893973-2549-BBFF-8EF0-7D4CACFAEF9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1720" b="72255"/>
          <a:stretch>
            <a:fillRect/>
          </a:stretch>
        </p:blipFill>
        <p:spPr>
          <a:xfrm>
            <a:off x="4445675" y="2416603"/>
            <a:ext cx="3343513" cy="2727659"/>
          </a:xfrm>
          <a:prstGeom prst="rect">
            <a:avLst/>
          </a:prstGeom>
        </p:spPr>
      </p:pic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51E0382E-4B32-08F2-C76C-FC34F47E9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9999" b="63176"/>
          <a:stretch>
            <a:fillRect/>
          </a:stretch>
        </p:blipFill>
        <p:spPr>
          <a:xfrm>
            <a:off x="1369000" y="2416603"/>
            <a:ext cx="1829238" cy="3620231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D6D3B-1311-BDAD-A20D-8889C4B2C4F7}"/>
              </a:ext>
            </a:extLst>
          </p:cNvPr>
          <p:cNvCxnSpPr>
            <a:cxnSpLocks/>
          </p:cNvCxnSpPr>
          <p:nvPr/>
        </p:nvCxnSpPr>
        <p:spPr>
          <a:xfrm>
            <a:off x="590595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3CC5FEE-E47A-16CC-ACE8-D247B5FC37B4}"/>
              </a:ext>
            </a:extLst>
          </p:cNvPr>
          <p:cNvCxnSpPr>
            <a:cxnSpLocks/>
          </p:cNvCxnSpPr>
          <p:nvPr/>
        </p:nvCxnSpPr>
        <p:spPr>
          <a:xfrm>
            <a:off x="3667270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0" name="Content Placeholder 36">
            <a:extLst>
              <a:ext uri="{FF2B5EF4-FFF2-40B4-BE49-F238E27FC236}">
                <a16:creationId xmlns:a16="http://schemas.microsoft.com/office/drawing/2014/main" id="{C1E61F67-C2C1-453B-4368-A61C3A7804B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67630"/>
          <a:stretch>
            <a:fillRect/>
          </a:stretch>
        </p:blipFill>
        <p:spPr>
          <a:xfrm>
            <a:off x="8696714" y="2043113"/>
            <a:ext cx="2509059" cy="43672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0FCC-14CA-80A5-2C92-B96C6A90BB18}"/>
              </a:ext>
            </a:extLst>
          </p:cNvPr>
          <p:cNvCxnSpPr>
            <a:cxnSpLocks/>
          </p:cNvCxnSpPr>
          <p:nvPr/>
        </p:nvCxnSpPr>
        <p:spPr>
          <a:xfrm>
            <a:off x="8419951" y="52994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3" name="Content Placeholder 36">
            <a:extLst>
              <a:ext uri="{FF2B5EF4-FFF2-40B4-BE49-F238E27FC236}">
                <a16:creationId xmlns:a16="http://schemas.microsoft.com/office/drawing/2014/main" id="{BFE0DABE-B113-6326-B179-383888EF2C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67" r="11651"/>
          <a:stretch>
            <a:fillRect/>
          </a:stretch>
        </p:blipFill>
        <p:spPr>
          <a:xfrm>
            <a:off x="11163299" y="2043113"/>
            <a:ext cx="866775" cy="436721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5D148F4-998C-0941-E82F-2F30A1D25761}"/>
              </a:ext>
            </a:extLst>
          </p:cNvPr>
          <p:cNvCxnSpPr>
            <a:cxnSpLocks/>
          </p:cNvCxnSpPr>
          <p:nvPr/>
        </p:nvCxnSpPr>
        <p:spPr>
          <a:xfrm>
            <a:off x="10384894" y="61757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6104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Launch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	Training Quiz Results Master 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 	Power BI Dashboard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wBQ1+8gaR+UXlr3BQYsBVZE2QPQx5O5MlhK4sCRSdxA//vPYlO0qS227RDoGDLQyAdj8f7vjuKH30TadO1NazewQKjg+jQ2o8LcB8nPJpGTbAh5CByTGOuRV6yRKpU06htvbFNFx3cRB7cHP2Z6ZZQ94HI+M/5NGoddugu8R1ehTH6b0pTG7+KDrxb4jSCuj6GeT+hgrojQ4uusw3U5hOGOV1wXU8jvG5r66Bf9cSDx37lS3Knd8qS/xZTUqC8ucQTVD5YMUvyOMVCChEnIs51zhS5dcFhSH6rSx96WH5mGw+moWV6WwE6rTJeFalgTGGa6Jj19srUfuNSro6uW0cEEC2rtufvtb6ERmHPGUEgTkLGN9Hr+dzhHPzm9ejB4MzWy8UW+4ldOoXvsRqGGj+QGZ06StI088lfS/Np8h67Ze27yZ/QUVpkQ7eK1kThsbNE8DDjaAGmHoxvl82GLtG/XtirmUPiV0cHbH1Olo4C15ty3DNzGtApcHozRD1RfiBmex5omnUa3eFqoOKNcbc1EdNHiMZIA+Emk4aq0mmSSgkZxKpULIUXWu5T66GetNY0VJ6HcPl/r+r72QjFxwJEJZlgWZyUJQKDTL7o4h9bClzWSA//d8ETaAntUAIrqiypYohlljOGuvx2O8yIyrl1Rg0M4bOim11AS4PRD9S1q42imV/WNFognfH9wxzpNOwnEcw2LGewu6fi4dPZ7QFNpX/r7GKYthEbnlZ4CsBpFPIjBNPo7wt0OESjI1qb2w76/RGj3cblO7gOL0NeO6mkhc+gXg4Kh+L+YXzg4iaYyffVxnnCxOTXCePUVvWqsQtDrXayIjSLV32c89BXQ0QNHrbQubB6IByHptq+2Buaoe1V08e87dSggSj9D1+onLusn7PxeoDTSOZllgmppChjLkWcylyMeuf06nLZ/esb5yfKfAidUWOq8R1FocQFas5VyjToTMZFmfGesF0l3twrsjiLVa5KlJDoPM9VInptPoIGmNlFW2PP68QbyvXrTpjeocghJZ2AmGiOShWaMQnjQDF8ZfelzhMNMecspkIwTjcfTJJxpH6vynfSXmlZslwqoRLGGCcg4j73McuwraqT7cNKt9ICqpLumkoUeUp7jbGXgXW/ttoLWvBSQipiEatM5FmuZTF60OGrOPnlKTg10NeSYUkHo6BtSB2djeQruPMYvE8ecp1xrkvBszRNJVOFkuNI/ifUrwfq2KPr77zS8MdXmudDFqQAV8jinHaHUkwjktZK9py9IyjN7nNpBMntOnl+rGuGv+1q0C5914LCY2hwiyok1NDooKL2KMPhV9M7XbhefwYRAmYi0BUAAA=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ca970234-e768-44e0-9a43-073095044c65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133791</TotalTime>
  <Words>3767</Words>
  <Application>Microsoft Office PowerPoint</Application>
  <PresentationFormat>Widescreen</PresentationFormat>
  <Paragraphs>581</Paragraphs>
  <Slides>102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102</vt:i4>
      </vt:variant>
    </vt:vector>
  </HeadingPairs>
  <TitlesOfParts>
    <vt:vector size="116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Wingdings</vt:lpstr>
      <vt:lpstr>2_Office Theme</vt:lpstr>
      <vt:lpstr>think-cell Slide</vt:lpstr>
      <vt:lpstr>Chapter 2 01 Polynomial System</vt:lpstr>
      <vt:lpstr>Success looks like knowing how to …</vt:lpstr>
      <vt:lpstr>Original Equation  y = t^2 - 4t + 21  y = (COEFF_A)∗(t^2 )  + (COEFF_B)∗(t^1 )  + (COEFF_C)  ∗(t^0 )     COEFF_A = 1 COEFF_B = -4 COEFF_C = 21  Model Construction Logic:  Step 1: Calculate t² Step 2: Calculate -4t Step 3: Apply Constant Term (21) Step 4: Sum All Terms Step 5: Output y     See next page for final Simulink model. </vt:lpstr>
      <vt:lpstr>polynomial_System.slx (Model File) Note: How your Model Should look when Finished</vt:lpstr>
      <vt:lpstr>polynomial_System.sldd (Data Dictionary)  Note: Contains Signals &amp; Parameters   Note: Contains Signals &amp; Parameters</vt:lpstr>
      <vt:lpstr>polynomial_System.slx (Model Settings) Note: How you Models Settings should be setup.</vt:lpstr>
      <vt:lpstr>Data Inspector</vt:lpstr>
      <vt:lpstr>How to Download the Git Repo</vt:lpstr>
      <vt:lpstr>Git Hub Training Repo</vt:lpstr>
      <vt:lpstr>How to Open MATLAB &amp; SIMULINK</vt:lpstr>
      <vt:lpstr>Open MATLAB</vt:lpstr>
      <vt:lpstr>Review the MATLAB Window Layout</vt:lpstr>
      <vt:lpstr>Navigate to training folder (Summary)</vt:lpstr>
      <vt:lpstr>How to Add To Project</vt:lpstr>
      <vt:lpstr>Add “ch02” Folder and Sub Folders to Project</vt:lpstr>
      <vt:lpstr>Create New Folder “01_polynomial_System”</vt:lpstr>
      <vt:lpstr>Add “01_polynomial_System” Folder and Sub Folders to Project</vt:lpstr>
      <vt:lpstr>Navigate to training folder “01_polynomial_System”</vt:lpstr>
      <vt:lpstr>How to Create a new Simulink Model</vt:lpstr>
      <vt:lpstr>Detailed Success in this section looks like knowing how to …</vt:lpstr>
      <vt:lpstr>Navigate to training folder &amp; create Simulink Model</vt:lpstr>
      <vt:lpstr>Navigate to training folder &amp; create Simulink Model</vt:lpstr>
      <vt:lpstr>Rename Simulink File</vt:lpstr>
      <vt:lpstr>Observe File has been Renamed</vt:lpstr>
      <vt:lpstr>How to Use blocks</vt:lpstr>
      <vt:lpstr>Detailed Success in this section looks like knowing how to …</vt:lpstr>
      <vt:lpstr>Add Annotation</vt:lpstr>
      <vt:lpstr>Add Clock</vt:lpstr>
      <vt:lpstr>Added Clock</vt:lpstr>
      <vt:lpstr>Add Square</vt:lpstr>
      <vt:lpstr>Added Square</vt:lpstr>
      <vt:lpstr>Add 1st Gain Block</vt:lpstr>
      <vt:lpstr>Added 1st Gain Block</vt:lpstr>
      <vt:lpstr>Add 2nd Gain Block</vt:lpstr>
      <vt:lpstr>Added 2nd Gain Block</vt:lpstr>
      <vt:lpstr>Add Constant Block</vt:lpstr>
      <vt:lpstr>Added Constant Block</vt:lpstr>
      <vt:lpstr>Add Sum Block</vt:lpstr>
      <vt:lpstr>Added Constant Block</vt:lpstr>
      <vt:lpstr>Add Data Type Conversion Block</vt:lpstr>
      <vt:lpstr>Added Data Type Conversion Block</vt:lpstr>
      <vt:lpstr>Add Outport Block</vt:lpstr>
      <vt:lpstr>Added Outport Block</vt:lpstr>
      <vt:lpstr>Add Signal Lines</vt:lpstr>
      <vt:lpstr>Align Blocks</vt:lpstr>
      <vt:lpstr>Show Property Inspector (Method 1) Note: This is my preferred method </vt:lpstr>
      <vt:lpstr>Show Property Inspector (Method 2) Note: This method will force property Inspector to activate</vt:lpstr>
      <vt:lpstr>Update Signal: t</vt:lpstr>
      <vt:lpstr>Update Signal: t_squared</vt:lpstr>
      <vt:lpstr>Update Parameter: COEFF_A</vt:lpstr>
      <vt:lpstr>Format Blocks to Same Size Note: The last block you select is used as the formatting reference. All other selected blocks will be formatted to match it.</vt:lpstr>
      <vt:lpstr>Format Blocks to Same Size Note: The last block you select is used as the formatting reference. All other selected blocks will be formatted to match it.</vt:lpstr>
      <vt:lpstr>Update Parameters: COEFF_B &amp; COEFF_C</vt:lpstr>
      <vt:lpstr>Update Signal: coeffA_t_squared</vt:lpstr>
      <vt:lpstr>Update Signal: neg_4t</vt:lpstr>
      <vt:lpstr>Update Signal: const_21</vt:lpstr>
      <vt:lpstr>Update Signal: y_raw</vt:lpstr>
      <vt:lpstr>Update Signal: y</vt:lpstr>
      <vt:lpstr>Save Model File</vt:lpstr>
      <vt:lpstr>How to Use Model Configuration</vt:lpstr>
      <vt:lpstr>Detailed Success in this section looks like knowing how to …</vt:lpstr>
      <vt:lpstr>Update Model Configurations (Part 1)</vt:lpstr>
      <vt:lpstr>Update Model Configurations (Part 2)</vt:lpstr>
      <vt:lpstr>Save Model File</vt:lpstr>
      <vt:lpstr>How to Use Model Explorer</vt:lpstr>
      <vt:lpstr>Detailed Success in this section looks like knowing how to …</vt:lpstr>
      <vt:lpstr>Open Model Explorer</vt:lpstr>
      <vt:lpstr>Create Data Dictionary File (.sldd)</vt:lpstr>
      <vt:lpstr>Create Data Dictionary File (.sldd)</vt:lpstr>
      <vt:lpstr>Open Design Data</vt:lpstr>
      <vt:lpstr>Add Simulink Signal Note: Just Create the blank signal for now</vt:lpstr>
      <vt:lpstr>Add Simulink Parameter Note: Just Create the blank parameter for now</vt:lpstr>
      <vt:lpstr>Rename Signals and Parameters</vt:lpstr>
      <vt:lpstr>Mass Update Data Type Note: Mandatory</vt:lpstr>
      <vt:lpstr>Mass Update Dimensions Note: Optional</vt:lpstr>
      <vt:lpstr>Mass Update Storage Class Note: Optional</vt:lpstr>
      <vt:lpstr>Observe Data Dictionary After Mass Update</vt:lpstr>
      <vt:lpstr>Update Signal: y_raw</vt:lpstr>
      <vt:lpstr>Update Signal: y</vt:lpstr>
      <vt:lpstr>Update Signal: t_squared</vt:lpstr>
      <vt:lpstr>Update Signal: t</vt:lpstr>
      <vt:lpstr>Update Signal: neg_4t</vt:lpstr>
      <vt:lpstr>Update Signal: coeffA_t_squared</vt:lpstr>
      <vt:lpstr>Update Parameter: COEFF_C</vt:lpstr>
      <vt:lpstr>Update Parameter: COEFF_B</vt:lpstr>
      <vt:lpstr>Update Parameter: COEFF_A</vt:lpstr>
      <vt:lpstr>Save Changes made to Data Dictionary (.sldd) Note: Changes made to the data dictionary must be saved from Model Explorer. Otherwise, the changes will not be applied and may be lost. Note: Pressing Ctrl+S in Model Explorer does not save data dictionary changes. Instead, it may create a new signal or have a different action than expected. To save dictionary changes, right-click the data dictionary and select Save Changes. Yes, this behavior surprises everyone at least once. </vt:lpstr>
      <vt:lpstr>Save Model File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Setup Data Inspector</vt:lpstr>
      <vt:lpstr>Add Cursor</vt:lpstr>
      <vt:lpstr>Save Data Inspector File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2460</cp:revision>
  <cp:lastPrinted>2026-03-04T20:38:48Z</cp:lastPrinted>
  <dcterms:created xsi:type="dcterms:W3CDTF">2017-05-22T13:23:52Z</dcterms:created>
  <dcterms:modified xsi:type="dcterms:W3CDTF">2026-09-16T18:50:39Z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ca970234-e768-44e0-9a43-073095044c65</vt:lpwstr>
  </property>
  <property fmtid="{D5CDD505-2E9C-101B-9397-08002B2CF9AE}" pid="11" name="TitusDesignation">
    <vt:lpwstr>NTDNCUI</vt:lpwstr>
  </property>
</Properties>
</file>