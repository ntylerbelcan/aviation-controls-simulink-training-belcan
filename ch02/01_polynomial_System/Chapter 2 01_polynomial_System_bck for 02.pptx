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5"/>
  </p:sldMasterIdLst>
  <p:notesMasterIdLst>
    <p:notesMasterId r:id="rId132"/>
  </p:notesMasterIdLst>
  <p:handoutMasterIdLst>
    <p:handoutMasterId r:id="rId133"/>
  </p:handoutMasterIdLst>
  <p:sldIdLst>
    <p:sldId id="256" r:id="rId6"/>
    <p:sldId id="3714" r:id="rId7"/>
    <p:sldId id="3764" r:id="rId8"/>
    <p:sldId id="3715" r:id="rId9"/>
    <p:sldId id="3717" r:id="rId10"/>
    <p:sldId id="3815" r:id="rId11"/>
    <p:sldId id="3814" r:id="rId12"/>
    <p:sldId id="3811" r:id="rId13"/>
    <p:sldId id="3810" r:id="rId14"/>
    <p:sldId id="3633" r:id="rId15"/>
    <p:sldId id="3718" r:id="rId16"/>
    <p:sldId id="3719" r:id="rId17"/>
    <p:sldId id="3822" r:id="rId18"/>
    <p:sldId id="3823" r:id="rId19"/>
    <p:sldId id="3820" r:id="rId20"/>
    <p:sldId id="3816" r:id="rId21"/>
    <p:sldId id="3819" r:id="rId22"/>
    <p:sldId id="3821" r:id="rId23"/>
    <p:sldId id="3634" r:id="rId24"/>
    <p:sldId id="3721" r:id="rId25"/>
    <p:sldId id="3722" r:id="rId26"/>
    <p:sldId id="3813" r:id="rId27"/>
    <p:sldId id="3812" r:id="rId28"/>
    <p:sldId id="3724" r:id="rId29"/>
    <p:sldId id="3635" r:id="rId30"/>
    <p:sldId id="3725" r:id="rId31"/>
    <p:sldId id="3730" r:id="rId32"/>
    <p:sldId id="3824" r:id="rId33"/>
    <p:sldId id="3827" r:id="rId34"/>
    <p:sldId id="3825" r:id="rId35"/>
    <p:sldId id="3828" r:id="rId36"/>
    <p:sldId id="3826" r:id="rId37"/>
    <p:sldId id="3829" r:id="rId38"/>
    <p:sldId id="3831" r:id="rId39"/>
    <p:sldId id="3830" r:id="rId40"/>
    <p:sldId id="3832" r:id="rId41"/>
    <p:sldId id="3833" r:id="rId42"/>
    <p:sldId id="3834" r:id="rId43"/>
    <p:sldId id="3835" r:id="rId44"/>
    <p:sldId id="3838" r:id="rId45"/>
    <p:sldId id="3837" r:id="rId46"/>
    <p:sldId id="3839" r:id="rId47"/>
    <p:sldId id="3840" r:id="rId48"/>
    <p:sldId id="3841" r:id="rId49"/>
    <p:sldId id="3842" r:id="rId50"/>
    <p:sldId id="3862" r:id="rId51"/>
    <p:sldId id="3861" r:id="rId52"/>
    <p:sldId id="3843" r:id="rId53"/>
    <p:sldId id="3844" r:id="rId54"/>
    <p:sldId id="3845" r:id="rId55"/>
    <p:sldId id="3846" r:id="rId56"/>
    <p:sldId id="3847" r:id="rId57"/>
    <p:sldId id="3848" r:id="rId58"/>
    <p:sldId id="3849" r:id="rId59"/>
    <p:sldId id="3850" r:id="rId60"/>
    <p:sldId id="3851" r:id="rId61"/>
    <p:sldId id="3853" r:id="rId62"/>
    <p:sldId id="3854" r:id="rId63"/>
    <p:sldId id="3855" r:id="rId64"/>
    <p:sldId id="3859" r:id="rId65"/>
    <p:sldId id="3860" r:id="rId66"/>
    <p:sldId id="3856" r:id="rId67"/>
    <p:sldId id="3857" r:id="rId68"/>
    <p:sldId id="3858" r:id="rId69"/>
    <p:sldId id="3638" r:id="rId70"/>
    <p:sldId id="3761" r:id="rId71"/>
    <p:sldId id="3762" r:id="rId72"/>
    <p:sldId id="3765" r:id="rId73"/>
    <p:sldId id="3766" r:id="rId74"/>
    <p:sldId id="3769" r:id="rId75"/>
    <p:sldId id="3770" r:id="rId76"/>
    <p:sldId id="3863" r:id="rId77"/>
    <p:sldId id="3864" r:id="rId78"/>
    <p:sldId id="3866" r:id="rId79"/>
    <p:sldId id="3869" r:id="rId80"/>
    <p:sldId id="3870" r:id="rId81"/>
    <p:sldId id="3871" r:id="rId82"/>
    <p:sldId id="3874" r:id="rId83"/>
    <p:sldId id="3875" r:id="rId84"/>
    <p:sldId id="3878" r:id="rId85"/>
    <p:sldId id="3879" r:id="rId86"/>
    <p:sldId id="3880" r:id="rId87"/>
    <p:sldId id="3881" r:id="rId88"/>
    <p:sldId id="3884" r:id="rId89"/>
    <p:sldId id="3885" r:id="rId90"/>
    <p:sldId id="3886" r:id="rId91"/>
    <p:sldId id="3776" r:id="rId92"/>
    <p:sldId id="3887" r:id="rId93"/>
    <p:sldId id="3636" r:id="rId94"/>
    <p:sldId id="3747" r:id="rId95"/>
    <p:sldId id="3889" r:id="rId96"/>
    <p:sldId id="3637" r:id="rId97"/>
    <p:sldId id="3749" r:id="rId98"/>
    <p:sldId id="3890" r:id="rId99"/>
    <p:sldId id="3891" r:id="rId100"/>
    <p:sldId id="3892" r:id="rId101"/>
    <p:sldId id="3893" r:id="rId102"/>
    <p:sldId id="3695" r:id="rId103"/>
    <p:sldId id="3754" r:id="rId104"/>
    <p:sldId id="3755" r:id="rId105"/>
    <p:sldId id="3756" r:id="rId106"/>
    <p:sldId id="3757" r:id="rId107"/>
    <p:sldId id="3758" r:id="rId108"/>
    <p:sldId id="3759" r:id="rId109"/>
    <p:sldId id="3760" r:id="rId110"/>
    <p:sldId id="3639" r:id="rId111"/>
    <p:sldId id="3808" r:id="rId112"/>
    <p:sldId id="3788" r:id="rId113"/>
    <p:sldId id="3791" r:id="rId114"/>
    <p:sldId id="3792" r:id="rId115"/>
    <p:sldId id="3793" r:id="rId116"/>
    <p:sldId id="3794" r:id="rId117"/>
    <p:sldId id="3795" r:id="rId118"/>
    <p:sldId id="3796" r:id="rId119"/>
    <p:sldId id="3797" r:id="rId120"/>
    <p:sldId id="3799" r:id="rId121"/>
    <p:sldId id="3800" r:id="rId122"/>
    <p:sldId id="3801" r:id="rId123"/>
    <p:sldId id="3802" r:id="rId124"/>
    <p:sldId id="3803" r:id="rId125"/>
    <p:sldId id="3804" r:id="rId126"/>
    <p:sldId id="3807" r:id="rId127"/>
    <p:sldId id="3782" r:id="rId128"/>
    <p:sldId id="3784" r:id="rId129"/>
    <p:sldId id="3783" r:id="rId130"/>
    <p:sldId id="3786" r:id="rId131"/>
  </p:sldIdLst>
  <p:sldSz cx="12192000" cy="6858000"/>
  <p:notesSz cx="6950075" cy="92360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C01A4A7-E4B7-46E5-93DE-A146A072A09E}">
          <p14:sldIdLst>
            <p14:sldId id="256"/>
          </p14:sldIdLst>
        </p14:section>
        <p14:section name="What is MATLAB and Simulink?" id="{08094596-2F79-407D-957C-27286169ABE8}">
          <p14:sldIdLst>
            <p14:sldId id="3714"/>
            <p14:sldId id="3764"/>
          </p14:sldIdLst>
        </p14:section>
        <p14:section name="What does success look like?" id="{2184ACB6-BC5A-45A7-AA08-0CFF90079FF3}">
          <p14:sldIdLst>
            <p14:sldId id="3715"/>
          </p14:sldIdLst>
        </p14:section>
        <p14:section name="Final Model(s)" id="{DD7E7087-D4C1-49C4-90BA-FD121933CBC3}">
          <p14:sldIdLst>
            <p14:sldId id="3717"/>
            <p14:sldId id="3815"/>
            <p14:sldId id="3814"/>
            <p14:sldId id="3811"/>
            <p14:sldId id="3810"/>
          </p14:sldIdLst>
        </p14:section>
        <p14:section name="How to Open MATLAB &amp; SIMULINK" id="{C8DF2CCC-DF37-4452-A9BD-12549E5D36D1}">
          <p14:sldIdLst>
            <p14:sldId id="3633"/>
            <p14:sldId id="3718"/>
            <p14:sldId id="3719"/>
            <p14:sldId id="3822"/>
            <p14:sldId id="3823"/>
            <p14:sldId id="3820"/>
            <p14:sldId id="3816"/>
            <p14:sldId id="3819"/>
            <p14:sldId id="3821"/>
          </p14:sldIdLst>
        </p14:section>
        <p14:section name="How to Create a new Simulink Model" id="{82C3D226-D794-4489-92A1-E620DEDFB2A5}">
          <p14:sldIdLst>
            <p14:sldId id="3634"/>
            <p14:sldId id="3721"/>
            <p14:sldId id="3722"/>
            <p14:sldId id="3813"/>
            <p14:sldId id="3812"/>
            <p14:sldId id="3724"/>
          </p14:sldIdLst>
        </p14:section>
        <p14:section name="How to Use blocks" id="{000E4B64-D857-4ECD-81C8-90C1508B930D}">
          <p14:sldIdLst>
            <p14:sldId id="3635"/>
            <p14:sldId id="3725"/>
            <p14:sldId id="3730"/>
            <p14:sldId id="3824"/>
            <p14:sldId id="3827"/>
            <p14:sldId id="3825"/>
            <p14:sldId id="3828"/>
            <p14:sldId id="3826"/>
            <p14:sldId id="3829"/>
            <p14:sldId id="3831"/>
            <p14:sldId id="3830"/>
            <p14:sldId id="3832"/>
            <p14:sldId id="3833"/>
            <p14:sldId id="3834"/>
            <p14:sldId id="3835"/>
            <p14:sldId id="3838"/>
            <p14:sldId id="3837"/>
            <p14:sldId id="3839"/>
            <p14:sldId id="3840"/>
            <p14:sldId id="3841"/>
            <p14:sldId id="3842"/>
            <p14:sldId id="3862"/>
            <p14:sldId id="3861"/>
            <p14:sldId id="3843"/>
            <p14:sldId id="3844"/>
            <p14:sldId id="3845"/>
            <p14:sldId id="3846"/>
            <p14:sldId id="3847"/>
            <p14:sldId id="3848"/>
            <p14:sldId id="3849"/>
            <p14:sldId id="3850"/>
            <p14:sldId id="3851"/>
            <p14:sldId id="3853"/>
            <p14:sldId id="3854"/>
            <p14:sldId id="3855"/>
          </p14:sldIdLst>
        </p14:section>
        <p14:section name="How to Use Model Configuration" id="{8357885E-9705-4CB7-9C5B-5D62DAD8AE5C}">
          <p14:sldIdLst>
            <p14:sldId id="3859"/>
            <p14:sldId id="3860"/>
            <p14:sldId id="3856"/>
            <p14:sldId id="3857"/>
            <p14:sldId id="3858"/>
          </p14:sldIdLst>
        </p14:section>
        <p14:section name="How to Use Model Explorer" id="{84EACC95-D6FF-4E20-90C5-FE2F477BB695}">
          <p14:sldIdLst>
            <p14:sldId id="3638"/>
            <p14:sldId id="3761"/>
            <p14:sldId id="3762"/>
            <p14:sldId id="3765"/>
            <p14:sldId id="3766"/>
            <p14:sldId id="3769"/>
            <p14:sldId id="3770"/>
            <p14:sldId id="3863"/>
            <p14:sldId id="3864"/>
            <p14:sldId id="3866"/>
            <p14:sldId id="3869"/>
            <p14:sldId id="3870"/>
            <p14:sldId id="3871"/>
            <p14:sldId id="3874"/>
            <p14:sldId id="3875"/>
            <p14:sldId id="3878"/>
            <p14:sldId id="3879"/>
            <p14:sldId id="3880"/>
            <p14:sldId id="3881"/>
            <p14:sldId id="3884"/>
            <p14:sldId id="3885"/>
            <p14:sldId id="3886"/>
            <p14:sldId id="3776"/>
            <p14:sldId id="3887"/>
          </p14:sldIdLst>
        </p14:section>
        <p14:section name="How to Run a simulation" id="{3F1A5FEB-EFB7-4B88-A875-0798919095F3}">
          <p14:sldIdLst>
            <p14:sldId id="3636"/>
            <p14:sldId id="3747"/>
            <p14:sldId id="3889"/>
          </p14:sldIdLst>
        </p14:section>
        <p14:section name="How to Use Data inspector" id="{62385923-6401-41CB-84E6-D309E1EB289F}">
          <p14:sldIdLst>
            <p14:sldId id="3637"/>
            <p14:sldId id="3749"/>
            <p14:sldId id="3890"/>
            <p14:sldId id="3891"/>
            <p14:sldId id="3892"/>
            <p14:sldId id="3893"/>
            <p14:sldId id="3695"/>
            <p14:sldId id="3754"/>
            <p14:sldId id="3755"/>
            <p14:sldId id="3756"/>
            <p14:sldId id="3757"/>
            <p14:sldId id="3758"/>
            <p14:sldId id="3759"/>
            <p14:sldId id="3760"/>
          </p14:sldIdLst>
        </p14:section>
        <p14:section name="How to Use Requirements editor" id="{04F53C19-E036-40F5-A4EF-E2AEF7972486}">
          <p14:sldIdLst>
            <p14:sldId id="3639"/>
            <p14:sldId id="3808"/>
            <p14:sldId id="3788"/>
            <p14:sldId id="3791"/>
            <p14:sldId id="3792"/>
            <p14:sldId id="3793"/>
            <p14:sldId id="3794"/>
            <p14:sldId id="3795"/>
            <p14:sldId id="3796"/>
            <p14:sldId id="3797"/>
            <p14:sldId id="3799"/>
            <p14:sldId id="3800"/>
            <p14:sldId id="3801"/>
            <p14:sldId id="3802"/>
            <p14:sldId id="3803"/>
            <p14:sldId id="3804"/>
            <p14:sldId id="3807"/>
            <p14:sldId id="3782"/>
            <p14:sldId id="3784"/>
            <p14:sldId id="3783"/>
            <p14:sldId id="37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48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99" autoAdjust="0"/>
    <p:restoredTop sz="94548" autoAdjust="0"/>
  </p:normalViewPr>
  <p:slideViewPr>
    <p:cSldViewPr snapToGrid="0">
      <p:cViewPr varScale="1">
        <p:scale>
          <a:sx n="102" d="100"/>
          <a:sy n="102" d="100"/>
        </p:scale>
        <p:origin x="948" y="114"/>
      </p:cViewPr>
      <p:guideLst>
        <p:guide orient="horz" pos="348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7" d="100"/>
          <a:sy n="77" d="100"/>
        </p:scale>
        <p:origin x="3222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2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63" Type="http://schemas.openxmlformats.org/officeDocument/2006/relationships/slide" Target="slides/slide58.xml"/><Relationship Id="rId84" Type="http://schemas.openxmlformats.org/officeDocument/2006/relationships/slide" Target="slides/slide79.xml"/><Relationship Id="rId16" Type="http://schemas.openxmlformats.org/officeDocument/2006/relationships/slide" Target="slides/slide11.xml"/><Relationship Id="rId107" Type="http://schemas.openxmlformats.org/officeDocument/2006/relationships/slide" Target="slides/slide102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102" Type="http://schemas.openxmlformats.org/officeDocument/2006/relationships/slide" Target="slides/slide97.xml"/><Relationship Id="rId123" Type="http://schemas.openxmlformats.org/officeDocument/2006/relationships/slide" Target="slides/slide118.xml"/><Relationship Id="rId128" Type="http://schemas.openxmlformats.org/officeDocument/2006/relationships/slide" Target="slides/slide123.xml"/><Relationship Id="rId5" Type="http://schemas.openxmlformats.org/officeDocument/2006/relationships/slideMaster" Target="slideMasters/slideMaster1.xml"/><Relationship Id="rId90" Type="http://schemas.openxmlformats.org/officeDocument/2006/relationships/slide" Target="slides/slide85.xml"/><Relationship Id="rId95" Type="http://schemas.openxmlformats.org/officeDocument/2006/relationships/slide" Target="slides/slide90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113" Type="http://schemas.openxmlformats.org/officeDocument/2006/relationships/slide" Target="slides/slide108.xml"/><Relationship Id="rId118" Type="http://schemas.openxmlformats.org/officeDocument/2006/relationships/slide" Target="slides/slide113.xml"/><Relationship Id="rId134" Type="http://schemas.openxmlformats.org/officeDocument/2006/relationships/presProps" Target="presProps.xml"/><Relationship Id="rId80" Type="http://schemas.openxmlformats.org/officeDocument/2006/relationships/slide" Target="slides/slide75.xml"/><Relationship Id="rId85" Type="http://schemas.openxmlformats.org/officeDocument/2006/relationships/slide" Target="slides/slide80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59" Type="http://schemas.openxmlformats.org/officeDocument/2006/relationships/slide" Target="slides/slide54.xml"/><Relationship Id="rId103" Type="http://schemas.openxmlformats.org/officeDocument/2006/relationships/slide" Target="slides/slide98.xml"/><Relationship Id="rId108" Type="http://schemas.openxmlformats.org/officeDocument/2006/relationships/slide" Target="slides/slide103.xml"/><Relationship Id="rId124" Type="http://schemas.openxmlformats.org/officeDocument/2006/relationships/slide" Target="slides/slide119.xml"/><Relationship Id="rId129" Type="http://schemas.openxmlformats.org/officeDocument/2006/relationships/slide" Target="slides/slide124.xml"/><Relationship Id="rId54" Type="http://schemas.openxmlformats.org/officeDocument/2006/relationships/slide" Target="slides/slide49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91" Type="http://schemas.openxmlformats.org/officeDocument/2006/relationships/slide" Target="slides/slide86.xml"/><Relationship Id="rId96" Type="http://schemas.openxmlformats.org/officeDocument/2006/relationships/slide" Target="slides/slide9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49" Type="http://schemas.openxmlformats.org/officeDocument/2006/relationships/slide" Target="slides/slide44.xml"/><Relationship Id="rId114" Type="http://schemas.openxmlformats.org/officeDocument/2006/relationships/slide" Target="slides/slide109.xml"/><Relationship Id="rId119" Type="http://schemas.openxmlformats.org/officeDocument/2006/relationships/slide" Target="slides/slide114.xml"/><Relationship Id="rId44" Type="http://schemas.openxmlformats.org/officeDocument/2006/relationships/slide" Target="slides/slide39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81" Type="http://schemas.openxmlformats.org/officeDocument/2006/relationships/slide" Target="slides/slide76.xml"/><Relationship Id="rId86" Type="http://schemas.openxmlformats.org/officeDocument/2006/relationships/slide" Target="slides/slide81.xml"/><Relationship Id="rId130" Type="http://schemas.openxmlformats.org/officeDocument/2006/relationships/slide" Target="slides/slide125.xml"/><Relationship Id="rId135" Type="http://schemas.openxmlformats.org/officeDocument/2006/relationships/viewProps" Target="viewProps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109" Type="http://schemas.openxmlformats.org/officeDocument/2006/relationships/slide" Target="slides/slide10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97" Type="http://schemas.openxmlformats.org/officeDocument/2006/relationships/slide" Target="slides/slide92.xml"/><Relationship Id="rId104" Type="http://schemas.openxmlformats.org/officeDocument/2006/relationships/slide" Target="slides/slide99.xml"/><Relationship Id="rId120" Type="http://schemas.openxmlformats.org/officeDocument/2006/relationships/slide" Target="slides/slide115.xml"/><Relationship Id="rId125" Type="http://schemas.openxmlformats.org/officeDocument/2006/relationships/slide" Target="slides/slide120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slide" Target="slides/slide87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slide" Target="slides/slide82.xml"/><Relationship Id="rId110" Type="http://schemas.openxmlformats.org/officeDocument/2006/relationships/slide" Target="slides/slide105.xml"/><Relationship Id="rId115" Type="http://schemas.openxmlformats.org/officeDocument/2006/relationships/slide" Target="slides/slide110.xml"/><Relationship Id="rId131" Type="http://schemas.openxmlformats.org/officeDocument/2006/relationships/slide" Target="slides/slide126.xml"/><Relationship Id="rId136" Type="http://schemas.openxmlformats.org/officeDocument/2006/relationships/theme" Target="theme/theme1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slide" Target="slides/slide72.xml"/><Relationship Id="rId100" Type="http://schemas.openxmlformats.org/officeDocument/2006/relationships/slide" Target="slides/slide95.xml"/><Relationship Id="rId105" Type="http://schemas.openxmlformats.org/officeDocument/2006/relationships/slide" Target="slides/slide100.xml"/><Relationship Id="rId126" Type="http://schemas.openxmlformats.org/officeDocument/2006/relationships/slide" Target="slides/slide12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93" Type="http://schemas.openxmlformats.org/officeDocument/2006/relationships/slide" Target="slides/slide88.xml"/><Relationship Id="rId98" Type="http://schemas.openxmlformats.org/officeDocument/2006/relationships/slide" Target="slides/slide93.xml"/><Relationship Id="rId121" Type="http://schemas.openxmlformats.org/officeDocument/2006/relationships/slide" Target="slides/slide116.xml"/><Relationship Id="rId3" Type="http://schemas.openxmlformats.org/officeDocument/2006/relationships/customXml" Target="../customXml/item3.xml"/><Relationship Id="rId25" Type="http://schemas.openxmlformats.org/officeDocument/2006/relationships/slide" Target="slides/slide20.xml"/><Relationship Id="rId46" Type="http://schemas.openxmlformats.org/officeDocument/2006/relationships/slide" Target="slides/slide41.xml"/><Relationship Id="rId67" Type="http://schemas.openxmlformats.org/officeDocument/2006/relationships/slide" Target="slides/slide62.xml"/><Relationship Id="rId116" Type="http://schemas.openxmlformats.org/officeDocument/2006/relationships/slide" Target="slides/slide111.xml"/><Relationship Id="rId137" Type="http://schemas.openxmlformats.org/officeDocument/2006/relationships/tableStyles" Target="tableStyle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62" Type="http://schemas.openxmlformats.org/officeDocument/2006/relationships/slide" Target="slides/slide57.xml"/><Relationship Id="rId83" Type="http://schemas.openxmlformats.org/officeDocument/2006/relationships/slide" Target="slides/slide78.xml"/><Relationship Id="rId88" Type="http://schemas.openxmlformats.org/officeDocument/2006/relationships/slide" Target="slides/slide83.xml"/><Relationship Id="rId111" Type="http://schemas.openxmlformats.org/officeDocument/2006/relationships/slide" Target="slides/slide106.xml"/><Relationship Id="rId132" Type="http://schemas.openxmlformats.org/officeDocument/2006/relationships/notesMaster" Target="notesMasters/notesMaster1.xml"/><Relationship Id="rId15" Type="http://schemas.openxmlformats.org/officeDocument/2006/relationships/slide" Target="slides/slide10.xml"/><Relationship Id="rId36" Type="http://schemas.openxmlformats.org/officeDocument/2006/relationships/slide" Target="slides/slide31.xml"/><Relationship Id="rId57" Type="http://schemas.openxmlformats.org/officeDocument/2006/relationships/slide" Target="slides/slide52.xml"/><Relationship Id="rId106" Type="http://schemas.openxmlformats.org/officeDocument/2006/relationships/slide" Target="slides/slide101.xml"/><Relationship Id="rId127" Type="http://schemas.openxmlformats.org/officeDocument/2006/relationships/slide" Target="slides/slide12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52" Type="http://schemas.openxmlformats.org/officeDocument/2006/relationships/slide" Target="slides/slide47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94" Type="http://schemas.openxmlformats.org/officeDocument/2006/relationships/slide" Target="slides/slide89.xml"/><Relationship Id="rId99" Type="http://schemas.openxmlformats.org/officeDocument/2006/relationships/slide" Target="slides/slide94.xml"/><Relationship Id="rId101" Type="http://schemas.openxmlformats.org/officeDocument/2006/relationships/slide" Target="slides/slide96.xml"/><Relationship Id="rId122" Type="http://schemas.openxmlformats.org/officeDocument/2006/relationships/slide" Target="slides/slide117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7" Type="http://schemas.openxmlformats.org/officeDocument/2006/relationships/slide" Target="slides/slide42.xml"/><Relationship Id="rId68" Type="http://schemas.openxmlformats.org/officeDocument/2006/relationships/slide" Target="slides/slide63.xml"/><Relationship Id="rId89" Type="http://schemas.openxmlformats.org/officeDocument/2006/relationships/slide" Target="slides/slide84.xml"/><Relationship Id="rId112" Type="http://schemas.openxmlformats.org/officeDocument/2006/relationships/slide" Target="slides/slide107.xml"/><Relationship Id="rId133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098D98F-175E-78A3-B8F6-CC7AB773523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D1D7EE-CF92-23B0-51BA-B4DDAA57D6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36768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DA40AAD2-F4DE-46BB-9F99-83A578C04AFF}" type="datetimeFigureOut">
              <a:rPr lang="en-US"/>
              <a:pPr>
                <a:defRPr/>
              </a:pPr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58C0E3-C851-CE37-FD1B-A70FC4954E7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772669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23D36C-A4BC-55F4-6B23-3774811418C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36768" y="8772669"/>
            <a:ext cx="3011699" cy="463407"/>
          </a:xfrm>
          <a:prstGeom prst="rect">
            <a:avLst/>
          </a:prstGeom>
        </p:spPr>
        <p:txBody>
          <a:bodyPr vert="horz" wrap="square" lIns="92492" tIns="46246" rIns="92492" bIns="46246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F3CA2B0F-1A0A-4562-9947-C246A40584F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4087F94-3C40-5DB6-5E60-B61FB53A378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17044B-4DF8-C000-1661-91CAF8D24A8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3408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56D71FA5-8285-4D80-ACF0-ECBE044B5E2B}" type="datetimeFigureOut">
              <a:rPr lang="en-US"/>
              <a:pPr>
                <a:defRPr/>
              </a:pPr>
              <a:t>9/14/2026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A6DFA5B-B99B-0C95-58EF-202B53A6DC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03263" y="1154113"/>
            <a:ext cx="5543550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771CE75-06FE-FE26-DCC2-2C570D11B5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5008" y="4444861"/>
            <a:ext cx="5560060" cy="3636705"/>
          </a:xfrm>
          <a:prstGeom prst="rect">
            <a:avLst/>
          </a:prstGeom>
        </p:spPr>
        <p:txBody>
          <a:bodyPr vert="horz" lIns="92492" tIns="46246" rIns="92492" bIns="46246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278A4-2710-CFD8-CEF4-4DA98B66B49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772669"/>
            <a:ext cx="3011699" cy="463407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55B7C4-2ABE-6434-8EA6-9A0B3F4343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36768" y="8772669"/>
            <a:ext cx="3011699" cy="463407"/>
          </a:xfrm>
          <a:prstGeom prst="rect">
            <a:avLst/>
          </a:prstGeom>
        </p:spPr>
        <p:txBody>
          <a:bodyPr vert="horz" wrap="square" lIns="92492" tIns="46246" rIns="92492" bIns="46246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8A04150-874A-42E2-8795-B6E7E159182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2F4B7EE4-2ED7-D686-41CF-29D23845D1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AA4ED621-05FA-44A0-34EE-D9D763AA73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4C449068-0203-BD64-465A-32FB5765F33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CD74A-8049-1673-A412-BC69A5A4526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366" name="Slide Number Placeholder 5">
            <a:extLst>
              <a:ext uri="{FF2B5EF4-FFF2-40B4-BE49-F238E27FC236}">
                <a16:creationId xmlns:a16="http://schemas.microsoft.com/office/drawing/2014/main" id="{26FCB2B9-C5D1-C952-5E9B-F3FCF35F80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1494" indent="-289036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56145" indent="-231229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18602" indent="-231229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81060" indent="-231229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43518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5976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68434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30891" indent="-23122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5B3D759-A5EF-4211-AF68-8970C468B8A9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26.xml"/><Relationship Id="rId7" Type="http://schemas.openxmlformats.org/officeDocument/2006/relationships/image" Target="../media/image2.emf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oleObject" Target="../embeddings/oleObject3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7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8.pn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7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1.png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9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1 - 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79C1A729-D5B7-CA1C-AF00-7DFA55FDD3F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051" name="Object 2" hidden="1">
                        <a:extLst>
                          <a:ext uri="{FF2B5EF4-FFF2-40B4-BE49-F238E27FC236}">
                            <a16:creationId xmlns:a16="http://schemas.microsoft.com/office/drawing/2014/main" id="{5136F095-8153-4125-4D5B-2AFDD07C32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BBA21-8225-20C1-5BDF-C71464D2B24F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4D9CA5D-BC3B-E8C1-603F-390C5EFC2740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395288" y="6584950"/>
            <a:ext cx="8240712" cy="215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 dirty="0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 dirty="0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pic>
        <p:nvPicPr>
          <p:cNvPr id="7" name="Picture 5" descr="Purpose &amp; principles PPT 2.png">
            <a:extLst>
              <a:ext uri="{FF2B5EF4-FFF2-40B4-BE49-F238E27FC236}">
                <a16:creationId xmlns:a16="http://schemas.microsoft.com/office/drawing/2014/main" id="{7B4C6C15-5B35-83EE-4D10-265906990F7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 descr="Purpose &amp; principles PPT.png">
            <a:extLst>
              <a:ext uri="{FF2B5EF4-FFF2-40B4-BE49-F238E27FC236}">
                <a16:creationId xmlns:a16="http://schemas.microsoft.com/office/drawing/2014/main" id="{492F9D93-D16B-9D12-9F50-8CC0D724526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20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A3537E1-CF04-9648-0FD9-4F21DA1FFB2A}"/>
              </a:ext>
            </a:extLst>
          </p:cNvPr>
          <p:cNvSpPr txBox="1"/>
          <p:nvPr userDrawn="1"/>
        </p:nvSpPr>
        <p:spPr>
          <a:xfrm>
            <a:off x="5862638" y="6618288"/>
            <a:ext cx="422275" cy="1365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27ABA1CE-7F1E-4C0A-AB66-66670BD6FC9C}" type="slidenum">
              <a:rPr lang="en-US" altLang="en-US" sz="800" b="1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en-US" altLang="en-US" sz="800" b="1">
              <a:solidFill>
                <a:srgbClr val="404040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2226001" y="398463"/>
            <a:ext cx="9635800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816" y="1134000"/>
            <a:ext cx="11341101" cy="522076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hcSlideMaster.1_Layout 1 - Title, Subtitle and ContentHeader" descr=" ">
            <a:extLst>
              <a:ext uri="{FF2B5EF4-FFF2-40B4-BE49-F238E27FC236}">
                <a16:creationId xmlns:a16="http://schemas.microsoft.com/office/drawing/2014/main" id="{C72B11F0-4474-8A6E-7B76-99B15B2E189B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1" name="fcSlideMaster.1_Layout 1 - Title, Subtitle and ContentFooter" descr=" ">
            <a:extLst>
              <a:ext uri="{FF2B5EF4-FFF2-40B4-BE49-F238E27FC236}">
                <a16:creationId xmlns:a16="http://schemas.microsoft.com/office/drawing/2014/main" id="{AAEECE00-2F49-7A8D-181F-BB579B75B43A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335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92B653C4-4876-9EE6-7A3F-94E343AAA1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3075" name="Object 2" hidden="1">
                        <a:extLst>
                          <a:ext uri="{FF2B5EF4-FFF2-40B4-BE49-F238E27FC236}">
                            <a16:creationId xmlns:a16="http://schemas.microsoft.com/office/drawing/2014/main" id="{FCB7C648-B77C-442A-E153-A1351F8DB2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D60CA2-ED14-F757-9023-A8F7DC4DE28A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Purpose &amp; principles PPT 2.png">
            <a:extLst>
              <a:ext uri="{FF2B5EF4-FFF2-40B4-BE49-F238E27FC236}">
                <a16:creationId xmlns:a16="http://schemas.microsoft.com/office/drawing/2014/main" id="{D4FE8AA7-67C9-F626-0182-E4FD9BB6EC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Purpose &amp; principles PPT.png">
            <a:extLst>
              <a:ext uri="{FF2B5EF4-FFF2-40B4-BE49-F238E27FC236}">
                <a16:creationId xmlns:a16="http://schemas.microsoft.com/office/drawing/2014/main" id="{C62C4CCE-AF9F-6AEF-C947-30B50E89A3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20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9015FD-7D88-1183-63CB-9ADAEB2290F0}"/>
              </a:ext>
            </a:extLst>
          </p:cNvPr>
          <p:cNvSpPr txBox="1"/>
          <p:nvPr userDrawn="1"/>
        </p:nvSpPr>
        <p:spPr>
          <a:xfrm>
            <a:off x="5862638" y="6618288"/>
            <a:ext cx="422275" cy="1365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58595E10-FDE9-4ADE-A0CD-76D1DA0132F0}" type="slidenum">
              <a:rPr lang="en-US" altLang="en-US" sz="800" b="1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en-US" altLang="en-US" sz="800" b="1">
              <a:solidFill>
                <a:srgbClr val="40404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E82BF-3348-ECB5-C9F9-BD6D4CD05099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0" y="6511925"/>
            <a:ext cx="4368800" cy="301625"/>
          </a:xfrm>
          <a:prstGeom prst="rect">
            <a:avLst/>
          </a:prstGeom>
          <a:noFill/>
          <a:ln>
            <a:noFill/>
          </a:ln>
        </p:spPr>
        <p:txBody>
          <a:bodyPr lIns="84664" tIns="42332" rIns="84664" bIns="42332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818643" y="398463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hcSlideMaster.Layout 1 - BlankHeader" descr=" ">
            <a:extLst>
              <a:ext uri="{FF2B5EF4-FFF2-40B4-BE49-F238E27FC236}">
                <a16:creationId xmlns:a16="http://schemas.microsoft.com/office/drawing/2014/main" id="{7D9C2CDB-A961-BEA9-E3ED-EF2E50B6500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Layout 1 - BlankFooter" descr=" ">
            <a:extLst>
              <a:ext uri="{FF2B5EF4-FFF2-40B4-BE49-F238E27FC236}">
                <a16:creationId xmlns:a16="http://schemas.microsoft.com/office/drawing/2014/main" id="{682D0EBA-B08E-6851-96B6-742D143749D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5894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mparison B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92B653C4-4876-9EE6-7A3F-94E343AAA1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" name="Object 2" hidden="1">
                        <a:extLst>
                          <a:ext uri="{FF2B5EF4-FFF2-40B4-BE49-F238E27FC236}">
                            <a16:creationId xmlns:a16="http://schemas.microsoft.com/office/drawing/2014/main" id="{92B653C4-4876-9EE6-7A3F-94E343AAA1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D60CA2-ED14-F757-9023-A8F7DC4DE28A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Purpose &amp; principles PPT 2.png">
            <a:extLst>
              <a:ext uri="{FF2B5EF4-FFF2-40B4-BE49-F238E27FC236}">
                <a16:creationId xmlns:a16="http://schemas.microsoft.com/office/drawing/2014/main" id="{D4FE8AA7-67C9-F626-0182-E4FD9BB6EC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Purpose &amp; principles PPT.png">
            <a:extLst>
              <a:ext uri="{FF2B5EF4-FFF2-40B4-BE49-F238E27FC236}">
                <a16:creationId xmlns:a16="http://schemas.microsoft.com/office/drawing/2014/main" id="{C62C4CCE-AF9F-6AEF-C947-30B50E89A3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20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9015FD-7D88-1183-63CB-9ADAEB2290F0}"/>
              </a:ext>
            </a:extLst>
          </p:cNvPr>
          <p:cNvSpPr txBox="1"/>
          <p:nvPr userDrawn="1"/>
        </p:nvSpPr>
        <p:spPr>
          <a:xfrm>
            <a:off x="5862638" y="6618288"/>
            <a:ext cx="422275" cy="1365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58595E10-FDE9-4ADE-A0CD-76D1DA0132F0}" type="slidenum">
              <a:rPr lang="en-US" altLang="en-US" sz="800" b="1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en-US" altLang="en-US" sz="800" b="1">
              <a:solidFill>
                <a:srgbClr val="40404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E82BF-3348-ECB5-C9F9-BD6D4CD05099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0" y="6511925"/>
            <a:ext cx="4368800" cy="301625"/>
          </a:xfrm>
          <a:prstGeom prst="rect">
            <a:avLst/>
          </a:prstGeom>
          <a:noFill/>
          <a:ln>
            <a:noFill/>
          </a:ln>
        </p:spPr>
        <p:txBody>
          <a:bodyPr lIns="84664" tIns="42332" rIns="84664" bIns="42332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818643" y="398463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hcSlideMaster.Layout 1 - BlankHeader" descr=" ">
            <a:extLst>
              <a:ext uri="{FF2B5EF4-FFF2-40B4-BE49-F238E27FC236}">
                <a16:creationId xmlns:a16="http://schemas.microsoft.com/office/drawing/2014/main" id="{7D9C2CDB-A961-BEA9-E3ED-EF2E50B6500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Layout 1 - BlankFooter" descr=" ">
            <a:extLst>
              <a:ext uri="{FF2B5EF4-FFF2-40B4-BE49-F238E27FC236}">
                <a16:creationId xmlns:a16="http://schemas.microsoft.com/office/drawing/2014/main" id="{682D0EBA-B08E-6851-96B6-742D143749D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FE394BD7-C5AE-E5BC-E209-E50A846CF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42423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4" name="hcSlideMaster.3_Layout 1 - BlankHeader" descr=" ">
            <a:extLst>
              <a:ext uri="{FF2B5EF4-FFF2-40B4-BE49-F238E27FC236}">
                <a16:creationId xmlns:a16="http://schemas.microsoft.com/office/drawing/2014/main" id="{A5D4F477-9807-406C-7209-8A213AD91AE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5" name="fcSlideMaster.3_Layout 1 - BlankFooter" descr=" ">
            <a:extLst>
              <a:ext uri="{FF2B5EF4-FFF2-40B4-BE49-F238E27FC236}">
                <a16:creationId xmlns:a16="http://schemas.microsoft.com/office/drawing/2014/main" id="{34AE15F3-B823-B0AA-C192-139CEF3AF33A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333C370-613B-3E3D-3647-7A8D70B2A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816" y="1531941"/>
            <a:ext cx="11341101" cy="482282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hcSlideMaster.1_3 Comparison BHeader" descr=" ">
            <a:extLst>
              <a:ext uri="{FF2B5EF4-FFF2-40B4-BE49-F238E27FC236}">
                <a16:creationId xmlns:a16="http://schemas.microsoft.com/office/drawing/2014/main" id="{5A4E2B12-F16F-38C1-2B27-18CE64A2DB40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fcSlideMaster.1_3 Comparison BFooter" descr=" ">
            <a:extLst>
              <a:ext uri="{FF2B5EF4-FFF2-40B4-BE49-F238E27FC236}">
                <a16:creationId xmlns:a16="http://schemas.microsoft.com/office/drawing/2014/main" id="{D2AC2636-7C2F-5D6C-3C99-E10D815BEED0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5" name="hcSlideMaster.1 Comparison B1Header" descr=" ">
            <a:extLst>
              <a:ext uri="{FF2B5EF4-FFF2-40B4-BE49-F238E27FC236}">
                <a16:creationId xmlns:a16="http://schemas.microsoft.com/office/drawing/2014/main" id="{4243B30D-2C9E-680B-88D2-B3936D67E911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6" name="fcSlideMaster.1 Comparison B1Footer" descr=" ">
            <a:extLst>
              <a:ext uri="{FF2B5EF4-FFF2-40B4-BE49-F238E27FC236}">
                <a16:creationId xmlns:a16="http://schemas.microsoft.com/office/drawing/2014/main" id="{9C11A4BE-A09A-9074-C1B9-73CC72597C3E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6385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mparison B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92B653C4-4876-9EE6-7A3F-94E343AAA1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" name="Object 2" hidden="1">
                        <a:extLst>
                          <a:ext uri="{FF2B5EF4-FFF2-40B4-BE49-F238E27FC236}">
                            <a16:creationId xmlns:a16="http://schemas.microsoft.com/office/drawing/2014/main" id="{92B653C4-4876-9EE6-7A3F-94E343AAA1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D60CA2-ED14-F757-9023-A8F7DC4DE28A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Purpose &amp; principles PPT 2.png">
            <a:extLst>
              <a:ext uri="{FF2B5EF4-FFF2-40B4-BE49-F238E27FC236}">
                <a16:creationId xmlns:a16="http://schemas.microsoft.com/office/drawing/2014/main" id="{D4FE8AA7-67C9-F626-0182-E4FD9BB6EC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Purpose &amp; principles PPT.png">
            <a:extLst>
              <a:ext uri="{FF2B5EF4-FFF2-40B4-BE49-F238E27FC236}">
                <a16:creationId xmlns:a16="http://schemas.microsoft.com/office/drawing/2014/main" id="{C62C4CCE-AF9F-6AEF-C947-30B50E89A3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20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9015FD-7D88-1183-63CB-9ADAEB2290F0}"/>
              </a:ext>
            </a:extLst>
          </p:cNvPr>
          <p:cNvSpPr txBox="1"/>
          <p:nvPr userDrawn="1"/>
        </p:nvSpPr>
        <p:spPr>
          <a:xfrm>
            <a:off x="5862638" y="6618288"/>
            <a:ext cx="422275" cy="1365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58595E10-FDE9-4ADE-A0CD-76D1DA0132F0}" type="slidenum">
              <a:rPr lang="en-US" altLang="en-US" sz="800" b="1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en-US" altLang="en-US" sz="800" b="1">
              <a:solidFill>
                <a:srgbClr val="40404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E82BF-3348-ECB5-C9F9-BD6D4CD05099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0" y="6511925"/>
            <a:ext cx="4368800" cy="301625"/>
          </a:xfrm>
          <a:prstGeom prst="rect">
            <a:avLst/>
          </a:prstGeom>
          <a:noFill/>
          <a:ln>
            <a:noFill/>
          </a:ln>
        </p:spPr>
        <p:txBody>
          <a:bodyPr lIns="84664" tIns="42332" rIns="84664" bIns="42332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818643" y="398463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hcSlideMaster.Layout 1 - BlankHeader" descr=" ">
            <a:extLst>
              <a:ext uri="{FF2B5EF4-FFF2-40B4-BE49-F238E27FC236}">
                <a16:creationId xmlns:a16="http://schemas.microsoft.com/office/drawing/2014/main" id="{7D9C2CDB-A961-BEA9-E3ED-EF2E50B6500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Layout 1 - BlankFooter" descr=" ">
            <a:extLst>
              <a:ext uri="{FF2B5EF4-FFF2-40B4-BE49-F238E27FC236}">
                <a16:creationId xmlns:a16="http://schemas.microsoft.com/office/drawing/2014/main" id="{682D0EBA-B08E-6851-96B6-742D143749D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FE394BD7-C5AE-E5BC-E209-E50A846CF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64008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4" name="hcSlideMaster.3_Layout 1 - BlankHeader" descr=" ">
            <a:extLst>
              <a:ext uri="{FF2B5EF4-FFF2-40B4-BE49-F238E27FC236}">
                <a16:creationId xmlns:a16="http://schemas.microsoft.com/office/drawing/2014/main" id="{A5D4F477-9807-406C-7209-8A213AD91AE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5" name="fcSlideMaster.3_Layout 1 - BlankFooter" descr=" ">
            <a:extLst>
              <a:ext uri="{FF2B5EF4-FFF2-40B4-BE49-F238E27FC236}">
                <a16:creationId xmlns:a16="http://schemas.microsoft.com/office/drawing/2014/main" id="{34AE15F3-B823-B0AA-C192-139CEF3AF33A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333C370-613B-3E3D-3647-7A8D70B2A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816" y="1838484"/>
            <a:ext cx="11341101" cy="45162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hcSlideMaster.1_1 Comparison BHeader" descr=" ">
            <a:extLst>
              <a:ext uri="{FF2B5EF4-FFF2-40B4-BE49-F238E27FC236}">
                <a16:creationId xmlns:a16="http://schemas.microsoft.com/office/drawing/2014/main" id="{5A4E2B12-F16F-38C1-2B27-18CE64A2DB40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fcSlideMaster.1_1 Comparison BFooter" descr=" ">
            <a:extLst>
              <a:ext uri="{FF2B5EF4-FFF2-40B4-BE49-F238E27FC236}">
                <a16:creationId xmlns:a16="http://schemas.microsoft.com/office/drawing/2014/main" id="{D2AC2636-7C2F-5D6C-3C99-E10D815BEED0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5" name="hcSlideMaster.1 Comparison B2Header" descr=" ">
            <a:extLst>
              <a:ext uri="{FF2B5EF4-FFF2-40B4-BE49-F238E27FC236}">
                <a16:creationId xmlns:a16="http://schemas.microsoft.com/office/drawing/2014/main" id="{4243B30D-2C9E-680B-88D2-B3936D67E911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6" name="fcSlideMaster.1 Comparison B2Footer" descr=" ">
            <a:extLst>
              <a:ext uri="{FF2B5EF4-FFF2-40B4-BE49-F238E27FC236}">
                <a16:creationId xmlns:a16="http://schemas.microsoft.com/office/drawing/2014/main" id="{9C11A4BE-A09A-9074-C1B9-73CC72597C3E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2957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mparison B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9A239EB5-949D-5EBB-9621-73B95F8449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818" y="1992254"/>
            <a:ext cx="11338560" cy="7315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9022BD2F-5A74-34BC-EE2D-B69F38C56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817" y="2758381"/>
            <a:ext cx="11338560" cy="36521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92B653C4-4876-9EE6-7A3F-94E343AAA1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" name="Object 2" hidden="1">
                        <a:extLst>
                          <a:ext uri="{FF2B5EF4-FFF2-40B4-BE49-F238E27FC236}">
                            <a16:creationId xmlns:a16="http://schemas.microsoft.com/office/drawing/2014/main" id="{92B653C4-4876-9EE6-7A3F-94E343AAA1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D60CA2-ED14-F757-9023-A8F7DC4DE28A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Purpose &amp; principles PPT 2.png">
            <a:extLst>
              <a:ext uri="{FF2B5EF4-FFF2-40B4-BE49-F238E27FC236}">
                <a16:creationId xmlns:a16="http://schemas.microsoft.com/office/drawing/2014/main" id="{D4FE8AA7-67C9-F626-0182-E4FD9BB6EC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Purpose &amp; principles PPT.png">
            <a:extLst>
              <a:ext uri="{FF2B5EF4-FFF2-40B4-BE49-F238E27FC236}">
                <a16:creationId xmlns:a16="http://schemas.microsoft.com/office/drawing/2014/main" id="{C62C4CCE-AF9F-6AEF-C947-30B50E89A3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20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9015FD-7D88-1183-63CB-9ADAEB2290F0}"/>
              </a:ext>
            </a:extLst>
          </p:cNvPr>
          <p:cNvSpPr txBox="1"/>
          <p:nvPr userDrawn="1"/>
        </p:nvSpPr>
        <p:spPr>
          <a:xfrm>
            <a:off x="5862638" y="6618288"/>
            <a:ext cx="422275" cy="1365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58595E10-FDE9-4ADE-A0CD-76D1DA0132F0}" type="slidenum">
              <a:rPr lang="en-US" altLang="en-US" sz="800" b="1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en-US" altLang="en-US" sz="800" b="1">
              <a:solidFill>
                <a:srgbClr val="40404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E82BF-3348-ECB5-C9F9-BD6D4CD05099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0" y="6511925"/>
            <a:ext cx="4368800" cy="301625"/>
          </a:xfrm>
          <a:prstGeom prst="rect">
            <a:avLst/>
          </a:prstGeom>
          <a:noFill/>
          <a:ln>
            <a:noFill/>
          </a:ln>
        </p:spPr>
        <p:txBody>
          <a:bodyPr lIns="84664" tIns="42332" rIns="84664" bIns="42332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818643" y="398463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hcSlideMaster.Layout 1 - BlankHeader" descr=" ">
            <a:extLst>
              <a:ext uri="{FF2B5EF4-FFF2-40B4-BE49-F238E27FC236}">
                <a16:creationId xmlns:a16="http://schemas.microsoft.com/office/drawing/2014/main" id="{7D9C2CDB-A961-BEA9-E3ED-EF2E50B6500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Layout 1 - BlankFooter" descr=" ">
            <a:extLst>
              <a:ext uri="{FF2B5EF4-FFF2-40B4-BE49-F238E27FC236}">
                <a16:creationId xmlns:a16="http://schemas.microsoft.com/office/drawing/2014/main" id="{682D0EBA-B08E-6851-96B6-742D143749D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FE394BD7-C5AE-E5BC-E209-E50A846CF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42423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4" name="hcSlideMaster.2_Layout 1 - BlankHeader" descr=" ">
            <a:extLst>
              <a:ext uri="{FF2B5EF4-FFF2-40B4-BE49-F238E27FC236}">
                <a16:creationId xmlns:a16="http://schemas.microsoft.com/office/drawing/2014/main" id="{A5D4F477-9807-406C-7209-8A213AD91AE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5" name="fcSlideMaster.2_Layout 1 - BlankFooter" descr=" ">
            <a:extLst>
              <a:ext uri="{FF2B5EF4-FFF2-40B4-BE49-F238E27FC236}">
                <a16:creationId xmlns:a16="http://schemas.microsoft.com/office/drawing/2014/main" id="{34AE15F3-B823-B0AA-C192-139CEF3AF33A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1" name="hcSlideMaster.1 Comparison B3Header" descr=" ">
            <a:extLst>
              <a:ext uri="{FF2B5EF4-FFF2-40B4-BE49-F238E27FC236}">
                <a16:creationId xmlns:a16="http://schemas.microsoft.com/office/drawing/2014/main" id="{C00971FF-2044-F9AA-4CBF-5B2FC02F8D5B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2" name="fcSlideMaster.1 Comparison B3Footer" descr=" ">
            <a:extLst>
              <a:ext uri="{FF2B5EF4-FFF2-40B4-BE49-F238E27FC236}">
                <a16:creationId xmlns:a16="http://schemas.microsoft.com/office/drawing/2014/main" id="{517EE859-1AB9-EBE9-B093-415917A3A9BC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4102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mparis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9FB5145F-8251-5402-0898-33957D81D0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13356" y="1992254"/>
            <a:ext cx="5623560" cy="36071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1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9A239EB5-949D-5EBB-9621-73B95F8449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818" y="1992254"/>
            <a:ext cx="5623560" cy="36071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1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9022BD2F-5A74-34BC-EE2D-B69F38C56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817" y="3192313"/>
            <a:ext cx="5623560" cy="321824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92B653C4-4876-9EE6-7A3F-94E343AAA1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" name="Object 2" hidden="1">
                        <a:extLst>
                          <a:ext uri="{FF2B5EF4-FFF2-40B4-BE49-F238E27FC236}">
                            <a16:creationId xmlns:a16="http://schemas.microsoft.com/office/drawing/2014/main" id="{92B653C4-4876-9EE6-7A3F-94E343AAA1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D60CA2-ED14-F757-9023-A8F7DC4DE28A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Purpose &amp; principles PPT 2.png">
            <a:extLst>
              <a:ext uri="{FF2B5EF4-FFF2-40B4-BE49-F238E27FC236}">
                <a16:creationId xmlns:a16="http://schemas.microsoft.com/office/drawing/2014/main" id="{D4FE8AA7-67C9-F626-0182-E4FD9BB6EC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Purpose &amp; principles PPT.png">
            <a:extLst>
              <a:ext uri="{FF2B5EF4-FFF2-40B4-BE49-F238E27FC236}">
                <a16:creationId xmlns:a16="http://schemas.microsoft.com/office/drawing/2014/main" id="{C62C4CCE-AF9F-6AEF-C947-30B50E89A3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20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9015FD-7D88-1183-63CB-9ADAEB2290F0}"/>
              </a:ext>
            </a:extLst>
          </p:cNvPr>
          <p:cNvSpPr txBox="1"/>
          <p:nvPr userDrawn="1"/>
        </p:nvSpPr>
        <p:spPr>
          <a:xfrm>
            <a:off x="5862638" y="6618288"/>
            <a:ext cx="422275" cy="1365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58595E10-FDE9-4ADE-A0CD-76D1DA0132F0}" type="slidenum">
              <a:rPr lang="en-US" altLang="en-US" sz="800" b="1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en-US" altLang="en-US" sz="800" b="1">
              <a:solidFill>
                <a:srgbClr val="40404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E82BF-3348-ECB5-C9F9-BD6D4CD05099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0" y="6511925"/>
            <a:ext cx="4368800" cy="301625"/>
          </a:xfrm>
          <a:prstGeom prst="rect">
            <a:avLst/>
          </a:prstGeom>
          <a:noFill/>
          <a:ln>
            <a:noFill/>
          </a:ln>
        </p:spPr>
        <p:txBody>
          <a:bodyPr lIns="84664" tIns="42332" rIns="84664" bIns="42332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818643" y="398463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hcSlideMaster.Layout 1 - BlankHeader" descr=" ">
            <a:extLst>
              <a:ext uri="{FF2B5EF4-FFF2-40B4-BE49-F238E27FC236}">
                <a16:creationId xmlns:a16="http://schemas.microsoft.com/office/drawing/2014/main" id="{7D9C2CDB-A961-BEA9-E3ED-EF2E50B6500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Layout 1 - BlankFooter" descr=" ">
            <a:extLst>
              <a:ext uri="{FF2B5EF4-FFF2-40B4-BE49-F238E27FC236}">
                <a16:creationId xmlns:a16="http://schemas.microsoft.com/office/drawing/2014/main" id="{682D0EBA-B08E-6851-96B6-742D143749D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FE394BD7-C5AE-E5BC-E209-E50A846CF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42423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B6165CC7-E92A-4D80-4ABF-ACB94BA97DC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13356" y="3192313"/>
            <a:ext cx="5623560" cy="321824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4" name="hcSlideMaster.1_Layout 1 - BlankHeader" descr=" ">
            <a:extLst>
              <a:ext uri="{FF2B5EF4-FFF2-40B4-BE49-F238E27FC236}">
                <a16:creationId xmlns:a16="http://schemas.microsoft.com/office/drawing/2014/main" id="{A5D4F477-9807-406C-7209-8A213AD91AE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5" name="fcSlideMaster.1_Layout 1 - BlankFooter" descr=" ">
            <a:extLst>
              <a:ext uri="{FF2B5EF4-FFF2-40B4-BE49-F238E27FC236}">
                <a16:creationId xmlns:a16="http://schemas.microsoft.com/office/drawing/2014/main" id="{34AE15F3-B823-B0AA-C192-139CEF3AF33A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65" name="Text Placeholder 7">
            <a:extLst>
              <a:ext uri="{FF2B5EF4-FFF2-40B4-BE49-F238E27FC236}">
                <a16:creationId xmlns:a16="http://schemas.microsoft.com/office/drawing/2014/main" id="{72DFA65D-B2CE-3E05-BE20-8537C69FFD5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5818" y="2420888"/>
            <a:ext cx="5623560" cy="64922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 i="1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6" name="Text Placeholder 7">
            <a:extLst>
              <a:ext uri="{FF2B5EF4-FFF2-40B4-BE49-F238E27FC236}">
                <a16:creationId xmlns:a16="http://schemas.microsoft.com/office/drawing/2014/main" id="{82DB8494-3814-E0E3-27A9-B12017EEF9F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13356" y="2420888"/>
            <a:ext cx="5623560" cy="64922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 i="1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3" name="hcSlideMaster.2 Comparison AHeader" descr=" ">
            <a:extLst>
              <a:ext uri="{FF2B5EF4-FFF2-40B4-BE49-F238E27FC236}">
                <a16:creationId xmlns:a16="http://schemas.microsoft.com/office/drawing/2014/main" id="{F1F89A26-CD57-2053-40B7-B51CDAB9FC31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64" name="fcSlideMaster.2 Comparison AFooter" descr=" ">
            <a:extLst>
              <a:ext uri="{FF2B5EF4-FFF2-40B4-BE49-F238E27FC236}">
                <a16:creationId xmlns:a16="http://schemas.microsoft.com/office/drawing/2014/main" id="{06CEAAAD-DA45-4350-D5CA-363F379592A1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693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mparis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9FB5145F-8251-5402-0898-33957D81D0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13356" y="1992254"/>
            <a:ext cx="5623560" cy="7315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9A239EB5-949D-5EBB-9621-73B95F8449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818" y="1992254"/>
            <a:ext cx="5623560" cy="7315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9022BD2F-5A74-34BC-EE2D-B69F38C56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817" y="2758381"/>
            <a:ext cx="5623560" cy="36521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92B653C4-4876-9EE6-7A3F-94E343AAA1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" name="Object 2" hidden="1">
                        <a:extLst>
                          <a:ext uri="{FF2B5EF4-FFF2-40B4-BE49-F238E27FC236}">
                            <a16:creationId xmlns:a16="http://schemas.microsoft.com/office/drawing/2014/main" id="{92B653C4-4876-9EE6-7A3F-94E343AAA1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D60CA2-ED14-F757-9023-A8F7DC4DE28A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Purpose &amp; principles PPT 2.png">
            <a:extLst>
              <a:ext uri="{FF2B5EF4-FFF2-40B4-BE49-F238E27FC236}">
                <a16:creationId xmlns:a16="http://schemas.microsoft.com/office/drawing/2014/main" id="{D4FE8AA7-67C9-F626-0182-E4FD9BB6EC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Purpose &amp; principles PPT.png">
            <a:extLst>
              <a:ext uri="{FF2B5EF4-FFF2-40B4-BE49-F238E27FC236}">
                <a16:creationId xmlns:a16="http://schemas.microsoft.com/office/drawing/2014/main" id="{C62C4CCE-AF9F-6AEF-C947-30B50E89A3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20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9015FD-7D88-1183-63CB-9ADAEB2290F0}"/>
              </a:ext>
            </a:extLst>
          </p:cNvPr>
          <p:cNvSpPr txBox="1"/>
          <p:nvPr userDrawn="1"/>
        </p:nvSpPr>
        <p:spPr>
          <a:xfrm>
            <a:off x="5862638" y="6618288"/>
            <a:ext cx="422275" cy="1365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58595E10-FDE9-4ADE-A0CD-76D1DA0132F0}" type="slidenum">
              <a:rPr lang="en-US" altLang="en-US" sz="800" b="1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en-US" altLang="en-US" sz="800" b="1">
              <a:solidFill>
                <a:srgbClr val="40404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E82BF-3348-ECB5-C9F9-BD6D4CD05099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0" y="6511925"/>
            <a:ext cx="4368800" cy="301625"/>
          </a:xfrm>
          <a:prstGeom prst="rect">
            <a:avLst/>
          </a:prstGeom>
          <a:noFill/>
          <a:ln>
            <a:noFill/>
          </a:ln>
        </p:spPr>
        <p:txBody>
          <a:bodyPr lIns="84664" tIns="42332" rIns="84664" bIns="42332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818643" y="398463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hcSlideMaster.Layout 1 - BlankHeader" descr=" ">
            <a:extLst>
              <a:ext uri="{FF2B5EF4-FFF2-40B4-BE49-F238E27FC236}">
                <a16:creationId xmlns:a16="http://schemas.microsoft.com/office/drawing/2014/main" id="{7D9C2CDB-A961-BEA9-E3ED-EF2E50B6500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Layout 1 - BlankFooter" descr=" ">
            <a:extLst>
              <a:ext uri="{FF2B5EF4-FFF2-40B4-BE49-F238E27FC236}">
                <a16:creationId xmlns:a16="http://schemas.microsoft.com/office/drawing/2014/main" id="{682D0EBA-B08E-6851-96B6-742D143749D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FE394BD7-C5AE-E5BC-E209-E50A846CF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42423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B6165CC7-E92A-4D80-4ABF-ACB94BA97DC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13356" y="2758381"/>
            <a:ext cx="5623560" cy="36521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4" name="hcSlideMaster.2_Layout 1 - BlankHeader" descr=" ">
            <a:extLst>
              <a:ext uri="{FF2B5EF4-FFF2-40B4-BE49-F238E27FC236}">
                <a16:creationId xmlns:a16="http://schemas.microsoft.com/office/drawing/2014/main" id="{A5D4F477-9807-406C-7209-8A213AD91AE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5" name="fcSlideMaster.2_Layout 1 - BlankFooter" descr=" ">
            <a:extLst>
              <a:ext uri="{FF2B5EF4-FFF2-40B4-BE49-F238E27FC236}">
                <a16:creationId xmlns:a16="http://schemas.microsoft.com/office/drawing/2014/main" id="{34AE15F3-B823-B0AA-C192-139CEF3AF33A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1" name="hcSlideMaster.2 Comparison BHeader" descr=" ">
            <a:extLst>
              <a:ext uri="{FF2B5EF4-FFF2-40B4-BE49-F238E27FC236}">
                <a16:creationId xmlns:a16="http://schemas.microsoft.com/office/drawing/2014/main" id="{C00971FF-2044-F9AA-4CBF-5B2FC02F8D5B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2" name="fcSlideMaster.2 Comparison BFooter" descr=" ">
            <a:extLst>
              <a:ext uri="{FF2B5EF4-FFF2-40B4-BE49-F238E27FC236}">
                <a16:creationId xmlns:a16="http://schemas.microsoft.com/office/drawing/2014/main" id="{517EE859-1AB9-EBE9-B093-415917A3A9BC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7987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mparison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9FB5145F-8251-5402-0898-33957D81D0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13356" y="1563046"/>
            <a:ext cx="5623560" cy="36576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9A239EB5-949D-5EBB-9621-73B95F8449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818" y="1563046"/>
            <a:ext cx="5623560" cy="36576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9022BD2F-5A74-34BC-EE2D-B69F38C56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817" y="2042465"/>
            <a:ext cx="5623560" cy="436809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92B653C4-4876-9EE6-7A3F-94E343AAA1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" name="Object 2" hidden="1">
                        <a:extLst>
                          <a:ext uri="{FF2B5EF4-FFF2-40B4-BE49-F238E27FC236}">
                            <a16:creationId xmlns:a16="http://schemas.microsoft.com/office/drawing/2014/main" id="{92B653C4-4876-9EE6-7A3F-94E343AAA1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D60CA2-ED14-F757-9023-A8F7DC4DE28A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Purpose &amp; principles PPT 2.png">
            <a:extLst>
              <a:ext uri="{FF2B5EF4-FFF2-40B4-BE49-F238E27FC236}">
                <a16:creationId xmlns:a16="http://schemas.microsoft.com/office/drawing/2014/main" id="{D4FE8AA7-67C9-F626-0182-E4FD9BB6EC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Purpose &amp; principles PPT.png">
            <a:extLst>
              <a:ext uri="{FF2B5EF4-FFF2-40B4-BE49-F238E27FC236}">
                <a16:creationId xmlns:a16="http://schemas.microsoft.com/office/drawing/2014/main" id="{C62C4CCE-AF9F-6AEF-C947-30B50E89A3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20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9015FD-7D88-1183-63CB-9ADAEB2290F0}"/>
              </a:ext>
            </a:extLst>
          </p:cNvPr>
          <p:cNvSpPr txBox="1"/>
          <p:nvPr userDrawn="1"/>
        </p:nvSpPr>
        <p:spPr>
          <a:xfrm>
            <a:off x="5862638" y="6618288"/>
            <a:ext cx="422275" cy="1365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58595E10-FDE9-4ADE-A0CD-76D1DA0132F0}" type="slidenum">
              <a:rPr lang="en-US" altLang="en-US" sz="800" b="1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en-US" altLang="en-US" sz="800" b="1">
              <a:solidFill>
                <a:srgbClr val="40404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E82BF-3348-ECB5-C9F9-BD6D4CD05099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0" y="6511925"/>
            <a:ext cx="4368800" cy="301625"/>
          </a:xfrm>
          <a:prstGeom prst="rect">
            <a:avLst/>
          </a:prstGeom>
          <a:noFill/>
          <a:ln>
            <a:noFill/>
          </a:ln>
        </p:spPr>
        <p:txBody>
          <a:bodyPr lIns="84664" tIns="42332" rIns="84664" bIns="42332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818643" y="398463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hcSlideMaster.Layout 1 - BlankHeader" descr=" ">
            <a:extLst>
              <a:ext uri="{FF2B5EF4-FFF2-40B4-BE49-F238E27FC236}">
                <a16:creationId xmlns:a16="http://schemas.microsoft.com/office/drawing/2014/main" id="{7D9C2CDB-A961-BEA9-E3ED-EF2E50B6500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Layout 1 - BlankFooter" descr=" ">
            <a:extLst>
              <a:ext uri="{FF2B5EF4-FFF2-40B4-BE49-F238E27FC236}">
                <a16:creationId xmlns:a16="http://schemas.microsoft.com/office/drawing/2014/main" id="{682D0EBA-B08E-6851-96B6-742D143749D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FE394BD7-C5AE-E5BC-E209-E50A846CF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42423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B6165CC7-E92A-4D80-4ABF-ACB94BA97DC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13356" y="2042465"/>
            <a:ext cx="5623560" cy="436809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4" name="hcSlideMaster.2_Layout 1 - BlankHeader" descr=" ">
            <a:extLst>
              <a:ext uri="{FF2B5EF4-FFF2-40B4-BE49-F238E27FC236}">
                <a16:creationId xmlns:a16="http://schemas.microsoft.com/office/drawing/2014/main" id="{A5D4F477-9807-406C-7209-8A213AD91AE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5" name="fcSlideMaster.2_Layout 1 - BlankFooter" descr=" ">
            <a:extLst>
              <a:ext uri="{FF2B5EF4-FFF2-40B4-BE49-F238E27FC236}">
                <a16:creationId xmlns:a16="http://schemas.microsoft.com/office/drawing/2014/main" id="{34AE15F3-B823-B0AA-C192-139CEF3AF33A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1" name="hcSlideMaster.2 Comparison BHeader" descr=" ">
            <a:extLst>
              <a:ext uri="{FF2B5EF4-FFF2-40B4-BE49-F238E27FC236}">
                <a16:creationId xmlns:a16="http://schemas.microsoft.com/office/drawing/2014/main" id="{C00971FF-2044-F9AA-4CBF-5B2FC02F8D5B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2" name="fcSlideMaster.2 Comparison BFooter" descr=" ">
            <a:extLst>
              <a:ext uri="{FF2B5EF4-FFF2-40B4-BE49-F238E27FC236}">
                <a16:creationId xmlns:a16="http://schemas.microsoft.com/office/drawing/2014/main" id="{517EE859-1AB9-EBE9-B093-415917A3A9BC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3" name="hcSlideMaster.2 Comparison CHeader" descr=" ">
            <a:extLst>
              <a:ext uri="{FF2B5EF4-FFF2-40B4-BE49-F238E27FC236}">
                <a16:creationId xmlns:a16="http://schemas.microsoft.com/office/drawing/2014/main" id="{508F0E3E-452A-401E-E954-91090E28AE5A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fcSlideMaster.2 Comparison CFooter" descr=" ">
            <a:extLst>
              <a:ext uri="{FF2B5EF4-FFF2-40B4-BE49-F238E27FC236}">
                <a16:creationId xmlns:a16="http://schemas.microsoft.com/office/drawing/2014/main" id="{DDC17D0F-3F44-4B9C-2CD1-64DE756AF4C5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7750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mparis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51FD2A61-A021-DDFD-0B3D-2758D5276CA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5817" y="2420888"/>
            <a:ext cx="3776472" cy="64922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 i="1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9022BD2F-5A74-34BC-EE2D-B69F38C56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817" y="3138034"/>
            <a:ext cx="3776472" cy="327252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92B653C4-4876-9EE6-7A3F-94E343AAA1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" name="Object 2" hidden="1">
                        <a:extLst>
                          <a:ext uri="{FF2B5EF4-FFF2-40B4-BE49-F238E27FC236}">
                            <a16:creationId xmlns:a16="http://schemas.microsoft.com/office/drawing/2014/main" id="{92B653C4-4876-9EE6-7A3F-94E343AAA1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D60CA2-ED14-F757-9023-A8F7DC4DE28A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Purpose &amp; principles PPT 2.png">
            <a:extLst>
              <a:ext uri="{FF2B5EF4-FFF2-40B4-BE49-F238E27FC236}">
                <a16:creationId xmlns:a16="http://schemas.microsoft.com/office/drawing/2014/main" id="{D4FE8AA7-67C9-F626-0182-E4FD9BB6EC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17E82BF-3348-ECB5-C9F9-BD6D4CD05099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0" y="6511925"/>
            <a:ext cx="4368800" cy="301625"/>
          </a:xfrm>
          <a:prstGeom prst="rect">
            <a:avLst/>
          </a:prstGeom>
          <a:noFill/>
          <a:ln>
            <a:noFill/>
          </a:ln>
        </p:spPr>
        <p:txBody>
          <a:bodyPr lIns="84664" tIns="42332" rIns="84664" bIns="42332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818643" y="398463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hcSlideMaster.Layout 1 - BlankHeader" descr=" ">
            <a:extLst>
              <a:ext uri="{FF2B5EF4-FFF2-40B4-BE49-F238E27FC236}">
                <a16:creationId xmlns:a16="http://schemas.microsoft.com/office/drawing/2014/main" id="{7D9C2CDB-A961-BEA9-E3ED-EF2E50B6500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Layout 1 - BlankFooter" descr=" ">
            <a:extLst>
              <a:ext uri="{FF2B5EF4-FFF2-40B4-BE49-F238E27FC236}">
                <a16:creationId xmlns:a16="http://schemas.microsoft.com/office/drawing/2014/main" id="{682D0EBA-B08E-6851-96B6-742D143749D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FE394BD7-C5AE-E5BC-E209-E50A846CF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42423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4" name="hcSlideMaster.3_Layout 1 - BlankHeader" descr=" ">
            <a:extLst>
              <a:ext uri="{FF2B5EF4-FFF2-40B4-BE49-F238E27FC236}">
                <a16:creationId xmlns:a16="http://schemas.microsoft.com/office/drawing/2014/main" id="{A5D4F477-9807-406C-7209-8A213AD91AE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5" name="fcSlideMaster.3_Layout 1 - BlankFooter" descr=" ">
            <a:extLst>
              <a:ext uri="{FF2B5EF4-FFF2-40B4-BE49-F238E27FC236}">
                <a16:creationId xmlns:a16="http://schemas.microsoft.com/office/drawing/2014/main" id="{34AE15F3-B823-B0AA-C192-139CEF3AF33A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3CAE348C-CA9B-6DA5-85C0-6EA00EA90EF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95818" y="1992254"/>
            <a:ext cx="3776472" cy="36071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1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FA6ABB32-3570-2D77-6ACA-8DA3FA3849C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28569" y="1992254"/>
            <a:ext cx="3776472" cy="36576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1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8049E229-D6A4-F87E-AB12-4C2B517E737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28569" y="3137004"/>
            <a:ext cx="3776472" cy="327355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064FEF03-992E-3B70-A2B4-51080444E67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2555" y="1992254"/>
            <a:ext cx="3776472" cy="36576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1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A037C432-8FB9-320B-3A82-ECDB6E29C130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062555" y="3137004"/>
            <a:ext cx="3776472" cy="327355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hcSlideMaster.3 Comparison BHeader" descr=" ">
            <a:extLst>
              <a:ext uri="{FF2B5EF4-FFF2-40B4-BE49-F238E27FC236}">
                <a16:creationId xmlns:a16="http://schemas.microsoft.com/office/drawing/2014/main" id="{9BC8C6B8-4E01-9ECA-E6B8-4C91558F0286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1" name="fcSlideMaster.3 Comparison BFooter" descr=" ">
            <a:extLst>
              <a:ext uri="{FF2B5EF4-FFF2-40B4-BE49-F238E27FC236}">
                <a16:creationId xmlns:a16="http://schemas.microsoft.com/office/drawing/2014/main" id="{B211ACB9-3DF6-7317-BC04-482FCC5ED1C2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7B9245E7-4718-498D-130B-89CF21FC238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28569" y="2420888"/>
            <a:ext cx="3776472" cy="64922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 i="1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4F32C694-8B96-B9CD-8392-C42EBEE5E2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2555" y="2420888"/>
            <a:ext cx="3776472" cy="64922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 i="1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2" name="hcSlideMaster.3 Comparison AHeader" descr=" ">
            <a:extLst>
              <a:ext uri="{FF2B5EF4-FFF2-40B4-BE49-F238E27FC236}">
                <a16:creationId xmlns:a16="http://schemas.microsoft.com/office/drawing/2014/main" id="{F7626623-CDA9-2F4D-A611-475B9A1A7A16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3" name="fcSlideMaster.3 Comparison AFooter" descr=" ">
            <a:extLst>
              <a:ext uri="{FF2B5EF4-FFF2-40B4-BE49-F238E27FC236}">
                <a16:creationId xmlns:a16="http://schemas.microsoft.com/office/drawing/2014/main" id="{F2F70BF1-CED2-7175-F3A4-BAD6CF4704CB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150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mparis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9FB5145F-8251-5402-0898-33957D81D0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28569" y="1992254"/>
            <a:ext cx="3776472" cy="7315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9A239EB5-949D-5EBB-9621-73B95F8449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818" y="1992254"/>
            <a:ext cx="3776472" cy="7315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9022BD2F-5A74-34BC-EE2D-B69F38C56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817" y="2758381"/>
            <a:ext cx="3776472" cy="36521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92B653C4-4876-9EE6-7A3F-94E343AAA1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" name="Object 2" hidden="1">
                        <a:extLst>
                          <a:ext uri="{FF2B5EF4-FFF2-40B4-BE49-F238E27FC236}">
                            <a16:creationId xmlns:a16="http://schemas.microsoft.com/office/drawing/2014/main" id="{92B653C4-4876-9EE6-7A3F-94E343AAA1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D60CA2-ED14-F757-9023-A8F7DC4DE28A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Purpose &amp; principles PPT 2.png">
            <a:extLst>
              <a:ext uri="{FF2B5EF4-FFF2-40B4-BE49-F238E27FC236}">
                <a16:creationId xmlns:a16="http://schemas.microsoft.com/office/drawing/2014/main" id="{D4FE8AA7-67C9-F626-0182-E4FD9BB6EC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Purpose &amp; principles PPT.png">
            <a:extLst>
              <a:ext uri="{FF2B5EF4-FFF2-40B4-BE49-F238E27FC236}">
                <a16:creationId xmlns:a16="http://schemas.microsoft.com/office/drawing/2014/main" id="{C62C4CCE-AF9F-6AEF-C947-30B50E89A3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20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9015FD-7D88-1183-63CB-9ADAEB2290F0}"/>
              </a:ext>
            </a:extLst>
          </p:cNvPr>
          <p:cNvSpPr txBox="1"/>
          <p:nvPr userDrawn="1"/>
        </p:nvSpPr>
        <p:spPr>
          <a:xfrm>
            <a:off x="5862638" y="6618288"/>
            <a:ext cx="422275" cy="1365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58595E10-FDE9-4ADE-A0CD-76D1DA0132F0}" type="slidenum">
              <a:rPr lang="en-US" altLang="en-US" sz="800" b="1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en-US" altLang="en-US" sz="800" b="1">
              <a:solidFill>
                <a:srgbClr val="40404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E82BF-3348-ECB5-C9F9-BD6D4CD05099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0" y="6511925"/>
            <a:ext cx="4368800" cy="301625"/>
          </a:xfrm>
          <a:prstGeom prst="rect">
            <a:avLst/>
          </a:prstGeom>
          <a:noFill/>
          <a:ln>
            <a:noFill/>
          </a:ln>
        </p:spPr>
        <p:txBody>
          <a:bodyPr lIns="84664" tIns="42332" rIns="84664" bIns="42332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818643" y="398463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hcSlideMaster.Layout 1 - BlankHeader" descr=" ">
            <a:extLst>
              <a:ext uri="{FF2B5EF4-FFF2-40B4-BE49-F238E27FC236}">
                <a16:creationId xmlns:a16="http://schemas.microsoft.com/office/drawing/2014/main" id="{7D9C2CDB-A961-BEA9-E3ED-EF2E50B6500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Layout 1 - BlankFooter" descr=" ">
            <a:extLst>
              <a:ext uri="{FF2B5EF4-FFF2-40B4-BE49-F238E27FC236}">
                <a16:creationId xmlns:a16="http://schemas.microsoft.com/office/drawing/2014/main" id="{682D0EBA-B08E-6851-96B6-742D143749D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FE394BD7-C5AE-E5BC-E209-E50A846CF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42423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B6165CC7-E92A-4D80-4ABF-ACB94BA97DC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28569" y="2758381"/>
            <a:ext cx="3776472" cy="36521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43F772C-E4D1-DD5B-2BFB-769C4F9F2F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2555" y="1992254"/>
            <a:ext cx="3776472" cy="7315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F9773B9-3F0D-5222-F270-22C325B35BF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062555" y="2758381"/>
            <a:ext cx="3776472" cy="365217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4" name="hcSlideMaster.3_Layout 1 - BlankHeader" descr=" ">
            <a:extLst>
              <a:ext uri="{FF2B5EF4-FFF2-40B4-BE49-F238E27FC236}">
                <a16:creationId xmlns:a16="http://schemas.microsoft.com/office/drawing/2014/main" id="{A5D4F477-9807-406C-7209-8A213AD91AE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5" name="fcSlideMaster.3_Layout 1 - BlankFooter" descr=" ">
            <a:extLst>
              <a:ext uri="{FF2B5EF4-FFF2-40B4-BE49-F238E27FC236}">
                <a16:creationId xmlns:a16="http://schemas.microsoft.com/office/drawing/2014/main" id="{34AE15F3-B823-B0AA-C192-139CEF3AF33A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3" name="hcSlideMaster.1_3 Comparison BHeader" descr=" ">
            <a:extLst>
              <a:ext uri="{FF2B5EF4-FFF2-40B4-BE49-F238E27FC236}">
                <a16:creationId xmlns:a16="http://schemas.microsoft.com/office/drawing/2014/main" id="{5A4E2B12-F16F-38C1-2B27-18CE64A2DB40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fcSlideMaster.1_3 Comparison BFooter" descr=" ">
            <a:extLst>
              <a:ext uri="{FF2B5EF4-FFF2-40B4-BE49-F238E27FC236}">
                <a16:creationId xmlns:a16="http://schemas.microsoft.com/office/drawing/2014/main" id="{D2AC2636-7C2F-5D6C-3C99-E10D815BEED0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5" name="hcSlideMaster.3 Comparison BHeader" descr=" ">
            <a:extLst>
              <a:ext uri="{FF2B5EF4-FFF2-40B4-BE49-F238E27FC236}">
                <a16:creationId xmlns:a16="http://schemas.microsoft.com/office/drawing/2014/main" id="{4243B30D-2C9E-680B-88D2-B3936D67E911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6" name="fcSlideMaster.3 Comparison BFooter" descr=" ">
            <a:extLst>
              <a:ext uri="{FF2B5EF4-FFF2-40B4-BE49-F238E27FC236}">
                <a16:creationId xmlns:a16="http://schemas.microsoft.com/office/drawing/2014/main" id="{9C11A4BE-A09A-9074-C1B9-73CC72597C3E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6125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mparison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9FB5145F-8251-5402-0898-33957D81D0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28569" y="1563046"/>
            <a:ext cx="3776472" cy="36576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9A239EB5-949D-5EBB-9621-73B95F8449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818" y="1563046"/>
            <a:ext cx="3776472" cy="36576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9022BD2F-5A74-34BC-EE2D-B69F38C56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817" y="2042465"/>
            <a:ext cx="3776472" cy="436809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aphicFrame>
        <p:nvGraphicFramePr>
          <p:cNvPr id="2" name="Object 2" hidden="1">
            <a:extLst>
              <a:ext uri="{FF2B5EF4-FFF2-40B4-BE49-F238E27FC236}">
                <a16:creationId xmlns:a16="http://schemas.microsoft.com/office/drawing/2014/main" id="{92B653C4-4876-9EE6-7A3F-94E343AAA1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2" name="Object 2" hidden="1">
                        <a:extLst>
                          <a:ext uri="{FF2B5EF4-FFF2-40B4-BE49-F238E27FC236}">
                            <a16:creationId xmlns:a16="http://schemas.microsoft.com/office/drawing/2014/main" id="{92B653C4-4876-9EE6-7A3F-94E343AAA1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BD60CA2-ED14-F757-9023-A8F7DC4DE28A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3" descr="Purpose &amp; principles PPT 2.png">
            <a:extLst>
              <a:ext uri="{FF2B5EF4-FFF2-40B4-BE49-F238E27FC236}">
                <a16:creationId xmlns:a16="http://schemas.microsoft.com/office/drawing/2014/main" id="{D4FE8AA7-67C9-F626-0182-E4FD9BB6EC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 descr="Purpose &amp; principles PPT.png">
            <a:extLst>
              <a:ext uri="{FF2B5EF4-FFF2-40B4-BE49-F238E27FC236}">
                <a16:creationId xmlns:a16="http://schemas.microsoft.com/office/drawing/2014/main" id="{C62C4CCE-AF9F-6AEF-C947-30B50E89A3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20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9015FD-7D88-1183-63CB-9ADAEB2290F0}"/>
              </a:ext>
            </a:extLst>
          </p:cNvPr>
          <p:cNvSpPr txBox="1"/>
          <p:nvPr userDrawn="1"/>
        </p:nvSpPr>
        <p:spPr>
          <a:xfrm>
            <a:off x="5862638" y="6618288"/>
            <a:ext cx="422275" cy="136525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fld id="{58595E10-FDE9-4ADE-A0CD-76D1DA0132F0}" type="slidenum">
              <a:rPr lang="en-US" altLang="en-US" sz="800" b="1" smtClean="0">
                <a:solidFill>
                  <a:srgbClr val="404040"/>
                </a:solidFill>
              </a:rPr>
              <a:pPr algn="ctr" eaLnBrk="1" hangingPunct="1">
                <a:defRPr/>
              </a:pPr>
              <a:t>‹#›</a:t>
            </a:fld>
            <a:endParaRPr lang="en-US" altLang="en-US" sz="800" b="1">
              <a:solidFill>
                <a:srgbClr val="40404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E82BF-3348-ECB5-C9F9-BD6D4CD05099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0" y="6511925"/>
            <a:ext cx="4368800" cy="301625"/>
          </a:xfrm>
          <a:prstGeom prst="rect">
            <a:avLst/>
          </a:prstGeom>
          <a:noFill/>
          <a:ln>
            <a:noFill/>
          </a:ln>
        </p:spPr>
        <p:txBody>
          <a:bodyPr lIns="84664" tIns="42332" rIns="84664" bIns="42332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818643" y="398463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/>
            </a:lvl1pPr>
            <a:lvl2pPr marL="457200" indent="0" algn="r">
              <a:buNone/>
              <a:defRPr/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9" name="hcSlideMaster.Layout 1 - BlankHeader" descr=" ">
            <a:extLst>
              <a:ext uri="{FF2B5EF4-FFF2-40B4-BE49-F238E27FC236}">
                <a16:creationId xmlns:a16="http://schemas.microsoft.com/office/drawing/2014/main" id="{7D9C2CDB-A961-BEA9-E3ED-EF2E50B6500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Layout 1 - BlankFooter" descr=" ">
            <a:extLst>
              <a:ext uri="{FF2B5EF4-FFF2-40B4-BE49-F238E27FC236}">
                <a16:creationId xmlns:a16="http://schemas.microsoft.com/office/drawing/2014/main" id="{682D0EBA-B08E-6851-96B6-742D143749D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3" name="Title 1">
            <a:extLst>
              <a:ext uri="{FF2B5EF4-FFF2-40B4-BE49-F238E27FC236}">
                <a16:creationId xmlns:a16="http://schemas.microsoft.com/office/drawing/2014/main" id="{FE394BD7-C5AE-E5BC-E209-E50A846CF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42423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B6165CC7-E92A-4D80-4ABF-ACB94BA97DC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228569" y="2042465"/>
            <a:ext cx="3776472" cy="436809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43F772C-E4D1-DD5B-2BFB-769C4F9F2F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2555" y="1563046"/>
            <a:ext cx="3776472" cy="36576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 b="0">
                <a:solidFill>
                  <a:sysClr val="windowText" lastClr="000000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F9773B9-3F0D-5222-F270-22C325B35BF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062555" y="2042465"/>
            <a:ext cx="3776472" cy="436809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4" name="hcSlideMaster.3_Layout 1 - BlankHeader" descr=" ">
            <a:extLst>
              <a:ext uri="{FF2B5EF4-FFF2-40B4-BE49-F238E27FC236}">
                <a16:creationId xmlns:a16="http://schemas.microsoft.com/office/drawing/2014/main" id="{A5D4F477-9807-406C-7209-8A213AD91AE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55" name="fcSlideMaster.3_Layout 1 - BlankFooter" descr=" ">
            <a:extLst>
              <a:ext uri="{FF2B5EF4-FFF2-40B4-BE49-F238E27FC236}">
                <a16:creationId xmlns:a16="http://schemas.microsoft.com/office/drawing/2014/main" id="{34AE15F3-B823-B0AA-C192-139CEF3AF33A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5" name="hcSlideMaster.3 Comparison BHeader" descr=" ">
            <a:extLst>
              <a:ext uri="{FF2B5EF4-FFF2-40B4-BE49-F238E27FC236}">
                <a16:creationId xmlns:a16="http://schemas.microsoft.com/office/drawing/2014/main" id="{4243B30D-2C9E-680B-88D2-B3936D67E911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6" name="fcSlideMaster.3 Comparison BFooter" descr=" ">
            <a:extLst>
              <a:ext uri="{FF2B5EF4-FFF2-40B4-BE49-F238E27FC236}">
                <a16:creationId xmlns:a16="http://schemas.microsoft.com/office/drawing/2014/main" id="{9C11A4BE-A09A-9074-C1B9-73CC72597C3E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3" name="hcSlideMaster.1_3 Comparison BHeader" descr=" ">
            <a:extLst>
              <a:ext uri="{FF2B5EF4-FFF2-40B4-BE49-F238E27FC236}">
                <a16:creationId xmlns:a16="http://schemas.microsoft.com/office/drawing/2014/main" id="{5A4E2B12-F16F-38C1-2B27-18CE64A2DB40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fcSlideMaster.1_3 Comparison BFooter" descr=" ">
            <a:extLst>
              <a:ext uri="{FF2B5EF4-FFF2-40B4-BE49-F238E27FC236}">
                <a16:creationId xmlns:a16="http://schemas.microsoft.com/office/drawing/2014/main" id="{D2AC2636-7C2F-5D6C-3C99-E10D815BEED0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8" name="hcSlideMaster.3 Comparison CHeader" descr=" ">
            <a:extLst>
              <a:ext uri="{FF2B5EF4-FFF2-40B4-BE49-F238E27FC236}">
                <a16:creationId xmlns:a16="http://schemas.microsoft.com/office/drawing/2014/main" id="{023C4D99-3769-1404-CB20-C1B6E0FF34DF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9" name="fcSlideMaster.3 Comparison CFooter" descr=" ">
            <a:extLst>
              <a:ext uri="{FF2B5EF4-FFF2-40B4-BE49-F238E27FC236}">
                <a16:creationId xmlns:a16="http://schemas.microsoft.com/office/drawing/2014/main" id="{71634C75-08A0-7D05-C922-CF82463F608D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44857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ke Quiz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576433-AA70-59B8-4D99-440E2D803904}"/>
              </a:ext>
            </a:extLst>
          </p:cNvPr>
          <p:cNvSpPr/>
          <p:nvPr userDrawn="1"/>
        </p:nvSpPr>
        <p:spPr>
          <a:xfrm>
            <a:off x="0" y="4803775"/>
            <a:ext cx="12192000" cy="10556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828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b="1" dirty="0">
                <a:solidFill>
                  <a:schemeClr val="bg1"/>
                </a:solidFill>
              </a:rPr>
              <a:t>▶ </a:t>
            </a:r>
            <a:r>
              <a:rPr lang="es-AR" sz="2400" b="1" dirty="0" err="1">
                <a:solidFill>
                  <a:schemeClr val="bg1"/>
                </a:solidFill>
              </a:rPr>
              <a:t>Launch</a:t>
            </a:r>
            <a:r>
              <a:rPr lang="es-AR" sz="2400" b="1" dirty="0">
                <a:solidFill>
                  <a:schemeClr val="bg1"/>
                </a:solidFill>
              </a:rPr>
              <a:t> Quiz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2F5667-CE5B-120C-380F-678C096FAD4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5325" y="3709988"/>
            <a:ext cx="5563446" cy="6771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s-AR" altLang="en-US" sz="4400" b="1" dirty="0">
                <a:solidFill>
                  <a:schemeClr val="accent1"/>
                </a:solidFill>
                <a:latin typeface="Arial Black" panose="020B0A04020102020204" pitchFamily="34" charset="0"/>
              </a:rPr>
              <a:t>Knowledge Check</a:t>
            </a:r>
            <a:endParaRPr lang="en-US" altLang="en-US" sz="4400" b="1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Picture 4" descr="Purpose &amp; principles PPT 2.png">
            <a:extLst>
              <a:ext uri="{FF2B5EF4-FFF2-40B4-BE49-F238E27FC236}">
                <a16:creationId xmlns:a16="http://schemas.microsoft.com/office/drawing/2014/main" id="{46D4E8BB-AD1C-A1E8-223D-24B86B990B3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48700" y="3276600"/>
            <a:ext cx="3087688" cy="121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hcSlideMaster.Thank You SlideHeader" descr=" ">
            <a:extLst>
              <a:ext uri="{FF2B5EF4-FFF2-40B4-BE49-F238E27FC236}">
                <a16:creationId xmlns:a16="http://schemas.microsoft.com/office/drawing/2014/main" id="{0BA0FA88-0FE3-196E-FEF7-C1256271ABF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6" name="fcSlideMaster.Thank You SlideFooter" descr=" ">
            <a:extLst>
              <a:ext uri="{FF2B5EF4-FFF2-40B4-BE49-F238E27FC236}">
                <a16:creationId xmlns:a16="http://schemas.microsoft.com/office/drawing/2014/main" id="{E40DC28D-0777-5350-09F1-18E83F9E760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9" name="hcSlideMaster.Take Quiz SlideHeader" descr=" ">
            <a:extLst>
              <a:ext uri="{FF2B5EF4-FFF2-40B4-BE49-F238E27FC236}">
                <a16:creationId xmlns:a16="http://schemas.microsoft.com/office/drawing/2014/main" id="{2F20B705-9D19-FFB5-2EC6-5DA534BDA5B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Take Quiz SlideFooter" descr=" ">
            <a:extLst>
              <a:ext uri="{FF2B5EF4-FFF2-40B4-BE49-F238E27FC236}">
                <a16:creationId xmlns:a16="http://schemas.microsoft.com/office/drawing/2014/main" id="{742A4D41-DBE7-74FE-259C-CCF3B3650CEB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8579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576433-AA70-59B8-4D99-440E2D803904}"/>
              </a:ext>
            </a:extLst>
          </p:cNvPr>
          <p:cNvSpPr/>
          <p:nvPr userDrawn="1"/>
        </p:nvSpPr>
        <p:spPr>
          <a:xfrm>
            <a:off x="0" y="4803775"/>
            <a:ext cx="12192000" cy="10556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828000" anchor="ctr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b="1" dirty="0">
                <a:solidFill>
                  <a:schemeClr val="bg1"/>
                </a:solidFill>
              </a:rPr>
              <a:t>Belcan.com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2F5667-CE5B-120C-380F-678C096FAD4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5325" y="3709988"/>
            <a:ext cx="3787775" cy="6778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s-AR" altLang="en-US" sz="4400" b="1">
                <a:solidFill>
                  <a:schemeClr val="accent1"/>
                </a:solidFill>
                <a:latin typeface="Arial Black" panose="020B0A04020102020204" pitchFamily="34" charset="0"/>
              </a:rPr>
              <a:t>THANK YOU</a:t>
            </a:r>
            <a:endParaRPr lang="en-US" altLang="en-US" sz="4400" b="1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Picture 4" descr="Purpose &amp; principles PPT 2.png">
            <a:extLst>
              <a:ext uri="{FF2B5EF4-FFF2-40B4-BE49-F238E27FC236}">
                <a16:creationId xmlns:a16="http://schemas.microsoft.com/office/drawing/2014/main" id="{46D4E8BB-AD1C-A1E8-223D-24B86B990B3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48700" y="3276600"/>
            <a:ext cx="3087688" cy="121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hcSlideMaster.Thank You SlideHeader" descr=" ">
            <a:extLst>
              <a:ext uri="{FF2B5EF4-FFF2-40B4-BE49-F238E27FC236}">
                <a16:creationId xmlns:a16="http://schemas.microsoft.com/office/drawing/2014/main" id="{0BA0FA88-0FE3-196E-FEF7-C1256271ABF7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6" name="fcSlideMaster.Thank You SlideFooter" descr=" ">
            <a:extLst>
              <a:ext uri="{FF2B5EF4-FFF2-40B4-BE49-F238E27FC236}">
                <a16:creationId xmlns:a16="http://schemas.microsoft.com/office/drawing/2014/main" id="{E40DC28D-0777-5350-09F1-18E83F9E7603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91003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 hidden="1">
            <a:extLst>
              <a:ext uri="{FF2B5EF4-FFF2-40B4-BE49-F238E27FC236}">
                <a16:creationId xmlns:a16="http://schemas.microsoft.com/office/drawing/2014/main" id="{920A949A-9641-2D5F-E932-01EC50A583E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60" imgH="360" progId="TCLayout.ActiveDocument.1">
                  <p:embed/>
                </p:oleObj>
              </mc:Choice>
              <mc:Fallback>
                <p:oleObj name="think-cell Slide" r:id="rId6" imgW="360" imgH="360" progId="TCLayout.ActiveDocument.1">
                  <p:embed/>
                  <p:pic>
                    <p:nvPicPr>
                      <p:cNvPr id="5123" name="Object 2" hidden="1">
                        <a:extLst>
                          <a:ext uri="{FF2B5EF4-FFF2-40B4-BE49-F238E27FC236}">
                            <a16:creationId xmlns:a16="http://schemas.microsoft.com/office/drawing/2014/main" id="{FD3C687B-20BB-B94B-C3D8-30BAC96F25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FC0342D-A2E8-D410-05B0-8135E3CC221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1342688" y="6513513"/>
            <a:ext cx="542925" cy="3508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cs typeface="Arial"/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507EAE52-ED7C-039E-F134-7453006A00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01275" y="6513513"/>
            <a:ext cx="1141413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508000" y="1219200"/>
            <a:ext cx="11379200" cy="452438"/>
          </a:xfrm>
        </p:spPr>
        <p:txBody>
          <a:bodyPr lIns="0">
            <a:normAutofit/>
          </a:bodyPr>
          <a:lstStyle>
            <a:lvl1pPr marL="0" indent="0">
              <a:buNone/>
              <a:defRPr sz="1800">
                <a:solidFill>
                  <a:schemeClr val="accent4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DE81475-0E4A-A3CD-15F2-7CBFCBD8C58F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3"/>
            </p:custDataLst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A9157AA-27E1-5C1C-6CB4-6CD176EB7815}"/>
              </a:ext>
            </a:extLst>
          </p:cNvPr>
          <p:cNvSpPr>
            <a:spLocks noGrp="1"/>
          </p:cNvSpPr>
          <p:nvPr>
            <p:ph type="sldNum" sz="quarter" idx="15"/>
            <p:custDataLst>
              <p:tags r:id="rId4"/>
            </p:custDataLst>
          </p:nvPr>
        </p:nvSpPr>
        <p:spPr>
          <a:xfrm>
            <a:off x="11342688" y="6626225"/>
            <a:ext cx="542925" cy="131763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289E7ACC-C495-45C7-BB8A-D2912D09B9D9}" type="slidenum">
              <a:rPr lang="es-AR" altLang="en-US"/>
              <a:pPr>
                <a:defRPr/>
              </a:pPr>
              <a:t>‹#›</a:t>
            </a:fld>
            <a:endParaRPr lang="es-AR" altLang="en-US"/>
          </a:p>
        </p:txBody>
      </p:sp>
      <p:sp>
        <p:nvSpPr>
          <p:cNvPr id="7" name="hcSlideMaster.1_Title and ContentHeader" descr=" ">
            <a:extLst>
              <a:ext uri="{FF2B5EF4-FFF2-40B4-BE49-F238E27FC236}">
                <a16:creationId xmlns:a16="http://schemas.microsoft.com/office/drawing/2014/main" id="{1915600B-5545-1EF0-E6A9-56A36431466B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9" name="fcSlideMaster.1_Title and ContentFooter" descr=" ">
            <a:extLst>
              <a:ext uri="{FF2B5EF4-FFF2-40B4-BE49-F238E27FC236}">
                <a16:creationId xmlns:a16="http://schemas.microsoft.com/office/drawing/2014/main" id="{24377476-82F4-ADCE-8376-8A58D6FAAB61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79511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030" y="457201"/>
            <a:ext cx="11199941" cy="67506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496029" y="1183066"/>
            <a:ext cx="11204664" cy="4950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cap="all" baseline="0">
                <a:solidFill>
                  <a:schemeClr val="bg1">
                    <a:lumMod val="50000"/>
                  </a:schemeClr>
                </a:solidFill>
                <a:latin typeface="Barlow ExtraBold" pitchFamily="2" charset="77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9"/>
          </p:nvPr>
        </p:nvSpPr>
        <p:spPr>
          <a:xfrm>
            <a:off x="496030" y="1728931"/>
            <a:ext cx="11199941" cy="4443270"/>
          </a:xfrm>
        </p:spPr>
        <p:txBody>
          <a:bodyPr lIns="0" tIns="0" rIns="0" bIns="0"/>
          <a:lstStyle>
            <a:lvl1pPr>
              <a:defRPr sz="2400"/>
            </a:lvl1pPr>
            <a:lvl2pPr marL="685663" marR="0" indent="-228554" algn="l" defTabSz="91421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80000"/>
              <a:buFont typeface=".AppleSystemUIFont"/>
              <a:buChar char="-"/>
              <a:tabLst/>
              <a:defRPr/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A4B855-6D8E-4F4E-2B27-FB8DF8EEBEF3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F4A2603D-B5BA-45A7-8ADE-B68B0FC5AE6C}" type="datetime3">
              <a:rPr lang="en-US"/>
              <a:pPr>
                <a:defRPr/>
              </a:pPr>
              <a:t>14 September 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C7E28E-5579-CAD5-6F6F-876A35EBCA6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/>
              <a:t>Proprietary &amp; Confidential | Customize footer text under Home &gt; Insert &gt; Header and Footer</a:t>
            </a:r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FF557EBB-7561-A327-2E0E-318AFE9ABA7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228388" y="6356350"/>
            <a:ext cx="468312" cy="36512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DB8DF716-EA0E-4412-80E4-FDA1B3962B8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3" name="hcSlideMaster.1 ColumnHeader" descr=" ">
            <a:extLst>
              <a:ext uri="{FF2B5EF4-FFF2-40B4-BE49-F238E27FC236}">
                <a16:creationId xmlns:a16="http://schemas.microsoft.com/office/drawing/2014/main" id="{B228FA16-0987-3567-2B38-C145F35271EE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4" name="fcSlideMaster.1 ColumnFooter" descr=" ">
            <a:extLst>
              <a:ext uri="{FF2B5EF4-FFF2-40B4-BE49-F238E27FC236}">
                <a16:creationId xmlns:a16="http://schemas.microsoft.com/office/drawing/2014/main" id="{43DE6FB4-96AE-3A8B-CFDD-F17C516E4F64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72759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ayout 1 - 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 hidden="1">
            <a:extLst>
              <a:ext uri="{FF2B5EF4-FFF2-40B4-BE49-F238E27FC236}">
                <a16:creationId xmlns:a16="http://schemas.microsoft.com/office/drawing/2014/main" id="{D53A8410-8A7D-2046-830B-9C9A397FDA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8195" name="Object 2" hidden="1">
                        <a:extLst>
                          <a:ext uri="{FF2B5EF4-FFF2-40B4-BE49-F238E27FC236}">
                            <a16:creationId xmlns:a16="http://schemas.microsoft.com/office/drawing/2014/main" id="{4EFECE96-FB42-7C76-1BC4-F04D47A5EE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96F5FFF-9DCB-F57A-144E-9C5CFA22034E}"/>
              </a:ext>
            </a:extLst>
          </p:cNvPr>
          <p:cNvCxnSpPr/>
          <p:nvPr userDrawn="1"/>
        </p:nvCxnSpPr>
        <p:spPr>
          <a:xfrm>
            <a:off x="390525" y="890588"/>
            <a:ext cx="11409363" cy="0"/>
          </a:xfrm>
          <a:prstGeom prst="line">
            <a:avLst/>
          </a:prstGeom>
          <a:ln w="19050" cmpd="sng">
            <a:solidFill>
              <a:srgbClr val="011C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C179704-AC9F-B5B4-7A2B-54F1CBDE24C5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395288" y="6584950"/>
            <a:ext cx="8240712" cy="215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Belcan proprietary information</a:t>
            </a:r>
          </a:p>
          <a:p>
            <a:pPr eaLnBrk="1" hangingPunct="1">
              <a:defRPr/>
            </a:pPr>
            <a:r>
              <a:rPr lang="en-US" altLang="en-US" sz="700" b="1">
                <a:solidFill>
                  <a:srgbClr val="7F7F7F"/>
                </a:solidFill>
                <a:cs typeface="Arial" panose="020B0604020202020204" pitchFamily="34" charset="0"/>
              </a:rPr>
              <a:t>Subject to the restrictions on the cover or first page of the document</a:t>
            </a:r>
          </a:p>
        </p:txBody>
      </p:sp>
      <p:pic>
        <p:nvPicPr>
          <p:cNvPr id="9" name="Picture 5" descr="Purpose &amp; principles PPT 2.png">
            <a:extLst>
              <a:ext uri="{FF2B5EF4-FFF2-40B4-BE49-F238E27FC236}">
                <a16:creationId xmlns:a16="http://schemas.microsoft.com/office/drawing/2014/main" id="{51BB7C9D-805C-A9E3-7F29-75437C0BB7F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288" y="209550"/>
            <a:ext cx="1423987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6" descr="Purpose &amp; principles PPT.png">
            <a:extLst>
              <a:ext uri="{FF2B5EF4-FFF2-40B4-BE49-F238E27FC236}">
                <a16:creationId xmlns:a16="http://schemas.microsoft.com/office/drawing/2014/main" id="{4A549EA2-D760-58AA-3107-A35416BAC1D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45588" y="6602413"/>
            <a:ext cx="265430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42423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816" y="1989138"/>
            <a:ext cx="11341101" cy="436562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95818" y="1538289"/>
            <a:ext cx="11339925" cy="36071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800">
                <a:solidFill>
                  <a:schemeClr val="accent4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395817" y="6440102"/>
            <a:ext cx="11341099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buNone/>
              <a:defRPr sz="9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013855" y="398463"/>
            <a:ext cx="672253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r" defTabSz="914400" rtl="0" eaLnBrk="1" latinLnBrk="0" hangingPunct="1">
              <a:buNone/>
              <a:defRPr lang="en-US" sz="1800" kern="1200" dirty="0">
                <a:solidFill>
                  <a:srgbClr val="011C32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EF6118B1-6479-5C3A-1BDD-18614384E39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520488" y="6492875"/>
            <a:ext cx="671512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6F9664B-027D-4AEE-9671-4928BEA6156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1" name="hcSlideMaster.3_Layout 1 - Title, Subtitle and ContentHeader" descr=" ">
            <a:extLst>
              <a:ext uri="{FF2B5EF4-FFF2-40B4-BE49-F238E27FC236}">
                <a16:creationId xmlns:a16="http://schemas.microsoft.com/office/drawing/2014/main" id="{94E5FAC6-9A0A-44F8-B9B3-D4501D93AD72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2" name="fcSlideMaster.3_Layout 1 - Title, Subtitle and ContentFooter" descr=" ">
            <a:extLst>
              <a:ext uri="{FF2B5EF4-FFF2-40B4-BE49-F238E27FC236}">
                <a16:creationId xmlns:a16="http://schemas.microsoft.com/office/drawing/2014/main" id="{A97D2C51-3152-88B0-1B22-941262CECD81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83853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der 1">
    <p:bg>
      <p:bgPr>
        <a:solidFill>
          <a:schemeClr val="bg1">
            <a:alpha val="90195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erospace engineering reviewing specifications on laptop">
            <a:extLst>
              <a:ext uri="{FF2B5EF4-FFF2-40B4-BE49-F238E27FC236}">
                <a16:creationId xmlns:a16="http://schemas.microsoft.com/office/drawing/2014/main" id="{6CF2200A-7965-A251-2FC7-3DB369B6FBA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31013A9-9FBD-7644-61FF-9DDB201427EA}"/>
              </a:ext>
            </a:extLst>
          </p:cNvPr>
          <p:cNvSpPr/>
          <p:nvPr userDrawn="1"/>
        </p:nvSpPr>
        <p:spPr>
          <a:xfrm>
            <a:off x="0" y="4714875"/>
            <a:ext cx="12192000" cy="1285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7C041D6-A600-9DE5-86C4-03E906F683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317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60" imgH="360" progId="TCLayout.ActiveDocument.1">
                  <p:embed/>
                </p:oleObj>
              </mc:Choice>
              <mc:Fallback>
                <p:oleObj name="think-cell Slide" r:id="rId5" imgW="360" imgH="360" progId="TCLayout.ActiveDocument.1">
                  <p:embed/>
                  <p:pic>
                    <p:nvPicPr>
                      <p:cNvPr id="10244" name="Object 3" hidden="1">
                        <a:extLst>
                          <a:ext uri="{FF2B5EF4-FFF2-40B4-BE49-F238E27FC236}">
                            <a16:creationId xmlns:a16="http://schemas.microsoft.com/office/drawing/2014/main" id="{19D95245-B891-C7CD-1861-1B8BA77DB5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3175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Do not remove" hidden="1">
            <a:extLst>
              <a:ext uri="{FF2B5EF4-FFF2-40B4-BE49-F238E27FC236}">
                <a16:creationId xmlns:a16="http://schemas.microsoft.com/office/drawing/2014/main" id="{8B2067C8-39F1-F65C-8D0E-5A7657CB6BC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7463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95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8A159E-64D9-393E-C348-B4CE33A50B31}"/>
              </a:ext>
            </a:extLst>
          </p:cNvPr>
          <p:cNvSpPr/>
          <p:nvPr userDrawn="1"/>
        </p:nvSpPr>
        <p:spPr>
          <a:xfrm>
            <a:off x="0" y="4711700"/>
            <a:ext cx="12192000" cy="84138"/>
          </a:xfrm>
          <a:prstGeom prst="rect">
            <a:avLst/>
          </a:prstGeom>
          <a:solidFill>
            <a:srgbClr val="186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35CF18-49A8-8E1A-2AEC-9E1217ACA9C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981200"/>
            <a:ext cx="2379663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A9398C1-6466-6836-4718-870188C345F9}"/>
              </a:ext>
            </a:extLst>
          </p:cNvPr>
          <p:cNvCxnSpPr/>
          <p:nvPr userDrawn="1"/>
        </p:nvCxnSpPr>
        <p:spPr>
          <a:xfrm>
            <a:off x="1695450" y="5445125"/>
            <a:ext cx="660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itle 8"/>
          <p:cNvSpPr>
            <a:spLocks noGrp="1"/>
          </p:cNvSpPr>
          <p:nvPr>
            <p:ph type="title"/>
          </p:nvPr>
        </p:nvSpPr>
        <p:spPr>
          <a:xfrm>
            <a:off x="2356222" y="5014045"/>
            <a:ext cx="9394363" cy="8713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0" rIns="91440" bIns="0" anchor="ctr">
            <a:noAutofit/>
          </a:bodyPr>
          <a:lstStyle>
            <a:lvl1pPr marL="0" algn="l" defTabSz="914377" rtl="0" eaLnBrk="1" latinLnBrk="0" hangingPunct="1">
              <a:lnSpc>
                <a:spcPct val="100000"/>
              </a:lnSpc>
              <a:defRPr lang="en-US" sz="1600" b="1" kern="1200" cap="all" baseline="0" dirty="0">
                <a:solidFill>
                  <a:schemeClr val="bg1"/>
                </a:solidFill>
                <a:latin typeface="+mj-lt"/>
                <a:ea typeface="+mn-ea"/>
                <a:cs typeface="Dreaming Outloud Script Pro" panose="020B0604020202020204" pitchFamily="66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hcSlideMaster.Divider 1Header" descr=" ">
            <a:extLst>
              <a:ext uri="{FF2B5EF4-FFF2-40B4-BE49-F238E27FC236}">
                <a16:creationId xmlns:a16="http://schemas.microsoft.com/office/drawing/2014/main" id="{2C1E635C-C015-3BA3-32CF-77754B0010BF}"/>
              </a:ext>
            </a:extLst>
          </p:cNvPr>
          <p:cNvSpPr txBox="1"/>
          <p:nvPr userDrawn="1"/>
        </p:nvSpPr>
        <p:spPr>
          <a:xfrm>
            <a:off x="0" y="9144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fcSlideMaster.Divider 1Footer" descr=" ">
            <a:extLst>
              <a:ext uri="{FF2B5EF4-FFF2-40B4-BE49-F238E27FC236}">
                <a16:creationId xmlns:a16="http://schemas.microsoft.com/office/drawing/2014/main" id="{D07816B1-6DE0-6C9C-157C-B661009C5397}"/>
              </a:ext>
            </a:extLst>
          </p:cNvPr>
          <p:cNvSpPr txBox="1"/>
          <p:nvPr userDrawn="1"/>
        </p:nvSpPr>
        <p:spPr>
          <a:xfrm>
            <a:off x="0" y="6637020"/>
            <a:ext cx="12192000" cy="1308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/>
            </a:pPr>
            <a:r>
              <a:rPr lang="en-US" sz="850" b="0" i="0" u="none" strike="noStrike" baseline="0">
                <a:solidFill>
                  <a:srgbClr val="000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 </a:t>
            </a:r>
            <a:endParaRPr lang="en-US" sz="850" b="0" i="0" u="none" strike="noStrike" baseline="0" dirty="0" err="1">
              <a:solidFill>
                <a:srgbClr val="000000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11080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9" hidden="1">
            <a:extLst>
              <a:ext uri="{FF2B5EF4-FFF2-40B4-BE49-F238E27FC236}">
                <a16:creationId xmlns:a16="http://schemas.microsoft.com/office/drawing/2014/main" id="{7208E0D4-98E9-DD31-1ADD-B670E23C418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9"/>
            </p:custDataLst>
          </p:nvPr>
        </p:nvGraphicFramePr>
        <p:xfrm>
          <a:off x="0" y="0"/>
          <a:ext cx="211138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0" imgW="360" imgH="360" progId="TCLayout.ActiveDocument.1">
                  <p:embed/>
                </p:oleObj>
              </mc:Choice>
              <mc:Fallback>
                <p:oleObj name="think-cell Slide" r:id="rId20" imgW="360" imgH="360" progId="TCLayout.ActiveDocument.1">
                  <p:embed/>
                  <p:pic>
                    <p:nvPicPr>
                      <p:cNvPr id="0" name="Object 9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211138" cy="15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4792" r:id="rId1"/>
    <p:sldLayoutId id="2147484793" r:id="rId2"/>
    <p:sldLayoutId id="2147484806" r:id="rId3"/>
    <p:sldLayoutId id="2147484807" r:id="rId4"/>
    <p:sldLayoutId id="2147484808" r:id="rId5"/>
    <p:sldLayoutId id="2147484801" r:id="rId6"/>
    <p:sldLayoutId id="2147484802" r:id="rId7"/>
    <p:sldLayoutId id="2147484809" r:id="rId8"/>
    <p:sldLayoutId id="2147484803" r:id="rId9"/>
    <p:sldLayoutId id="2147484804" r:id="rId10"/>
    <p:sldLayoutId id="2147484810" r:id="rId11"/>
    <p:sldLayoutId id="2147484811" r:id="rId12"/>
    <p:sldLayoutId id="2147484794" r:id="rId13"/>
    <p:sldLayoutId id="2147484795" r:id="rId14"/>
    <p:sldLayoutId id="2147484796" r:id="rId15"/>
    <p:sldLayoutId id="2147484798" r:id="rId16"/>
    <p:sldLayoutId id="2147484800" r:id="rId17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lang="en-US" sz="2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tylerbelcan/aviation-controls-simulink-training-Belcan.git" TargetMode="External"/><Relationship Id="rId2" Type="http://schemas.openxmlformats.org/officeDocument/2006/relationships/hyperlink" Target="https://github.com/ntylerbelcan/aviation-controls-simulink-training-Belcan" TargetMode="Externa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6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3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6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8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8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8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8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07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3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3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5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9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5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34.png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7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8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8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6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11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8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8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8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8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8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8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8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3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8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3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5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3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cloud.microsoft/Pages/ResponsePage.aspx?id=ukn_ZLBi3ka3S8xNNwzjQfYqP4xcaORCpJj8zDxV2HpUMDhVUlNZSEVCTjc0RlhXOEFJMEU4TUtHNi4u" TargetMode="External"/><Relationship Id="rId1" Type="http://schemas.openxmlformats.org/officeDocument/2006/relationships/slideLayout" Target="../slideLayouts/slideLayout1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hyperlink" Target="https://pages.store.office.com/addinsinstallpage.aspx?rs=en-US&amp;assetid=WA200003233&amp;isWac=True&amp;ui=en-US&amp;ad=US" TargetMode="External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5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cloud.microsoft/Pages/DesignPageV2.aspx?origin=NeoPortalPage&amp;subpage=design&amp;collectionid=1poezbja8ui7pddb2eif43&amp;id=ukn_ZLBi3ka3S8xNNwzjQfYqP4xcaORCpJj8zDxV2HpUMDhVUlNZSEVCTjc0RlhXOEFJMEU4TUtHNi4u&amp;analysis=true" TargetMode="External"/><Relationship Id="rId7" Type="http://schemas.openxmlformats.org/officeDocument/2006/relationships/hyperlink" Target="https://app.powerbi.com/links/1k5VPLd_w6?ctid=64ff49ba-62b0-46de-b74b-cc4d370ce341&amp;pbi_source=linkShare&amp;bookmarkGuid=f12a252e-8152-4017-b945-1a8bfbe012c8" TargetMode="External"/><Relationship Id="rId2" Type="http://schemas.openxmlformats.org/officeDocument/2006/relationships/hyperlink" Target="https://forms.cloud.microsoft/Pages/AnalysisPage.aspx?AnalyzerToken=F7BYU3UBwOCWdaqgHwvXhoPkFZJvQxS6&amp;id=ukn_ZLBi3ka3S8xNNwzjQfYqP4xcaORCpJj8zDxV2HpUMDhVUlNZSEVCTjc0RlhXOEFJMEU4TUtHNi4u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app.powerbi.com/groups/me/list?ctid=64ff49ba-62b0-46de-b74b-cc4d370ce341&amp;experience=power-bi" TargetMode="External"/><Relationship Id="rId5" Type="http://schemas.openxmlformats.org/officeDocument/2006/relationships/hyperlink" Target="https://belcan-my.sharepoint.com/my" TargetMode="External"/><Relationship Id="rId4" Type="http://schemas.openxmlformats.org/officeDocument/2006/relationships/hyperlink" Target="https://belcan-my.sharepoint.com/:x:/p/ntyler/IQAg-n7jhW28RLkogSs-LlnmAQVm5xgNX9Nok0s08ehBME0?e=MsB9Wo" TargetMode="Externa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3594AB9-2C9A-954E-9F92-62EFB7D09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4130" y="4947338"/>
            <a:ext cx="9394825" cy="871538"/>
          </a:xfrm>
        </p:spPr>
        <p:txBody>
          <a:bodyPr/>
          <a:lstStyle/>
          <a:p>
            <a:pPr>
              <a:defRPr/>
            </a:pPr>
            <a:r>
              <a:rPr dirty="0"/>
              <a:t>Chapter 1 </a:t>
            </a:r>
            <a:r>
              <a:rPr lang="en-US" altLang="en-US" dirty="0"/>
              <a:t>The Basics</a:t>
            </a:r>
            <a:endParaRPr dirty="0"/>
          </a:p>
        </p:txBody>
      </p:sp>
      <p:sp>
        <p:nvSpPr>
          <p:cNvPr id="14339" name="TextBox 3">
            <a:extLst>
              <a:ext uri="{FF2B5EF4-FFF2-40B4-BE49-F238E27FC236}">
                <a16:creationId xmlns:a16="http://schemas.microsoft.com/office/drawing/2014/main" id="{5987A8B9-2167-D53B-8086-29D2671D85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7342" y="5310188"/>
            <a:ext cx="268451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 b="1" dirty="0">
                <a:solidFill>
                  <a:schemeClr val="bg1"/>
                </a:solidFill>
              </a:rPr>
              <a:t>How to Use MATLAB/SIMULINK</a:t>
            </a:r>
          </a:p>
          <a:p>
            <a:pPr algn="ctr"/>
            <a:r>
              <a:rPr lang="en-US" altLang="en-US" sz="1400" b="1" dirty="0">
                <a:solidFill>
                  <a:schemeClr val="bg1"/>
                </a:solidFill>
              </a:rPr>
              <a:t>09 September 2026</a:t>
            </a:r>
          </a:p>
          <a:p>
            <a:pPr algn="ctr"/>
            <a:r>
              <a:rPr lang="en-US" altLang="en-US" sz="1400" b="1" dirty="0">
                <a:solidFill>
                  <a:schemeClr val="bg1"/>
                </a:solidFill>
              </a:rPr>
              <a:t>By Nathaniel Tyler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8D16E5-FC70-4956-3DB3-2BE8C9924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65" y="2019503"/>
            <a:ext cx="4637020" cy="8715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978E31C-38C2-F6ED-D037-C3E408D0FD4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Simulink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EA7C0-0E57-D7BE-A136-2E1865F80C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MATLAB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021B32-8A88-1517-3AA4-EBB431004A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What is MATLAB and Simulink?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F7FE4CC-3FAC-FA81-E419-C9CF5944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649223"/>
          </a:xfrm>
        </p:spPr>
        <p:txBody>
          <a:bodyPr/>
          <a:lstStyle/>
          <a:p>
            <a:r>
              <a:rPr lang="en-US" dirty="0"/>
              <a:t>What is MATLAB and Simulink?</a:t>
            </a:r>
            <a:br>
              <a:rPr lang="en-US" sz="3600" b="0" i="1" dirty="0">
                <a:solidFill>
                  <a:srgbClr val="0B1F33"/>
                </a:solidFill>
                <a:latin typeface="Aptos"/>
                <a:ea typeface="Aptos"/>
                <a:cs typeface="Aptos"/>
              </a:rPr>
            </a:br>
            <a:r>
              <a:rPr lang="en-US" sz="1400" b="0" i="1" dirty="0">
                <a:solidFill>
                  <a:srgbClr val="17324A"/>
                </a:solidFill>
                <a:latin typeface="Aptos"/>
                <a:ea typeface="Aptos"/>
                <a:cs typeface="Aptos"/>
              </a:rPr>
              <a:t>MATLAB and Simulink provide a unified environment for model-based development, simulation, and verification of complex engineering systems.</a:t>
            </a:r>
            <a:endParaRPr lang="en-US" sz="14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4392E0B-4393-7176-D5FA-886403E421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Numerical computing, analysis, and algorithm development.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E23897C-2DAD-DF99-DD6F-0B5E873A695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Graphical modeling and simulation of dynamic systems.</a:t>
            </a:r>
          </a:p>
        </p:txBody>
      </p:sp>
      <p:pic>
        <p:nvPicPr>
          <p:cNvPr id="11" name="Content Placeholder 9">
            <a:extLst>
              <a:ext uri="{FF2B5EF4-FFF2-40B4-BE49-F238E27FC236}">
                <a16:creationId xmlns:a16="http://schemas.microsoft.com/office/drawing/2014/main" id="{DC21BC19-A3FF-ADEF-AC92-2B1A01941D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957" y="3192463"/>
            <a:ext cx="5157174" cy="3217862"/>
          </a:xfrm>
          <a:prstGeom prst="rect">
            <a:avLst/>
          </a:prstGeom>
        </p:spPr>
      </p:pic>
      <p:pic>
        <p:nvPicPr>
          <p:cNvPr id="13" name="Content Placeholder 11">
            <a:extLst>
              <a:ext uri="{FF2B5EF4-FFF2-40B4-BE49-F238E27FC236}">
                <a16:creationId xmlns:a16="http://schemas.microsoft.com/office/drawing/2014/main" id="{6CB1E81D-46BC-7BB7-55D7-6307B0DA6175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tretch>
            <a:fillRect/>
          </a:stretch>
        </p:blipFill>
        <p:spPr>
          <a:xfrm>
            <a:off x="6113463" y="3192463"/>
            <a:ext cx="5622925" cy="3217862"/>
          </a:xfrm>
          <a:prstGeom prst="rect">
            <a:avLst/>
          </a:prstGeom>
        </p:spPr>
      </p:pic>
      <p:pic>
        <p:nvPicPr>
          <p:cNvPr id="15" name="Picture 14" descr="MATLAB Logo, symbol, meaning, history, PNG, brand">
            <a:extLst>
              <a:ext uri="{FF2B5EF4-FFF2-40B4-BE49-F238E27FC236}">
                <a16:creationId xmlns:a16="http://schemas.microsoft.com/office/drawing/2014/main" id="{9747FE6E-CA9C-F29C-CB51-C3F96B2C1C3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7097" r="65520" b="27886"/>
          <a:stretch>
            <a:fillRect/>
          </a:stretch>
        </p:blipFill>
        <p:spPr>
          <a:xfrm>
            <a:off x="1695657" y="1848159"/>
            <a:ext cx="779850" cy="572729"/>
          </a:xfrm>
          <a:prstGeom prst="rect">
            <a:avLst/>
          </a:prstGeom>
        </p:spPr>
      </p:pic>
      <p:pic>
        <p:nvPicPr>
          <p:cNvPr id="17" name="Picture 16" descr="Logotipo De Simulink De Matlab MATLAB® And Simulink® | Microchip">
            <a:extLst>
              <a:ext uri="{FF2B5EF4-FFF2-40B4-BE49-F238E27FC236}">
                <a16:creationId xmlns:a16="http://schemas.microsoft.com/office/drawing/2014/main" id="{78B1D84A-992E-6675-1A93-9DE876134A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0126" y="1871893"/>
            <a:ext cx="525259" cy="525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869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3375A9C-B21F-B38B-3502-4636ED670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A7B20CA-58FF-AEB0-87F6-A37AEEE12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Simulink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EE1638-BF47-BE36-C601-85E440C65F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MATLAB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351350-A8BF-681B-53F2-80727248E9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What are some useful commands for MATLAB and Simulink?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518CF53-993E-CFE4-39CA-1E28C731B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649223"/>
          </a:xfrm>
        </p:spPr>
        <p:txBody>
          <a:bodyPr/>
          <a:lstStyle/>
          <a:p>
            <a:r>
              <a:rPr lang="en-US" dirty="0"/>
              <a:t>What are some useful commands for MATLAB and Simulink?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AFA8D9D-0A3E-C11D-0DC6-608DD322454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What are some useful commands?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6EAB3D3-D37C-6958-5669-E969D46C5CA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What are some useful shortcuts?</a:t>
            </a:r>
          </a:p>
        </p:txBody>
      </p:sp>
      <p:pic>
        <p:nvPicPr>
          <p:cNvPr id="15" name="Picture 14" descr="MATLAB Logo, symbol, meaning, history, PNG, brand">
            <a:extLst>
              <a:ext uri="{FF2B5EF4-FFF2-40B4-BE49-F238E27FC236}">
                <a16:creationId xmlns:a16="http://schemas.microsoft.com/office/drawing/2014/main" id="{39EFD516-368B-342D-3536-58C10602E3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097" r="65520" b="27886"/>
          <a:stretch>
            <a:fillRect/>
          </a:stretch>
        </p:blipFill>
        <p:spPr>
          <a:xfrm>
            <a:off x="1695657" y="1848159"/>
            <a:ext cx="779850" cy="572729"/>
          </a:xfrm>
          <a:prstGeom prst="rect">
            <a:avLst/>
          </a:prstGeom>
        </p:spPr>
      </p:pic>
      <p:pic>
        <p:nvPicPr>
          <p:cNvPr id="17" name="Picture 16" descr="Logotipo De Simulink De Matlab MATLAB® And Simulink® | Microchip">
            <a:extLst>
              <a:ext uri="{FF2B5EF4-FFF2-40B4-BE49-F238E27FC236}">
                <a16:creationId xmlns:a16="http://schemas.microsoft.com/office/drawing/2014/main" id="{D196EAA9-D59B-F616-4735-805961161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126" y="1871893"/>
            <a:ext cx="525259" cy="525259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25AD302-DF14-EADF-F91A-A5FECCDC2690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r>
              <a:rPr lang="en-US" dirty="0"/>
              <a:t>Save			CTRL + S</a:t>
            </a:r>
          </a:p>
          <a:p>
            <a:r>
              <a:rPr lang="en-US" dirty="0"/>
              <a:t>Cancel Action 		CTRL + C	</a:t>
            </a:r>
          </a:p>
          <a:p>
            <a:r>
              <a:rPr lang="en-US" dirty="0"/>
              <a:t>Compile		CTRL + D</a:t>
            </a:r>
          </a:p>
          <a:p>
            <a:r>
              <a:rPr lang="en-US" dirty="0"/>
              <a:t>Build			CTRL + B</a:t>
            </a:r>
          </a:p>
          <a:p>
            <a:r>
              <a:rPr lang="en-US" dirty="0"/>
              <a:t>Run Sim		CTRL + T</a:t>
            </a:r>
          </a:p>
          <a:p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4DC3BBA-95F9-FAE3-9F55-055808976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Clear workspace	clear</a:t>
            </a:r>
          </a:p>
          <a:p>
            <a:r>
              <a:rPr lang="en-US" dirty="0"/>
              <a:t>Clean window		</a:t>
            </a:r>
            <a:r>
              <a:rPr lang="en-US" dirty="0" err="1"/>
              <a:t>clc</a:t>
            </a:r>
            <a:endParaRPr lang="en-US" dirty="0"/>
          </a:p>
          <a:p>
            <a:r>
              <a:rPr lang="en-US" dirty="0"/>
              <a:t>Cancel Action		CTRL + C</a:t>
            </a:r>
          </a:p>
        </p:txBody>
      </p:sp>
    </p:spTree>
    <p:extLst>
      <p:ext uri="{BB962C8B-B14F-4D97-AF65-F5344CB8AC3E}">
        <p14:creationId xmlns:p14="http://schemas.microsoft.com/office/powerpoint/2010/main" val="2384426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886766-355D-FAB3-7FBD-0DD4D63364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What does success look like?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608F93-F47F-FA51-3F4B-69DE4430E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 looks like knowing how to 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1B8FD5-671E-7696-712F-662D72BB1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Open MATLAB &amp; SIMULINK</a:t>
            </a:r>
          </a:p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Create a new Simulink Model</a:t>
            </a:r>
          </a:p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Use blocks</a:t>
            </a:r>
          </a:p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Run a simulation</a:t>
            </a:r>
          </a:p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Use Data inspector</a:t>
            </a:r>
          </a:p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Use Model Explorer</a:t>
            </a:r>
          </a:p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Use Requirements editor</a:t>
            </a:r>
          </a:p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endParaRPr lang="en-US" dirty="0"/>
          </a:p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Slide 5 Shows a final product of the Example we will be walking thru.</a:t>
            </a:r>
          </a:p>
        </p:txBody>
      </p:sp>
    </p:spTree>
    <p:extLst>
      <p:ext uri="{BB962C8B-B14F-4D97-AF65-F5344CB8AC3E}">
        <p14:creationId xmlns:p14="http://schemas.microsoft.com/office/powerpoint/2010/main" val="3427441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69C3D62-E170-20C9-A762-81F86C9126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Final Setup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8B440D6-4257-B20F-9554-6BCBB4FA7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polynomial_System.slx</a:t>
            </a:r>
            <a:r>
              <a:rPr lang="en-US" dirty="0">
                <a:solidFill>
                  <a:srgbClr val="0B1F33"/>
                </a:solidFill>
                <a:latin typeface="Aptos"/>
                <a:ea typeface="Aptos"/>
                <a:cs typeface="Aptos"/>
              </a:rPr>
              <a:t> (Model Settings)</a:t>
            </a:r>
            <a:br>
              <a:rPr lang="en-US" dirty="0">
                <a:solidFill>
                  <a:srgbClr val="0B1F33"/>
                </a:solidFill>
                <a:latin typeface="Aptos"/>
                <a:ea typeface="Aptos"/>
                <a:cs typeface="Aptos"/>
              </a:rPr>
            </a:br>
            <a:r>
              <a:rPr lang="en-US" sz="1400" b="0" i="1" dirty="0">
                <a:solidFill>
                  <a:srgbClr val="FF0000"/>
                </a:solidFill>
                <a:latin typeface="Aptos"/>
                <a:ea typeface="Aptos"/>
                <a:cs typeface="Aptos"/>
              </a:rPr>
              <a:t>Note: How you Models Settings should be setup.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29" name="Content Placeholder 25">
            <a:extLst>
              <a:ext uri="{FF2B5EF4-FFF2-40B4-BE49-F238E27FC236}">
                <a16:creationId xmlns:a16="http://schemas.microsoft.com/office/drawing/2014/main" id="{3C343365-B3C3-C70A-AE39-8A70FD7489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56588"/>
          <a:stretch>
            <a:fillRect/>
          </a:stretch>
        </p:blipFill>
        <p:spPr>
          <a:xfrm>
            <a:off x="1778990" y="2628416"/>
            <a:ext cx="8573696" cy="2936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093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A4371-CE9F-CC6E-AFC4-0B2D6F62A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E440B6C-ADF7-B7AD-FF28-4AFA560284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Final Setup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3622BBB-8889-10C0-7FDF-4008002FF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polynomial_System.slx</a:t>
            </a:r>
            <a:r>
              <a:rPr lang="en-US" dirty="0">
                <a:solidFill>
                  <a:srgbClr val="0B1F33"/>
                </a:solidFill>
                <a:latin typeface="Aptos"/>
                <a:ea typeface="Aptos"/>
                <a:cs typeface="Aptos"/>
              </a:rPr>
              <a:t> (Model File)</a:t>
            </a:r>
            <a:br>
              <a:rPr lang="en-US" dirty="0">
                <a:solidFill>
                  <a:srgbClr val="0B1F33"/>
                </a:solidFill>
                <a:latin typeface="Aptos"/>
                <a:ea typeface="Aptos"/>
                <a:cs typeface="Aptos"/>
              </a:rPr>
            </a:br>
            <a:r>
              <a:rPr lang="en-US" sz="1400" b="0" i="1" dirty="0">
                <a:solidFill>
                  <a:srgbClr val="FF0000"/>
                </a:solidFill>
                <a:latin typeface="Aptos"/>
                <a:ea typeface="Aptos"/>
                <a:cs typeface="Aptos"/>
              </a:rPr>
              <a:t>Note: How your Model Should look when Finished</a:t>
            </a:r>
            <a:endParaRPr lang="en-US" sz="1400" dirty="0">
              <a:solidFill>
                <a:srgbClr val="FF0000"/>
              </a:solidFill>
            </a:endParaRPr>
          </a:p>
        </p:txBody>
      </p:sp>
      <p:pic>
        <p:nvPicPr>
          <p:cNvPr id="22" name="Content Placeholder 15">
            <a:extLst>
              <a:ext uri="{FF2B5EF4-FFF2-40B4-BE49-F238E27FC236}">
                <a16:creationId xmlns:a16="http://schemas.microsoft.com/office/drawing/2014/main" id="{874AB148-8D5B-8E2D-1D8C-E918E6E797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547" t="20668" r="19484" b="5308"/>
          <a:stretch>
            <a:fillRect/>
          </a:stretch>
        </p:blipFill>
        <p:spPr>
          <a:xfrm>
            <a:off x="1697353" y="1838325"/>
            <a:ext cx="8736970" cy="4516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971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3751B-F565-D665-3040-EB47D8754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1BA6A7E-46CE-ED59-71EF-36146F2B03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Final Setup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C9C4CF1-FBBD-268D-178B-97770DEDF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polynomial_System.sldd</a:t>
            </a:r>
            <a:r>
              <a:rPr lang="en-US" dirty="0">
                <a:solidFill>
                  <a:srgbClr val="0B1F33"/>
                </a:solidFill>
                <a:latin typeface="Aptos"/>
                <a:ea typeface="Aptos"/>
                <a:cs typeface="Aptos"/>
              </a:rPr>
              <a:t> (Data Dictionary) </a:t>
            </a:r>
            <a:br>
              <a:rPr lang="en-US" dirty="0">
                <a:solidFill>
                  <a:srgbClr val="0B1F33"/>
                </a:solidFill>
                <a:latin typeface="Aptos"/>
                <a:ea typeface="Aptos"/>
                <a:cs typeface="Aptos"/>
              </a:rPr>
            </a:br>
            <a:r>
              <a:rPr lang="en-US" sz="1200" b="0" i="1" dirty="0">
                <a:solidFill>
                  <a:srgbClr val="FF0000"/>
                </a:solidFill>
                <a:latin typeface="Aptos"/>
                <a:ea typeface="Aptos"/>
                <a:cs typeface="Aptos"/>
              </a:rPr>
              <a:t>Note: Contains Signals &amp; Parameters</a:t>
            </a:r>
            <a:endParaRPr lang="en-US" sz="1200" b="0" i="1" dirty="0">
              <a:solidFill>
                <a:srgbClr val="FF0000"/>
              </a:solidFill>
            </a:endParaRPr>
          </a:p>
        </p:txBody>
      </p:sp>
      <p:pic>
        <p:nvPicPr>
          <p:cNvPr id="10" name="Content Placeholder 5">
            <a:extLst>
              <a:ext uri="{FF2B5EF4-FFF2-40B4-BE49-F238E27FC236}">
                <a16:creationId xmlns:a16="http://schemas.microsoft.com/office/drawing/2014/main" id="{7436D383-7843-4F59-4792-908D94EF67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4474" b="64780"/>
          <a:stretch>
            <a:fillRect/>
          </a:stretch>
        </p:blipFill>
        <p:spPr>
          <a:xfrm>
            <a:off x="395288" y="2675209"/>
            <a:ext cx="11341100" cy="2842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276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95185-60E3-60E5-534D-B4A8C998B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5EB541-9D77-7D61-2920-21EA69EED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Download the Git Repo</a:t>
            </a:r>
          </a:p>
        </p:txBody>
      </p:sp>
    </p:spTree>
    <p:extLst>
      <p:ext uri="{BB962C8B-B14F-4D97-AF65-F5344CB8AC3E}">
        <p14:creationId xmlns:p14="http://schemas.microsoft.com/office/powerpoint/2010/main" val="3762716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314FF-2564-999F-BED9-492F98DB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F0340D-8F5A-6BA5-E23E-F12C8CFC05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Download the Git Repo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D332D48-5BEE-725D-1184-2B0774D12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Hub Training Repo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643337-5D2F-AE14-065E-F984C3C15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 Hub Webpage</a:t>
            </a:r>
          </a:p>
          <a:p>
            <a:pPr lvl="1"/>
            <a:r>
              <a:rPr lang="en-US" dirty="0" err="1">
                <a:hlinkClick r:id="rId2"/>
              </a:rPr>
              <a:t>ntylerbelcan</a:t>
            </a:r>
            <a:r>
              <a:rPr lang="en-US" dirty="0">
                <a:hlinkClick r:id="rId2"/>
              </a:rPr>
              <a:t>/aviation-controls-</a:t>
            </a:r>
            <a:r>
              <a:rPr lang="en-US" dirty="0" err="1">
                <a:hlinkClick r:id="rId2"/>
              </a:rPr>
              <a:t>simulink</a:t>
            </a:r>
            <a:r>
              <a:rPr lang="en-US" dirty="0">
                <a:hlinkClick r:id="rId2"/>
              </a:rPr>
              <a:t>-training-Belcan</a:t>
            </a:r>
            <a:endParaRPr lang="en-US" dirty="0"/>
          </a:p>
          <a:p>
            <a:endParaRPr lang="en-US" dirty="0"/>
          </a:p>
          <a:p>
            <a:r>
              <a:rPr lang="en-US" dirty="0"/>
              <a:t>Ensure you are in a folder called “GitHub” before your run either of the following commands:</a:t>
            </a:r>
          </a:p>
          <a:p>
            <a:pPr marL="400050" lvl="1" indent="0">
              <a:buNone/>
            </a:pPr>
            <a:endParaRPr lang="en-US" dirty="0"/>
          </a:p>
          <a:p>
            <a:pPr lvl="1"/>
            <a:r>
              <a:rPr lang="en-US" dirty="0"/>
              <a:t>In </a:t>
            </a:r>
            <a:r>
              <a:rPr lang="en-US" b="1" dirty="0"/>
              <a:t>Git Bash </a:t>
            </a:r>
            <a:r>
              <a:rPr lang="en-US" dirty="0"/>
              <a:t>/ Terminal you can run</a:t>
            </a:r>
          </a:p>
          <a:p>
            <a:pPr lvl="2"/>
            <a:r>
              <a:rPr lang="en-US" dirty="0"/>
              <a:t>git clone </a:t>
            </a:r>
            <a:r>
              <a:rPr lang="en-US" dirty="0">
                <a:hlinkClick r:id="rId3"/>
              </a:rPr>
              <a:t>https://github.com/ntylerbelcan/aviation-controls-simulink-training-Belcan.git</a:t>
            </a:r>
            <a:br>
              <a:rPr lang="en-US" dirty="0"/>
            </a:br>
            <a:endParaRPr lang="en-US" dirty="0"/>
          </a:p>
          <a:p>
            <a:pPr lvl="1"/>
            <a:r>
              <a:rPr lang="en-US" b="1" dirty="0"/>
              <a:t>OR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In </a:t>
            </a:r>
            <a:r>
              <a:rPr lang="en-US" b="1" dirty="0"/>
              <a:t>MATLAB</a:t>
            </a:r>
          </a:p>
          <a:p>
            <a:pPr lvl="2"/>
            <a:r>
              <a:rPr lang="en-US" dirty="0"/>
              <a:t>You can clone directly from the MATLAB command </a:t>
            </a:r>
            <a:r>
              <a:rPr lang="en-US" dirty="0" err="1"/>
              <a:t>window:MATLAB</a:t>
            </a:r>
            <a:endParaRPr lang="en-US" dirty="0"/>
          </a:p>
          <a:p>
            <a:pPr lvl="2"/>
            <a:r>
              <a:rPr lang="en-US" dirty="0"/>
              <a:t>system('git clone https://github.com/ntylerbelcan/aviation-controls-simulink-training-Belcan.git')</a:t>
            </a:r>
          </a:p>
        </p:txBody>
      </p:sp>
    </p:spTree>
    <p:extLst>
      <p:ext uri="{BB962C8B-B14F-4D97-AF65-F5344CB8AC3E}">
        <p14:creationId xmlns:p14="http://schemas.microsoft.com/office/powerpoint/2010/main" val="4054241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525BDFB-94C2-A959-29C1-318ED12D8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Open MATLAB &amp; SIMULINK</a:t>
            </a:r>
          </a:p>
        </p:txBody>
      </p:sp>
    </p:spTree>
    <p:extLst>
      <p:ext uri="{BB962C8B-B14F-4D97-AF65-F5344CB8AC3E}">
        <p14:creationId xmlns:p14="http://schemas.microsoft.com/office/powerpoint/2010/main" val="200985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402783-68BA-C9C0-1AC5-61F64EFA96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Open MATLAB &amp; SIMULINK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F6A2E9F-D28F-AE5F-E71B-CCD9CD844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MATLAB</a:t>
            </a:r>
          </a:p>
        </p:txBody>
      </p:sp>
      <p:pic>
        <p:nvPicPr>
          <p:cNvPr id="7" name="Content Placeholder 7">
            <a:extLst>
              <a:ext uri="{FF2B5EF4-FFF2-40B4-BE49-F238E27FC236}">
                <a16:creationId xmlns:a16="http://schemas.microsoft.com/office/drawing/2014/main" id="{68E633BC-D912-875C-0557-4C3E80DAEA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5414" y="3186007"/>
            <a:ext cx="3200847" cy="151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539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9490F-4813-44BC-B6D3-A250E7152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002A99-A321-FE5D-D57A-865F7F7A5A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Open MATLAB &amp; SIMULINK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104A3B1-04A3-5A6B-8091-AFEFD494A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the MATLAB Window Layout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8983052-63F9-5116-2FF5-7171F5374A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489" y="1531938"/>
            <a:ext cx="8972697" cy="482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342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3121E-DE66-D67A-DD68-DE3CBB884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00AC230-0A7F-563F-D824-9287DDCAEF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62484" y="1992254"/>
            <a:ext cx="2230073" cy="731520"/>
          </a:xfrm>
        </p:spPr>
        <p:txBody>
          <a:bodyPr/>
          <a:lstStyle/>
          <a:p>
            <a:r>
              <a:rPr lang="en-US" b="0" dirty="0"/>
              <a:t>Step 2. Navigate to Chapter 2 folder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656036E-E490-A0AD-5BFE-84FDBED236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0" dirty="0"/>
              <a:t>Step 1. Navigate to training folder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8758885-1CDA-0A29-BB4B-CB9149FCFC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Open MATLAB &amp; SIMULINK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89E6064-7B0E-A51E-E61C-7558DE8DA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Navigate to training folder (Summary)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5B05A8-9C31-97E7-DA73-7020581DF26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682865" y="1992254"/>
            <a:ext cx="3572740" cy="731520"/>
          </a:xfrm>
        </p:spPr>
        <p:txBody>
          <a:bodyPr>
            <a:normAutofit/>
          </a:bodyPr>
          <a:lstStyle/>
          <a:p>
            <a:r>
              <a:rPr lang="en-US" dirty="0"/>
              <a:t>Step 2. Navigate to sub folder “01_polynomial_System”</a:t>
            </a:r>
          </a:p>
        </p:txBody>
      </p:sp>
      <p:pic>
        <p:nvPicPr>
          <p:cNvPr id="10" name="Content Placeholder 10">
            <a:extLst>
              <a:ext uri="{FF2B5EF4-FFF2-40B4-BE49-F238E27FC236}">
                <a16:creationId xmlns:a16="http://schemas.microsoft.com/office/drawing/2014/main" id="{A72C2539-67BC-489D-AED5-2A0331F0A729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/>
          <a:srcRect r="83517" b="49791"/>
          <a:stretch>
            <a:fillRect/>
          </a:stretch>
        </p:blipFill>
        <p:spPr>
          <a:xfrm>
            <a:off x="4662484" y="2759075"/>
            <a:ext cx="2230073" cy="3651250"/>
          </a:xfrm>
          <a:prstGeom prst="rect">
            <a:avLst/>
          </a:prstGeom>
        </p:spPr>
      </p:pic>
      <p:pic>
        <p:nvPicPr>
          <p:cNvPr id="13" name="Content Placeholder 4">
            <a:extLst>
              <a:ext uri="{FF2B5EF4-FFF2-40B4-BE49-F238E27FC236}">
                <a16:creationId xmlns:a16="http://schemas.microsoft.com/office/drawing/2014/main" id="{6CAE577E-32FC-BEB5-D154-DC2226B74B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13" b="53441"/>
          <a:stretch>
            <a:fillRect/>
          </a:stretch>
        </p:blipFill>
        <p:spPr>
          <a:xfrm>
            <a:off x="526528" y="2759075"/>
            <a:ext cx="3178697" cy="3651250"/>
          </a:xfrm>
          <a:prstGeom prst="rect">
            <a:avLst/>
          </a:prstGeom>
        </p:spPr>
      </p:pic>
      <p:pic>
        <p:nvPicPr>
          <p:cNvPr id="16" name="Content Placeholder 16">
            <a:extLst>
              <a:ext uri="{FF2B5EF4-FFF2-40B4-BE49-F238E27FC236}">
                <a16:creationId xmlns:a16="http://schemas.microsoft.com/office/drawing/2014/main" id="{EC370DD4-0BB2-5E68-0C67-A2AFD8F3EDE0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/>
          <a:srcRect r="86387" b="58535"/>
          <a:stretch>
            <a:fillRect/>
          </a:stretch>
        </p:blipFill>
        <p:spPr>
          <a:xfrm>
            <a:off x="7682865" y="2759075"/>
            <a:ext cx="2230073" cy="365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148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8216E-1A64-1193-E0B5-50B6D4246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9B8E91-3DB6-2C46-0C6D-6BB1A7729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Add To Project</a:t>
            </a:r>
          </a:p>
        </p:txBody>
      </p:sp>
    </p:spTree>
    <p:extLst>
      <p:ext uri="{BB962C8B-B14F-4D97-AF65-F5344CB8AC3E}">
        <p14:creationId xmlns:p14="http://schemas.microsoft.com/office/powerpoint/2010/main" val="300181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A2590-4BD8-311C-33CD-0329ECBA9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4219BBE-9F11-52B1-95B1-A3481BF9976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28569" y="1563046"/>
            <a:ext cx="3776472" cy="693752"/>
          </a:xfrm>
        </p:spPr>
        <p:txBody>
          <a:bodyPr>
            <a:normAutofit/>
          </a:bodyPr>
          <a:lstStyle/>
          <a:p>
            <a:r>
              <a:rPr lang="en-US" dirty="0"/>
              <a:t>Step 2. Click “Add Selected Folders and Subfolders”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6B13119-1974-8563-0C63-E19D27CBD7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3776472" cy="693752"/>
          </a:xfrm>
        </p:spPr>
        <p:txBody>
          <a:bodyPr/>
          <a:lstStyle/>
          <a:p>
            <a:r>
              <a:rPr lang="en-US" dirty="0"/>
              <a:t>Step 1. Right Click Folder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E1239AD-10C8-65D8-0690-451AB62194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Add To Project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0768430-6F99-4758-95FB-03D4339B1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“ch02” Folder and Sub Folders to Project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EE4AAF5C-F38E-9775-9A05-4CDC7F6B06E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62555" y="1563046"/>
            <a:ext cx="3776472" cy="693752"/>
          </a:xfrm>
        </p:spPr>
        <p:txBody>
          <a:bodyPr>
            <a:normAutofit/>
          </a:bodyPr>
          <a:lstStyle/>
          <a:p>
            <a:r>
              <a:rPr lang="en-US" dirty="0"/>
              <a:t>Step 3. Observe Folder has been added to path</a:t>
            </a:r>
          </a:p>
        </p:txBody>
      </p:sp>
      <p:pic>
        <p:nvPicPr>
          <p:cNvPr id="4" name="Content Placeholder 10">
            <a:extLst>
              <a:ext uri="{FF2B5EF4-FFF2-40B4-BE49-F238E27FC236}">
                <a16:creationId xmlns:a16="http://schemas.microsoft.com/office/drawing/2014/main" id="{30B9259D-561B-ED3F-65FF-DFE5553BE5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644" b="53572"/>
          <a:stretch>
            <a:fillRect/>
          </a:stretch>
        </p:blipFill>
        <p:spPr>
          <a:xfrm>
            <a:off x="508367" y="2256798"/>
            <a:ext cx="3143911" cy="3854217"/>
          </a:xfrm>
          <a:prstGeom prst="rect">
            <a:avLst/>
          </a:prstGeo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73BF6850-634D-78EB-BE1E-3400394772DB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317" b="38744"/>
          <a:stretch>
            <a:fillRect/>
          </a:stretch>
        </p:blipFill>
        <p:spPr>
          <a:xfrm>
            <a:off x="4243049" y="2256798"/>
            <a:ext cx="3776663" cy="3585244"/>
          </a:xfrm>
          <a:prstGeom prst="rect">
            <a:avLst/>
          </a:prstGeom>
        </p:spPr>
      </p:pic>
      <p:pic>
        <p:nvPicPr>
          <p:cNvPr id="21" name="Content Placeholder 17">
            <a:extLst>
              <a:ext uri="{FF2B5EF4-FFF2-40B4-BE49-F238E27FC236}">
                <a16:creationId xmlns:a16="http://schemas.microsoft.com/office/drawing/2014/main" id="{1B9865CD-D838-C9AB-FF00-306FC91EA232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" r="81675" b="52697"/>
          <a:stretch>
            <a:fillRect/>
          </a:stretch>
        </p:blipFill>
        <p:spPr>
          <a:xfrm>
            <a:off x="8626677" y="2256798"/>
            <a:ext cx="3056955" cy="4224035"/>
          </a:xfrm>
          <a:prstGeom prst="rect">
            <a:avLst/>
          </a:prstGeom>
          <a:ln>
            <a:noFill/>
          </a:ln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1E223D70-5C0A-3A3A-A8EE-F21150830694}"/>
              </a:ext>
            </a:extLst>
          </p:cNvPr>
          <p:cNvSpPr/>
          <p:nvPr/>
        </p:nvSpPr>
        <p:spPr>
          <a:xfrm>
            <a:off x="6702458" y="5495827"/>
            <a:ext cx="1317254" cy="2073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5AFE84E7-7C46-9480-1514-9F671D3CBCA9}"/>
              </a:ext>
            </a:extLst>
          </p:cNvPr>
          <p:cNvSpPr/>
          <p:nvPr/>
        </p:nvSpPr>
        <p:spPr>
          <a:xfrm rot="10800000">
            <a:off x="7162497" y="5703216"/>
            <a:ext cx="397175" cy="490194"/>
          </a:xfrm>
          <a:prstGeom prst="down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9480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05221-6C4E-C805-D258-14D78EA91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6B95A65-2D37-64F5-B9E0-3D0FD941E8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710" y="1992254"/>
            <a:ext cx="2845658" cy="731520"/>
          </a:xfrm>
        </p:spPr>
        <p:txBody>
          <a:bodyPr/>
          <a:lstStyle/>
          <a:p>
            <a:r>
              <a:rPr lang="en-US" b="0" dirty="0"/>
              <a:t>Step 1. Double Click ch02 Folder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9092CF3-DE4A-5C94-CEF7-A2088B8D54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Add To Project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2487A96-D66C-17EC-3BC0-72C89EFE1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New Folder “01_polynomial_System”</a:t>
            </a:r>
          </a:p>
        </p:txBody>
      </p:sp>
      <p:pic>
        <p:nvPicPr>
          <p:cNvPr id="22" name="Content Placeholder 10">
            <a:extLst>
              <a:ext uri="{FF2B5EF4-FFF2-40B4-BE49-F238E27FC236}">
                <a16:creationId xmlns:a16="http://schemas.microsoft.com/office/drawing/2014/main" id="{419ADDE4-A2DC-16A2-CCC1-D0DF0A833D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78967" b="49791"/>
          <a:stretch>
            <a:fillRect/>
          </a:stretch>
        </p:blipFill>
        <p:spPr>
          <a:xfrm>
            <a:off x="69709" y="2723774"/>
            <a:ext cx="2845658" cy="365125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BE00BD30-6100-DD07-8E50-39ABA02986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716" b="65212"/>
          <a:stretch>
            <a:fillRect/>
          </a:stretch>
        </p:blipFill>
        <p:spPr>
          <a:xfrm>
            <a:off x="3336418" y="2723775"/>
            <a:ext cx="3400678" cy="2514976"/>
          </a:xfrm>
          <a:prstGeom prst="rect">
            <a:avLst/>
          </a:prstGeom>
        </p:spPr>
      </p:pic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C6733B86-94A7-3920-6A40-4707789E9E9E}"/>
              </a:ext>
            </a:extLst>
          </p:cNvPr>
          <p:cNvSpPr txBox="1">
            <a:spLocks/>
          </p:cNvSpPr>
          <p:nvPr/>
        </p:nvSpPr>
        <p:spPr>
          <a:xfrm>
            <a:off x="3336418" y="1992254"/>
            <a:ext cx="3464620" cy="7315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kern="120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Step 2. Right Click on Empty Space and Click “</a:t>
            </a:r>
            <a:r>
              <a:rPr lang="en-US" dirty="0">
                <a:sym typeface="Wingdings" panose="05000000000000000000" pitchFamily="2" charset="2"/>
              </a:rPr>
              <a:t>Folder”</a:t>
            </a:r>
            <a:endParaRPr lang="en-US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8D992CDB-9C34-EA4C-7E03-7C800CB5DE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2266" b="73837"/>
          <a:stretch>
            <a:fillRect/>
          </a:stretch>
        </p:blipFill>
        <p:spPr>
          <a:xfrm>
            <a:off x="7102700" y="2723774"/>
            <a:ext cx="1045265" cy="1900614"/>
          </a:xfrm>
          <a:prstGeom prst="rect">
            <a:avLst/>
          </a:prstGeom>
        </p:spPr>
      </p:pic>
      <p:sp>
        <p:nvSpPr>
          <p:cNvPr id="43" name="Text Placeholder 8">
            <a:extLst>
              <a:ext uri="{FF2B5EF4-FFF2-40B4-BE49-F238E27FC236}">
                <a16:creationId xmlns:a16="http://schemas.microsoft.com/office/drawing/2014/main" id="{FDC54254-85AE-1002-6FAA-985D021A1410}"/>
              </a:ext>
            </a:extLst>
          </p:cNvPr>
          <p:cNvSpPr txBox="1">
            <a:spLocks/>
          </p:cNvSpPr>
          <p:nvPr/>
        </p:nvSpPr>
        <p:spPr>
          <a:xfrm>
            <a:off x="7102700" y="1992254"/>
            <a:ext cx="1862193" cy="7315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kern="120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Step 3. </a:t>
            </a:r>
          </a:p>
          <a:p>
            <a:r>
              <a:rPr lang="en-US" dirty="0"/>
              <a:t>Rename Folder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3C1B4144-CCE2-3321-FB9B-58A60B75D9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396" b="74706"/>
          <a:stretch>
            <a:fillRect/>
          </a:stretch>
        </p:blipFill>
        <p:spPr>
          <a:xfrm>
            <a:off x="9100685" y="2723774"/>
            <a:ext cx="1693011" cy="1826306"/>
          </a:xfrm>
          <a:prstGeom prst="rect">
            <a:avLst/>
          </a:prstGeom>
        </p:spPr>
      </p:pic>
      <p:sp>
        <p:nvSpPr>
          <p:cNvPr id="51" name="Text Placeholder 8">
            <a:extLst>
              <a:ext uri="{FF2B5EF4-FFF2-40B4-BE49-F238E27FC236}">
                <a16:creationId xmlns:a16="http://schemas.microsoft.com/office/drawing/2014/main" id="{7D720E4C-5C5F-C340-EF15-3A587C860691}"/>
              </a:ext>
            </a:extLst>
          </p:cNvPr>
          <p:cNvSpPr txBox="1">
            <a:spLocks/>
          </p:cNvSpPr>
          <p:nvPr/>
        </p:nvSpPr>
        <p:spPr>
          <a:xfrm>
            <a:off x="9129514" y="1992254"/>
            <a:ext cx="2804824" cy="7315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kern="120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Step 4. Rename Folder to</a:t>
            </a:r>
          </a:p>
          <a:p>
            <a:r>
              <a:rPr lang="en-US" dirty="0"/>
              <a:t>01_polynomial_System</a:t>
            </a:r>
          </a:p>
        </p:txBody>
      </p:sp>
    </p:spTree>
    <p:extLst>
      <p:ext uri="{BB962C8B-B14F-4D97-AF65-F5344CB8AC3E}">
        <p14:creationId xmlns:p14="http://schemas.microsoft.com/office/powerpoint/2010/main" val="14432005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3B480-E006-43A5-928E-4A6AE1493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AC8222-3E40-925D-07AA-EBE792FF155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28569" y="1563046"/>
            <a:ext cx="3776472" cy="693752"/>
          </a:xfrm>
        </p:spPr>
        <p:txBody>
          <a:bodyPr>
            <a:normAutofit/>
          </a:bodyPr>
          <a:lstStyle/>
          <a:p>
            <a:r>
              <a:rPr lang="en-US" dirty="0"/>
              <a:t>Step 2. Add Selected Folders and Subfolders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4330400-6B47-B841-85C9-5731670D1E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3776472" cy="693750"/>
          </a:xfrm>
        </p:spPr>
        <p:txBody>
          <a:bodyPr/>
          <a:lstStyle/>
          <a:p>
            <a:r>
              <a:rPr lang="en-US" dirty="0"/>
              <a:t>Step 1. Right Click Folder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BB732D1-B283-A5FA-6B65-96E65F35A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Add To Project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ED13547-E31A-8C53-8433-4FDB66D4B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“01_polynomial_System” Folder and Sub Folders to Project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4673DE67-2C16-40EB-7B4E-3DEA4FB68E3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62555" y="1563045"/>
            <a:ext cx="3776472" cy="693751"/>
          </a:xfrm>
        </p:spPr>
        <p:txBody>
          <a:bodyPr>
            <a:normAutofit/>
          </a:bodyPr>
          <a:lstStyle/>
          <a:p>
            <a:r>
              <a:rPr lang="en-US" dirty="0"/>
              <a:t>Step 3. Observe Folder has been added to path</a:t>
            </a:r>
          </a:p>
        </p:txBody>
      </p:sp>
      <p:pic>
        <p:nvPicPr>
          <p:cNvPr id="33" name="Content Placeholder 32">
            <a:extLst>
              <a:ext uri="{FF2B5EF4-FFF2-40B4-BE49-F238E27FC236}">
                <a16:creationId xmlns:a16="http://schemas.microsoft.com/office/drawing/2014/main" id="{431E3DC2-4123-8628-16B5-8B6D34339713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2"/>
          <a:srcRect r="81057" b="60762"/>
          <a:stretch>
            <a:fillRect/>
          </a:stretch>
        </p:blipFill>
        <p:spPr>
          <a:xfrm>
            <a:off x="8218854" y="2256798"/>
            <a:ext cx="3464779" cy="3857555"/>
          </a:xfrm>
          <a:prstGeom prst="rect">
            <a:avLst/>
          </a:prstGeom>
        </p:spPr>
      </p:pic>
      <p:pic>
        <p:nvPicPr>
          <p:cNvPr id="43" name="Content Placeholder 18">
            <a:extLst>
              <a:ext uri="{FF2B5EF4-FFF2-40B4-BE49-F238E27FC236}">
                <a16:creationId xmlns:a16="http://schemas.microsoft.com/office/drawing/2014/main" id="{5ECB70FC-2C59-D8A0-F0E5-4ED42FAB5104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r="68706" b="40583"/>
          <a:stretch>
            <a:fillRect/>
          </a:stretch>
        </p:blipFill>
        <p:spPr>
          <a:xfrm>
            <a:off x="4229100" y="2256798"/>
            <a:ext cx="3776663" cy="3854217"/>
          </a:xfrm>
          <a:prstGeom prst="rect">
            <a:avLst/>
          </a:prstGeom>
        </p:spPr>
      </p:pic>
      <p:pic>
        <p:nvPicPr>
          <p:cNvPr id="46" name="Content Placeholder 8">
            <a:extLst>
              <a:ext uri="{FF2B5EF4-FFF2-40B4-BE49-F238E27FC236}">
                <a16:creationId xmlns:a16="http://schemas.microsoft.com/office/drawing/2014/main" id="{CF1840E2-CE98-1A4A-3242-71FD7E245B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 r="84507" b="59925"/>
          <a:stretch>
            <a:fillRect/>
          </a:stretch>
        </p:blipFill>
        <p:spPr>
          <a:xfrm>
            <a:off x="866741" y="2256798"/>
            <a:ext cx="2833755" cy="3939842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F4694412-DE9B-C5B9-C32C-4B00345E8D40}"/>
              </a:ext>
            </a:extLst>
          </p:cNvPr>
          <p:cNvSpPr/>
          <p:nvPr/>
        </p:nvSpPr>
        <p:spPr>
          <a:xfrm>
            <a:off x="6702458" y="5656083"/>
            <a:ext cx="1317254" cy="2073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Arrow: Down 49">
            <a:extLst>
              <a:ext uri="{FF2B5EF4-FFF2-40B4-BE49-F238E27FC236}">
                <a16:creationId xmlns:a16="http://schemas.microsoft.com/office/drawing/2014/main" id="{57593A93-61C0-6583-7BEB-A1F71C8D4096}"/>
              </a:ext>
            </a:extLst>
          </p:cNvPr>
          <p:cNvSpPr/>
          <p:nvPr/>
        </p:nvSpPr>
        <p:spPr>
          <a:xfrm rot="10800000">
            <a:off x="7162497" y="5863472"/>
            <a:ext cx="397175" cy="490194"/>
          </a:xfrm>
          <a:prstGeom prst="down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9879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215892E-7778-2D68-D01B-B90F9F73209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Observe Empty Folder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5B43F2C-2623-03E3-C077-2439516E29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Double Click Folder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9076A30-84DC-BF13-92D3-75B2D1BF01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Add To Project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CA2A7B2-086D-4D43-7463-68E07441F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Navigate to training folder “01_polynomial_System”</a:t>
            </a:r>
          </a:p>
        </p:txBody>
      </p:sp>
      <p:pic>
        <p:nvPicPr>
          <p:cNvPr id="20" name="Content Placeholder 16">
            <a:extLst>
              <a:ext uri="{FF2B5EF4-FFF2-40B4-BE49-F238E27FC236}">
                <a16:creationId xmlns:a16="http://schemas.microsoft.com/office/drawing/2014/main" id="{92FC4D27-9B13-39DB-EE1F-8533732FB9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83396" b="58535"/>
          <a:stretch>
            <a:fillRect/>
          </a:stretch>
        </p:blipFill>
        <p:spPr>
          <a:xfrm>
            <a:off x="1689062" y="2188471"/>
            <a:ext cx="3036963" cy="4076495"/>
          </a:xfrm>
          <a:prstGeom prst="rect">
            <a:avLst/>
          </a:prstGeom>
        </p:spPr>
      </p:pic>
      <p:sp>
        <p:nvSpPr>
          <p:cNvPr id="24" name="Content Placeholder 22">
            <a:extLst>
              <a:ext uri="{FF2B5EF4-FFF2-40B4-BE49-F238E27FC236}">
                <a16:creationId xmlns:a16="http://schemas.microsoft.com/office/drawing/2014/main" id="{8C251039-E58B-3510-E37A-A1405543A7E7}"/>
              </a:ext>
            </a:extLst>
          </p:cNvPr>
          <p:cNvSpPr txBox="1">
            <a:spLocks/>
          </p:cNvSpPr>
          <p:nvPr/>
        </p:nvSpPr>
        <p:spPr>
          <a:xfrm>
            <a:off x="6096000" y="2042464"/>
            <a:ext cx="5623560" cy="436809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pic>
        <p:nvPicPr>
          <p:cNvPr id="26" name="Content Placeholder 20">
            <a:extLst>
              <a:ext uri="{FF2B5EF4-FFF2-40B4-BE49-F238E27FC236}">
                <a16:creationId xmlns:a16="http://schemas.microsoft.com/office/drawing/2014/main" id="{598E5FB1-2960-7575-EAA9-C6E050FEC059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r="54743" b="70721"/>
          <a:stretch>
            <a:fillRect/>
          </a:stretch>
        </p:blipFill>
        <p:spPr>
          <a:xfrm>
            <a:off x="6113463" y="2188471"/>
            <a:ext cx="5622925" cy="1955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4845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9DFB6-62FA-C697-2982-FEA964845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2D27DD5-B0EE-7BCF-19AD-3A8BF7266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Create a new Simulink Model</a:t>
            </a:r>
          </a:p>
        </p:txBody>
      </p:sp>
    </p:spTree>
    <p:extLst>
      <p:ext uri="{BB962C8B-B14F-4D97-AF65-F5344CB8AC3E}">
        <p14:creationId xmlns:p14="http://schemas.microsoft.com/office/powerpoint/2010/main" val="15869734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1EB3153-E9D3-6B78-8C05-BA55FE0D0E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Create a new Simulink Model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27EDF59-33EB-340F-6A8D-BA6AD96A2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Success in this section looks like knowing how to 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1C9318-A0AB-00FD-A7EA-8A4E31D28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Create a new Simulink Model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Creating File (</a:t>
            </a:r>
            <a:r>
              <a:rPr lang="en-US" sz="1800" i="1" dirty="0" err="1"/>
              <a:t>slx</a:t>
            </a:r>
            <a:r>
              <a:rPr lang="en-US" sz="1800" i="1" dirty="0"/>
              <a:t>) 		Create / Rename / Open</a:t>
            </a:r>
            <a:endParaRPr lang="en-US" sz="18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8797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A5396D6-CC26-F8ED-A396-D7179DEE3D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Create a new Simulink Model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F82484C-C605-D0D9-B234-DE13CCD08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Navigate to training folder &amp; create Simulink Model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3F052E-9E8F-04B2-E2AC-454C708373E6}"/>
              </a:ext>
            </a:extLst>
          </p:cNvPr>
          <p:cNvSpPr/>
          <p:nvPr/>
        </p:nvSpPr>
        <p:spPr>
          <a:xfrm>
            <a:off x="8135332" y="3167405"/>
            <a:ext cx="650449" cy="7541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4E96B71-1D66-6274-2675-875E1DAF34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1567" y="2186515"/>
            <a:ext cx="10688542" cy="38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6441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7C240-AA2F-7A31-BD90-DC6E76463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8">
            <a:extLst>
              <a:ext uri="{FF2B5EF4-FFF2-40B4-BE49-F238E27FC236}">
                <a16:creationId xmlns:a16="http://schemas.microsoft.com/office/drawing/2014/main" id="{7314A834-7986-9D79-009A-5FA4DCF92C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58268" b="53875"/>
          <a:stretch>
            <a:fillRect/>
          </a:stretch>
        </p:blipFill>
        <p:spPr>
          <a:xfrm>
            <a:off x="3517525" y="2220298"/>
            <a:ext cx="5096626" cy="3752492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EBEDAB4-FB4D-0697-3FA7-B3A679C4A0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Create a new Simulink Model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20B9548-7F56-ADBF-A014-735726679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Navigate to training folder &amp; create Simulink Model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77143C-1C22-020E-A0A5-CB8D153E1A85}"/>
              </a:ext>
            </a:extLst>
          </p:cNvPr>
          <p:cNvSpPr/>
          <p:nvPr/>
        </p:nvSpPr>
        <p:spPr>
          <a:xfrm>
            <a:off x="6438506" y="4600280"/>
            <a:ext cx="1611985" cy="509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16BA4DC5-DE63-7C86-1773-EEF56783323B}"/>
              </a:ext>
            </a:extLst>
          </p:cNvPr>
          <p:cNvSpPr/>
          <p:nvPr/>
        </p:nvSpPr>
        <p:spPr>
          <a:xfrm>
            <a:off x="6919273" y="3893270"/>
            <a:ext cx="650449" cy="707010"/>
          </a:xfrm>
          <a:prstGeom prst="down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E74E05-7ED7-815A-C46F-E94E020C6983}"/>
              </a:ext>
            </a:extLst>
          </p:cNvPr>
          <p:cNvSpPr txBox="1"/>
          <p:nvPr/>
        </p:nvSpPr>
        <p:spPr>
          <a:xfrm>
            <a:off x="7511216" y="3625295"/>
            <a:ext cx="268663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1) Click Create Model</a:t>
            </a:r>
          </a:p>
        </p:txBody>
      </p:sp>
    </p:spTree>
    <p:extLst>
      <p:ext uri="{BB962C8B-B14F-4D97-AF65-F5344CB8AC3E}">
        <p14:creationId xmlns:p14="http://schemas.microsoft.com/office/powerpoint/2010/main" val="27166244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735E2-810E-99A8-E9A0-4AF7C04ED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987FA05-819D-E43A-0A90-2CA65962FA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Save As “</a:t>
            </a:r>
            <a:r>
              <a:rPr lang="en-US" dirty="0" err="1"/>
              <a:t>polynomial_System</a:t>
            </a:r>
            <a:r>
              <a:rPr lang="en-US" dirty="0"/>
              <a:t>”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6918E5C-C65B-5468-5F9C-1FDF1B9472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Save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442BD8E-B637-584F-A885-BC3B13EA14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5288" y="2079332"/>
            <a:ext cx="5624512" cy="4294773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C34184B-420C-19D5-190E-E74257A5B2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Create a new Simulink Model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EECE9D-6219-EA09-8F15-A2E113981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Rename Simulink File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F42AD44E-942D-E82B-A0ED-BA78F3AD8D00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tretch>
            <a:fillRect/>
          </a:stretch>
        </p:blipFill>
        <p:spPr>
          <a:xfrm>
            <a:off x="6113463" y="2079332"/>
            <a:ext cx="5622925" cy="3168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6699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3CC6610-DB27-620B-5279-432E077CBE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Create a new Simulink Model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6C924A2-8621-7A2A-7218-2D882261C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Observe File has been Renamed</a:t>
            </a:r>
          </a:p>
        </p:txBody>
      </p:sp>
      <p:pic>
        <p:nvPicPr>
          <p:cNvPr id="21" name="Content Placeholder 17">
            <a:extLst>
              <a:ext uri="{FF2B5EF4-FFF2-40B4-BE49-F238E27FC236}">
                <a16:creationId xmlns:a16="http://schemas.microsoft.com/office/drawing/2014/main" id="{A7AA25BB-1E28-70E6-8929-3B6848E620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2622" b="43826"/>
          <a:stretch>
            <a:fillRect/>
          </a:stretch>
        </p:blipFill>
        <p:spPr>
          <a:xfrm>
            <a:off x="395288" y="1883849"/>
            <a:ext cx="11341100" cy="442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189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FC9AB-A703-9E2F-F787-CC1A03948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69A52B-51AC-CFB6-0C11-D2DE4A77B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blocks</a:t>
            </a:r>
          </a:p>
        </p:txBody>
      </p:sp>
    </p:spTree>
    <p:extLst>
      <p:ext uri="{BB962C8B-B14F-4D97-AF65-F5344CB8AC3E}">
        <p14:creationId xmlns:p14="http://schemas.microsoft.com/office/powerpoint/2010/main" val="10880861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8678B9-02E4-3024-860C-85FA9DFC7C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1A3B32-66DF-E323-60A9-773FDB861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Success in this section looks like knowing how to 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6C70C1-2543-6C35-7A94-35DAD4525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Use blocks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Accessing Library Browser	Open / Find Blocks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Blocks 			Add / Edit / Label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Model 			Fit Contents to Window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Lines 			Create / Edit / Format / Label / Data log</a:t>
            </a:r>
          </a:p>
        </p:txBody>
      </p:sp>
    </p:spTree>
    <p:extLst>
      <p:ext uri="{BB962C8B-B14F-4D97-AF65-F5344CB8AC3E}">
        <p14:creationId xmlns:p14="http://schemas.microsoft.com/office/powerpoint/2010/main" val="33137975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353C4A7-45AC-703F-9672-575D3AAE2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Type “step” and press enter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AB57E3E-D271-6D5E-FB8E-6C4B478EA2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Double Click on Empty Space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7FE4CB4-4EEA-2F76-3DD7-121F40D405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EAC9A14-C8AB-D5A5-A255-5483B087E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Blocks to Simulink Model (Method 2)</a:t>
            </a:r>
          </a:p>
        </p:txBody>
      </p:sp>
      <p:pic>
        <p:nvPicPr>
          <p:cNvPr id="48" name="Content Placeholder 21">
            <a:extLst>
              <a:ext uri="{FF2B5EF4-FFF2-40B4-BE49-F238E27FC236}">
                <a16:creationId xmlns:a16="http://schemas.microsoft.com/office/drawing/2014/main" id="{6E13DA2D-3D71-5CC1-5ADF-ADA3D0AFE0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66971" b="38890"/>
          <a:stretch>
            <a:fillRect/>
          </a:stretch>
        </p:blipFill>
        <p:spPr>
          <a:xfrm>
            <a:off x="1011814" y="2043113"/>
            <a:ext cx="4391460" cy="4367212"/>
          </a:xfrm>
          <a:prstGeom prst="rect">
            <a:avLst/>
          </a:prstGeom>
        </p:spPr>
      </p:pic>
      <p:pic>
        <p:nvPicPr>
          <p:cNvPr id="51" name="Content Placeholder 35">
            <a:extLst>
              <a:ext uri="{FF2B5EF4-FFF2-40B4-BE49-F238E27FC236}">
                <a16:creationId xmlns:a16="http://schemas.microsoft.com/office/drawing/2014/main" id="{AA94C04C-D771-E5D1-A39E-5A4298140D75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r="64399" b="45824"/>
          <a:stretch>
            <a:fillRect/>
          </a:stretch>
        </p:blipFill>
        <p:spPr>
          <a:xfrm>
            <a:off x="6255295" y="2043113"/>
            <a:ext cx="5339260" cy="4367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2064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909611E-6A5C-369C-C6CB-27B4CEE742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Add Clock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5F4F125-59B1-21AC-8208-B14EFA639C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Double Click empty space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BCF811A-28C9-9622-3FF1-4F022E2D6E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D166167-634F-B75D-F4EB-269F9B7BD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Clock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F00D08D-3437-A339-73E2-D928E187B31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Step 3. Rename Clock</a:t>
            </a:r>
          </a:p>
        </p:txBody>
      </p:sp>
      <p:pic>
        <p:nvPicPr>
          <p:cNvPr id="28" name="Content Placeholder 16">
            <a:extLst>
              <a:ext uri="{FF2B5EF4-FFF2-40B4-BE49-F238E27FC236}">
                <a16:creationId xmlns:a16="http://schemas.microsoft.com/office/drawing/2014/main" id="{1BB7C19B-7652-D7B0-E394-FA5CF142C0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6968" t="58122" r="74969" b="4203"/>
          <a:stretch>
            <a:fillRect/>
          </a:stretch>
        </p:blipFill>
        <p:spPr>
          <a:xfrm>
            <a:off x="631707" y="2374772"/>
            <a:ext cx="3303823" cy="3703894"/>
          </a:xfrm>
          <a:prstGeom prst="rect">
            <a:avLst/>
          </a:prstGeom>
        </p:spPr>
      </p:pic>
      <p:pic>
        <p:nvPicPr>
          <p:cNvPr id="35" name="Content Placeholder 28">
            <a:extLst>
              <a:ext uri="{FF2B5EF4-FFF2-40B4-BE49-F238E27FC236}">
                <a16:creationId xmlns:a16="http://schemas.microsoft.com/office/drawing/2014/main" id="{1E5BDBF7-748E-E093-A564-61DFE1CE32D2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l="4689" t="47598" r="85180" b="34384"/>
          <a:stretch>
            <a:fillRect/>
          </a:stretch>
        </p:blipFill>
        <p:spPr>
          <a:xfrm>
            <a:off x="5190923" y="3341028"/>
            <a:ext cx="1853016" cy="1771381"/>
          </a:xfrm>
          <a:prstGeom prst="rect">
            <a:avLst/>
          </a:prstGeom>
        </p:spPr>
      </p:pic>
      <p:pic>
        <p:nvPicPr>
          <p:cNvPr id="44" name="Content Placeholder 35">
            <a:extLst>
              <a:ext uri="{FF2B5EF4-FFF2-40B4-BE49-F238E27FC236}">
                <a16:creationId xmlns:a16="http://schemas.microsoft.com/office/drawing/2014/main" id="{BDF742BD-0EAB-B12E-7CAB-596382A151ED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/>
          <a:srcRect l="5241" t="48199" r="86575" b="33782"/>
          <a:stretch>
            <a:fillRect/>
          </a:stretch>
        </p:blipFill>
        <p:spPr>
          <a:xfrm>
            <a:off x="9202794" y="3340979"/>
            <a:ext cx="1496899" cy="1771479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6FC588A5-4B1B-BA2F-500A-75C58C73599F}"/>
              </a:ext>
            </a:extLst>
          </p:cNvPr>
          <p:cNvSpPr txBox="1"/>
          <p:nvPr/>
        </p:nvSpPr>
        <p:spPr>
          <a:xfrm>
            <a:off x="5326562" y="3086455"/>
            <a:ext cx="14968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Click Block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7150CAF-C7AB-7A7E-8D51-D7E139AB86A1}"/>
              </a:ext>
            </a:extLst>
          </p:cNvPr>
          <p:cNvCxnSpPr>
            <a:cxnSpLocks/>
          </p:cNvCxnSpPr>
          <p:nvPr/>
        </p:nvCxnSpPr>
        <p:spPr>
          <a:xfrm>
            <a:off x="6066366" y="3363454"/>
            <a:ext cx="0" cy="294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77BF03E3-94CF-D224-AFCB-9A0DCE28C6BC}"/>
              </a:ext>
            </a:extLst>
          </p:cNvPr>
          <p:cNvSpPr txBox="1"/>
          <p:nvPr/>
        </p:nvSpPr>
        <p:spPr>
          <a:xfrm>
            <a:off x="631706" y="1998192"/>
            <a:ext cx="26016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Type </a:t>
            </a:r>
            <a:r>
              <a:rPr lang="en-US" dirty="0" err="1">
                <a:solidFill>
                  <a:srgbClr val="FF0000"/>
                </a:solidFill>
              </a:rPr>
              <a:t>clo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A1B16B8F-85D8-AA4C-87A3-A039704DAF2F}"/>
              </a:ext>
            </a:extLst>
          </p:cNvPr>
          <p:cNvCxnSpPr>
            <a:cxnSpLocks/>
          </p:cNvCxnSpPr>
          <p:nvPr/>
        </p:nvCxnSpPr>
        <p:spPr>
          <a:xfrm>
            <a:off x="1371511" y="2275191"/>
            <a:ext cx="0" cy="294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48E787C0-9CF7-A735-58EB-ECB4A8845539}"/>
              </a:ext>
            </a:extLst>
          </p:cNvPr>
          <p:cNvSpPr txBox="1"/>
          <p:nvPr/>
        </p:nvSpPr>
        <p:spPr>
          <a:xfrm>
            <a:off x="3892330" y="2852123"/>
            <a:ext cx="14968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2. Click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FCCAED23-ABF2-7124-A5D1-542236319505}"/>
              </a:ext>
            </a:extLst>
          </p:cNvPr>
          <p:cNvCxnSpPr>
            <a:cxnSpLocks/>
          </p:cNvCxnSpPr>
          <p:nvPr/>
        </p:nvCxnSpPr>
        <p:spPr>
          <a:xfrm flipH="1">
            <a:off x="3415822" y="2990622"/>
            <a:ext cx="40863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33107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DAA4CD5-339B-4901-1AD7-8FA54B07D3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C6A6AB41-B3B5-7260-787A-58F5CED8C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Added Clock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C69D7E28-EA1B-0844-A777-1FC1C23881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4500" y="1838325"/>
            <a:ext cx="8402675" cy="451643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17B01E9-EF94-77CF-05FE-2830100A811B}"/>
              </a:ext>
            </a:extLst>
          </p:cNvPr>
          <p:cNvSpPr/>
          <p:nvPr/>
        </p:nvSpPr>
        <p:spPr>
          <a:xfrm>
            <a:off x="2226297" y="4096544"/>
            <a:ext cx="893975" cy="6734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852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B6155-6AEF-78F6-F2DA-08A128388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DDE4827-C83F-E498-C24D-3A7736ABB3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Add Square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92518D3-B021-3E7F-6E35-80870A325E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Double Click empty space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BC6527A-A0A6-EC03-46E6-D5943F734D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F900FF0-5A0A-ED15-E094-C69808DBB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Square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A29B913-0799-6BFD-AD69-956A9CA337A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Step 3. Rename Square</a:t>
            </a:r>
          </a:p>
        </p:txBody>
      </p:sp>
      <p:pic>
        <p:nvPicPr>
          <p:cNvPr id="15" name="Content Placeholder 3">
            <a:extLst>
              <a:ext uri="{FF2B5EF4-FFF2-40B4-BE49-F238E27FC236}">
                <a16:creationId xmlns:a16="http://schemas.microsoft.com/office/drawing/2014/main" id="{B2C31C15-E379-19C1-0951-6D6C27834E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7161" t="51327" r="62478" b="6262"/>
          <a:stretch>
            <a:fillRect/>
          </a:stretch>
        </p:blipFill>
        <p:spPr>
          <a:xfrm>
            <a:off x="421549" y="2141970"/>
            <a:ext cx="3724139" cy="4169498"/>
          </a:xfrm>
          <a:prstGeom prst="rect">
            <a:avLst/>
          </a:prstGeom>
        </p:spPr>
      </p:pic>
      <p:pic>
        <p:nvPicPr>
          <p:cNvPr id="21" name="Content Placeholder 17">
            <a:extLst>
              <a:ext uri="{FF2B5EF4-FFF2-40B4-BE49-F238E27FC236}">
                <a16:creationId xmlns:a16="http://schemas.microsoft.com/office/drawing/2014/main" id="{A842B4BC-DF27-883E-E4A1-2F389B0B0534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l="16568" t="47041" r="72699" b="29275"/>
          <a:stretch>
            <a:fillRect/>
          </a:stretch>
        </p:blipFill>
        <p:spPr>
          <a:xfrm>
            <a:off x="5135869" y="3062511"/>
            <a:ext cx="1963125" cy="2328415"/>
          </a:xfrm>
          <a:prstGeom prst="rect">
            <a:avLst/>
          </a:prstGeom>
        </p:spPr>
      </p:pic>
      <p:pic>
        <p:nvPicPr>
          <p:cNvPr id="27" name="Content Placeholder 23">
            <a:extLst>
              <a:ext uri="{FF2B5EF4-FFF2-40B4-BE49-F238E27FC236}">
                <a16:creationId xmlns:a16="http://schemas.microsoft.com/office/drawing/2014/main" id="{AFEE66E5-F6D7-AED5-A462-16968683D13B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/>
          <a:srcRect l="15896" t="50291" r="70126" b="31691"/>
          <a:stretch>
            <a:fillRect/>
          </a:stretch>
        </p:blipFill>
        <p:spPr>
          <a:xfrm>
            <a:off x="8672917" y="3341028"/>
            <a:ext cx="2556653" cy="1771381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494CB75-D14E-1A3A-2081-53B159EADDBA}"/>
              </a:ext>
            </a:extLst>
          </p:cNvPr>
          <p:cNvSpPr txBox="1"/>
          <p:nvPr/>
        </p:nvSpPr>
        <p:spPr>
          <a:xfrm>
            <a:off x="631706" y="1998192"/>
            <a:ext cx="26016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Type sq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DC051E9-5694-BD1C-286E-4D97931297C1}"/>
              </a:ext>
            </a:extLst>
          </p:cNvPr>
          <p:cNvCxnSpPr>
            <a:cxnSpLocks/>
          </p:cNvCxnSpPr>
          <p:nvPr/>
        </p:nvCxnSpPr>
        <p:spPr>
          <a:xfrm>
            <a:off x="1371511" y="2275191"/>
            <a:ext cx="0" cy="294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D7B4A75-EB44-1C76-3D45-1E16AAD2BDF3}"/>
              </a:ext>
            </a:extLst>
          </p:cNvPr>
          <p:cNvSpPr txBox="1"/>
          <p:nvPr/>
        </p:nvSpPr>
        <p:spPr>
          <a:xfrm>
            <a:off x="3892330" y="2852123"/>
            <a:ext cx="14968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2. Click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7D3CF7E-BF6F-AD4D-1B7E-0C562C19CAC1}"/>
              </a:ext>
            </a:extLst>
          </p:cNvPr>
          <p:cNvCxnSpPr>
            <a:cxnSpLocks/>
          </p:cNvCxnSpPr>
          <p:nvPr/>
        </p:nvCxnSpPr>
        <p:spPr>
          <a:xfrm flipH="1">
            <a:off x="3415822" y="2990622"/>
            <a:ext cx="40863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6230A90-BE14-5645-54CD-21081E3C47EE}"/>
              </a:ext>
            </a:extLst>
          </p:cNvPr>
          <p:cNvSpPr txBox="1"/>
          <p:nvPr/>
        </p:nvSpPr>
        <p:spPr>
          <a:xfrm>
            <a:off x="5326562" y="3086455"/>
            <a:ext cx="14968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Click Block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6AAC572-59A9-03F5-EEA6-F4A5AE4EFEEB}"/>
              </a:ext>
            </a:extLst>
          </p:cNvPr>
          <p:cNvCxnSpPr>
            <a:cxnSpLocks/>
          </p:cNvCxnSpPr>
          <p:nvPr/>
        </p:nvCxnSpPr>
        <p:spPr>
          <a:xfrm>
            <a:off x="6066366" y="3363454"/>
            <a:ext cx="0" cy="294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85331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46B18-BD15-2807-B291-BCD6208C6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B4DB063-EAC2-E448-683A-C7D6F4E7E5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7568F342-F866-BFA6-67D7-E777490E4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Added Square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40B00BF-6E92-1460-7298-D5C933679A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4500" y="1838325"/>
            <a:ext cx="8402675" cy="451643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2032C02-A309-22C3-C808-8C7264FF4EAF}"/>
              </a:ext>
            </a:extLst>
          </p:cNvPr>
          <p:cNvSpPr/>
          <p:nvPr/>
        </p:nvSpPr>
        <p:spPr>
          <a:xfrm>
            <a:off x="3225538" y="4096544"/>
            <a:ext cx="988244" cy="7865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2424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8D6D5-6838-E756-7B5D-AA37CC7CC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2F4DBE0-A13E-B24C-0302-7852B41E4B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Add Square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93C338F-3438-0ED4-BD45-C62CF0C069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Double Click empty space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27B191-6D80-5058-932A-FE63CDD8F9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A4DB15B-088C-0AE6-C51B-F2B11EA70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1</a:t>
            </a:r>
            <a:r>
              <a:rPr lang="en-US" baseline="30000" dirty="0"/>
              <a:t>st</a:t>
            </a:r>
            <a:r>
              <a:rPr lang="en-US" dirty="0"/>
              <a:t> Gain Block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EB63847-FFD9-DCA3-D8C1-16001471B9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Step 3. Rename Square</a:t>
            </a:r>
          </a:p>
        </p:txBody>
      </p:sp>
      <p:pic>
        <p:nvPicPr>
          <p:cNvPr id="19" name="Content Placeholder 3">
            <a:extLst>
              <a:ext uri="{FF2B5EF4-FFF2-40B4-BE49-F238E27FC236}">
                <a16:creationId xmlns:a16="http://schemas.microsoft.com/office/drawing/2014/main" id="{7D5C8484-316F-6384-445E-C8BBB5DEA6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9221" t="52149" r="50811" b="5592"/>
          <a:stretch>
            <a:fillRect/>
          </a:stretch>
        </p:blipFill>
        <p:spPr>
          <a:xfrm>
            <a:off x="457490" y="2149441"/>
            <a:ext cx="3652258" cy="4154555"/>
          </a:xfrm>
          <a:prstGeom prst="rect">
            <a:avLst/>
          </a:prstGeom>
        </p:spPr>
      </p:pic>
      <p:pic>
        <p:nvPicPr>
          <p:cNvPr id="23" name="Content Placeholder 6">
            <a:extLst>
              <a:ext uri="{FF2B5EF4-FFF2-40B4-BE49-F238E27FC236}">
                <a16:creationId xmlns:a16="http://schemas.microsoft.com/office/drawing/2014/main" id="{EE8742CD-E707-8784-AC7B-17333BBBC997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l="32043" t="46112" r="58971" b="31133"/>
          <a:stretch>
            <a:fillRect/>
          </a:stretch>
        </p:blipFill>
        <p:spPr>
          <a:xfrm>
            <a:off x="5295637" y="3108177"/>
            <a:ext cx="1643589" cy="2237083"/>
          </a:xfrm>
          <a:prstGeom prst="rect">
            <a:avLst/>
          </a:prstGeom>
        </p:spPr>
      </p:pic>
      <p:pic>
        <p:nvPicPr>
          <p:cNvPr id="26" name="Content Placeholder 15">
            <a:extLst>
              <a:ext uri="{FF2B5EF4-FFF2-40B4-BE49-F238E27FC236}">
                <a16:creationId xmlns:a16="http://schemas.microsoft.com/office/drawing/2014/main" id="{B0C18C85-C8BF-E6D9-1168-E01842701E29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/>
          <a:srcRect l="31122" t="49920" r="58894" b="32062"/>
          <a:stretch>
            <a:fillRect/>
          </a:stretch>
        </p:blipFill>
        <p:spPr>
          <a:xfrm>
            <a:off x="9038179" y="3341028"/>
            <a:ext cx="1826129" cy="177138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7D1FBDF-A38C-9562-C003-57F7126E78FC}"/>
              </a:ext>
            </a:extLst>
          </p:cNvPr>
          <p:cNvSpPr txBox="1"/>
          <p:nvPr/>
        </p:nvSpPr>
        <p:spPr>
          <a:xfrm>
            <a:off x="3892330" y="2852123"/>
            <a:ext cx="14968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2. Click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6E26EB1-4D78-D8BC-E5A4-1EEB576D176C}"/>
              </a:ext>
            </a:extLst>
          </p:cNvPr>
          <p:cNvCxnSpPr>
            <a:cxnSpLocks/>
          </p:cNvCxnSpPr>
          <p:nvPr/>
        </p:nvCxnSpPr>
        <p:spPr>
          <a:xfrm flipH="1">
            <a:off x="3415822" y="2990622"/>
            <a:ext cx="40863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F0BF486-22C6-D3A3-E879-3C45CAD4F29E}"/>
              </a:ext>
            </a:extLst>
          </p:cNvPr>
          <p:cNvSpPr txBox="1"/>
          <p:nvPr/>
        </p:nvSpPr>
        <p:spPr>
          <a:xfrm>
            <a:off x="631706" y="1998192"/>
            <a:ext cx="26016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Type gain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FC570F0-7472-EC00-27D0-FBEBF66EB422}"/>
              </a:ext>
            </a:extLst>
          </p:cNvPr>
          <p:cNvCxnSpPr>
            <a:cxnSpLocks/>
          </p:cNvCxnSpPr>
          <p:nvPr/>
        </p:nvCxnSpPr>
        <p:spPr>
          <a:xfrm>
            <a:off x="1371511" y="2275191"/>
            <a:ext cx="0" cy="294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7F65D4F-C05A-2645-F894-A89843C83127}"/>
              </a:ext>
            </a:extLst>
          </p:cNvPr>
          <p:cNvSpPr txBox="1"/>
          <p:nvPr/>
        </p:nvSpPr>
        <p:spPr>
          <a:xfrm>
            <a:off x="5326562" y="3086455"/>
            <a:ext cx="14968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Click Block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DCA3964-0ACF-4E11-25B7-DC20451AD89E}"/>
              </a:ext>
            </a:extLst>
          </p:cNvPr>
          <p:cNvCxnSpPr>
            <a:cxnSpLocks/>
          </p:cNvCxnSpPr>
          <p:nvPr/>
        </p:nvCxnSpPr>
        <p:spPr>
          <a:xfrm>
            <a:off x="6066366" y="3363454"/>
            <a:ext cx="0" cy="294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94243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B5125-86D5-64C7-92A9-ADA21AC7C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461205-3645-42A2-84C8-DD256A132C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D5B82FF-4D08-ECA8-8F85-CBEBEC149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Added 1</a:t>
            </a:r>
            <a:r>
              <a:rPr lang="en-US" baseline="30000" dirty="0"/>
              <a:t>st</a:t>
            </a:r>
            <a:r>
              <a:rPr lang="en-US" dirty="0"/>
              <a:t> Gain Block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D945FB-9EE9-3F56-69F6-BF28D3D2FE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4500" y="1838325"/>
            <a:ext cx="8402675" cy="451643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343DDB0-8A38-0E3A-8C00-3E85CBB1F214}"/>
              </a:ext>
            </a:extLst>
          </p:cNvPr>
          <p:cNvSpPr/>
          <p:nvPr/>
        </p:nvSpPr>
        <p:spPr>
          <a:xfrm>
            <a:off x="4479303" y="4162532"/>
            <a:ext cx="884549" cy="6828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6555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0276A-794D-1072-FFF3-335D3BA58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17BFC26-A8C4-9D38-215D-505074426E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2. Observe Duplication Result 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923053D-C9BF-3610-C02C-44B1D60A10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Step 1. Duplicate Gain block by Holding ctrl and Dragging gain block down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43059B1-1F33-2C99-08B3-F50D0132DC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842AFF8-43AB-50BA-A5B3-7268D1A18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2</a:t>
            </a:r>
            <a:r>
              <a:rPr lang="en-US" baseline="30000" dirty="0"/>
              <a:t>nd</a:t>
            </a:r>
            <a:r>
              <a:rPr lang="en-US" dirty="0"/>
              <a:t> Gain Block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53BE9B1-0BEA-0CC0-2F69-3E9F2AC6C12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Step 3. Rename Square</a:t>
            </a:r>
          </a:p>
        </p:txBody>
      </p:sp>
      <p:pic>
        <p:nvPicPr>
          <p:cNvPr id="15" name="Content Placeholder 3">
            <a:extLst>
              <a:ext uri="{FF2B5EF4-FFF2-40B4-BE49-F238E27FC236}">
                <a16:creationId xmlns:a16="http://schemas.microsoft.com/office/drawing/2014/main" id="{376C3414-4208-A25E-7AB8-8D089B6C31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9221" t="46577" r="56481" b="16778"/>
          <a:stretch>
            <a:fillRect/>
          </a:stretch>
        </p:blipFill>
        <p:spPr>
          <a:xfrm>
            <a:off x="976027" y="2425402"/>
            <a:ext cx="2615183" cy="360263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041FE7F-7024-7299-4472-2770CF96E2AB}"/>
              </a:ext>
            </a:extLst>
          </p:cNvPr>
          <p:cNvSpPr/>
          <p:nvPr/>
        </p:nvSpPr>
        <p:spPr>
          <a:xfrm>
            <a:off x="1461155" y="3016577"/>
            <a:ext cx="1593130" cy="10558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2B2871-82C2-1EB6-0B55-6291E218B584}"/>
              </a:ext>
            </a:extLst>
          </p:cNvPr>
          <p:cNvSpPr txBox="1"/>
          <p:nvPr/>
        </p:nvSpPr>
        <p:spPr>
          <a:xfrm>
            <a:off x="557768" y="2462579"/>
            <a:ext cx="345169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Hold ctrl and drag gain block down</a:t>
            </a:r>
          </a:p>
        </p:txBody>
      </p:sp>
      <p:pic>
        <p:nvPicPr>
          <p:cNvPr id="27" name="Content Placeholder 21">
            <a:extLst>
              <a:ext uri="{FF2B5EF4-FFF2-40B4-BE49-F238E27FC236}">
                <a16:creationId xmlns:a16="http://schemas.microsoft.com/office/drawing/2014/main" id="{659B470D-D6CF-334E-5193-F5121F80EA85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48" t="48898" r="55476" b="15395"/>
          <a:stretch>
            <a:fillRect/>
          </a:stretch>
        </p:blipFill>
        <p:spPr>
          <a:xfrm>
            <a:off x="4747835" y="2471510"/>
            <a:ext cx="2739193" cy="3510417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0AF8372-CFF7-C408-F89D-F756E6753F58}"/>
              </a:ext>
            </a:extLst>
          </p:cNvPr>
          <p:cNvCxnSpPr/>
          <p:nvPr/>
        </p:nvCxnSpPr>
        <p:spPr>
          <a:xfrm>
            <a:off x="2667786" y="4072379"/>
            <a:ext cx="0" cy="3864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8625DD59-8A8B-95B6-0A41-9A27108D5E90}"/>
              </a:ext>
            </a:extLst>
          </p:cNvPr>
          <p:cNvSpPr/>
          <p:nvPr/>
        </p:nvSpPr>
        <p:spPr>
          <a:xfrm>
            <a:off x="4941215" y="4298623"/>
            <a:ext cx="1921497" cy="11948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F7C6BF-EEEF-6187-E420-D96BAAF0973D}"/>
              </a:ext>
            </a:extLst>
          </p:cNvPr>
          <p:cNvSpPr txBox="1"/>
          <p:nvPr/>
        </p:nvSpPr>
        <p:spPr>
          <a:xfrm>
            <a:off x="4370150" y="5555843"/>
            <a:ext cx="345169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Observe New Gain block that was generated</a:t>
            </a:r>
          </a:p>
        </p:txBody>
      </p:sp>
      <p:pic>
        <p:nvPicPr>
          <p:cNvPr id="39" name="Content Placeholder 35">
            <a:extLst>
              <a:ext uri="{FF2B5EF4-FFF2-40B4-BE49-F238E27FC236}">
                <a16:creationId xmlns:a16="http://schemas.microsoft.com/office/drawing/2014/main" id="{19649FFF-DE41-AD4B-FED1-FFE83BF5AD02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/>
          <a:srcRect l="30123" t="48434" r="57896" b="15394"/>
          <a:stretch>
            <a:fillRect/>
          </a:stretch>
        </p:blipFill>
        <p:spPr>
          <a:xfrm>
            <a:off x="8855548" y="2448653"/>
            <a:ext cx="2191391" cy="3556132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05F9D355-3218-4CD4-AFF4-945FC87F7AE8}"/>
              </a:ext>
            </a:extLst>
          </p:cNvPr>
          <p:cNvSpPr/>
          <p:nvPr/>
        </p:nvSpPr>
        <p:spPr>
          <a:xfrm>
            <a:off x="8990042" y="4298623"/>
            <a:ext cx="1921497" cy="11948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0483B7-1282-7CAE-7DBB-CF7ED508146A}"/>
              </a:ext>
            </a:extLst>
          </p:cNvPr>
          <p:cNvSpPr txBox="1"/>
          <p:nvPr/>
        </p:nvSpPr>
        <p:spPr>
          <a:xfrm>
            <a:off x="8339379" y="5555843"/>
            <a:ext cx="345169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Rename Gain Block</a:t>
            </a:r>
          </a:p>
        </p:txBody>
      </p:sp>
    </p:spTree>
    <p:extLst>
      <p:ext uri="{BB962C8B-B14F-4D97-AF65-F5344CB8AC3E}">
        <p14:creationId xmlns:p14="http://schemas.microsoft.com/office/powerpoint/2010/main" val="2376956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70944-CEE5-A63B-92F5-DDC2DE76A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B257100-7B45-2E01-CAB7-1F4FB37DB2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1079C82-4059-70AA-4757-5056A4B5D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Added 2</a:t>
            </a:r>
            <a:r>
              <a:rPr lang="en-US" baseline="30000" dirty="0"/>
              <a:t>nd</a:t>
            </a:r>
            <a:r>
              <a:rPr lang="en-US" dirty="0"/>
              <a:t> Gain Block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851F759-3F58-E0F9-F2E7-AD7EAF2EA8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4500" y="1838325"/>
            <a:ext cx="8402675" cy="451643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B53AC6E-64AB-4572-EC2A-FF9A034FBFDE}"/>
              </a:ext>
            </a:extLst>
          </p:cNvPr>
          <p:cNvSpPr/>
          <p:nvPr/>
        </p:nvSpPr>
        <p:spPr>
          <a:xfrm>
            <a:off x="4479303" y="4860116"/>
            <a:ext cx="884549" cy="6828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4196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33EFC-D4A1-EDAB-C9A9-10072CF4A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F55E283-90BC-42E6-C721-A49099BE52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Add Constant Block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AC5CDBA-9A90-EBCA-C277-7E9E826142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Double Click empty space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60A3795-FB00-93AB-AFCF-65977C7A45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58B2217-E786-64E4-A7E3-0EB145004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Constant Block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C241F1F-AEBA-47A5-A054-172408F2A18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Step 3. Rename Constant Block</a:t>
            </a: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CCD1DA4F-CF02-3E24-1C3C-685991D80F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1217" t="63759" r="50561"/>
          <a:stretch>
            <a:fillRect/>
          </a:stretch>
        </p:blipFill>
        <p:spPr>
          <a:xfrm>
            <a:off x="617166" y="2445261"/>
            <a:ext cx="3332905" cy="3562915"/>
          </a:xfrm>
          <a:prstGeom prst="rect">
            <a:avLst/>
          </a:prstGeom>
        </p:spPr>
      </p:pic>
      <p:pic>
        <p:nvPicPr>
          <p:cNvPr id="18" name="Content Placeholder 14">
            <a:extLst>
              <a:ext uri="{FF2B5EF4-FFF2-40B4-BE49-F238E27FC236}">
                <a16:creationId xmlns:a16="http://schemas.microsoft.com/office/drawing/2014/main" id="{EFA79947-EB87-1A82-F4AC-1F7BA9C53B9C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l="29547" t="79101" r="61467" b="2881"/>
          <a:stretch>
            <a:fillRect/>
          </a:stretch>
        </p:blipFill>
        <p:spPr>
          <a:xfrm>
            <a:off x="5295637" y="3341028"/>
            <a:ext cx="1643589" cy="1771381"/>
          </a:xfrm>
          <a:prstGeom prst="rect">
            <a:avLst/>
          </a:prstGeom>
        </p:spPr>
      </p:pic>
      <p:pic>
        <p:nvPicPr>
          <p:cNvPr id="27" name="Content Placeholder 21">
            <a:extLst>
              <a:ext uri="{FF2B5EF4-FFF2-40B4-BE49-F238E27FC236}">
                <a16:creationId xmlns:a16="http://schemas.microsoft.com/office/drawing/2014/main" id="{436F22B3-B45D-39ED-B994-07EEA047DE90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/>
          <a:srcRect l="31870" t="78619" r="58645" b="3363"/>
          <a:stretch>
            <a:fillRect/>
          </a:stretch>
        </p:blipFill>
        <p:spPr>
          <a:xfrm>
            <a:off x="9083814" y="3341028"/>
            <a:ext cx="1734859" cy="177138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7473693-B217-6122-5EEC-071A9FA79F19}"/>
              </a:ext>
            </a:extLst>
          </p:cNvPr>
          <p:cNvSpPr txBox="1"/>
          <p:nvPr/>
        </p:nvSpPr>
        <p:spPr>
          <a:xfrm>
            <a:off x="631706" y="1998192"/>
            <a:ext cx="26016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Type con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332B0F5-639C-AB7C-80FD-FC6D6CB36D9E}"/>
              </a:ext>
            </a:extLst>
          </p:cNvPr>
          <p:cNvCxnSpPr>
            <a:cxnSpLocks/>
          </p:cNvCxnSpPr>
          <p:nvPr/>
        </p:nvCxnSpPr>
        <p:spPr>
          <a:xfrm>
            <a:off x="1371511" y="2275191"/>
            <a:ext cx="0" cy="294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36A534A-F19B-C76B-C3B3-0D24E3614631}"/>
              </a:ext>
            </a:extLst>
          </p:cNvPr>
          <p:cNvSpPr txBox="1"/>
          <p:nvPr/>
        </p:nvSpPr>
        <p:spPr>
          <a:xfrm>
            <a:off x="3892330" y="2852123"/>
            <a:ext cx="14968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2. Click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3F94DBD-9988-7F2E-DAC5-49B282A0B083}"/>
              </a:ext>
            </a:extLst>
          </p:cNvPr>
          <p:cNvCxnSpPr>
            <a:cxnSpLocks/>
          </p:cNvCxnSpPr>
          <p:nvPr/>
        </p:nvCxnSpPr>
        <p:spPr>
          <a:xfrm flipH="1">
            <a:off x="3415822" y="2990622"/>
            <a:ext cx="40863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C1F93A8-2822-D104-13A3-A46E0C0ECC1C}"/>
              </a:ext>
            </a:extLst>
          </p:cNvPr>
          <p:cNvSpPr txBox="1"/>
          <p:nvPr/>
        </p:nvSpPr>
        <p:spPr>
          <a:xfrm>
            <a:off x="5326562" y="3086455"/>
            <a:ext cx="14968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Click Block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ACD7A7A-A08F-A89D-8D60-61625191546B}"/>
              </a:ext>
            </a:extLst>
          </p:cNvPr>
          <p:cNvCxnSpPr>
            <a:cxnSpLocks/>
          </p:cNvCxnSpPr>
          <p:nvPr/>
        </p:nvCxnSpPr>
        <p:spPr>
          <a:xfrm>
            <a:off x="6066366" y="3363454"/>
            <a:ext cx="0" cy="294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02439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30ECA-035C-1CBC-5E7D-B0CA40B95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CBA012D-BD9F-A4D6-D26D-45EF7E782E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DC11EE3-B43D-A06E-0C9E-09773E21F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Added Constant Block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92CCA64-00CF-02A1-416B-1168B506AC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4500" y="1838325"/>
            <a:ext cx="8402675" cy="45164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364C31A-6312-E8DD-DAAF-61B7C8E75ADB}"/>
              </a:ext>
            </a:extLst>
          </p:cNvPr>
          <p:cNvSpPr/>
          <p:nvPr/>
        </p:nvSpPr>
        <p:spPr>
          <a:xfrm>
            <a:off x="4479303" y="5491419"/>
            <a:ext cx="884549" cy="6828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0425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3BA4F-A143-B8C5-FA99-1CF258AF2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F664FF0-1958-3C36-18EC-E5B63493BD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28569" y="1563046"/>
            <a:ext cx="3776472" cy="765372"/>
          </a:xfrm>
        </p:spPr>
        <p:txBody>
          <a:bodyPr>
            <a:normAutofit/>
          </a:bodyPr>
          <a:lstStyle/>
          <a:p>
            <a:r>
              <a:rPr lang="en-US" dirty="0"/>
              <a:t>Step 2. Add Sum Block &amp; Edit Block Parameters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C447E42-B395-FDD2-4000-249687A833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Double Click empty space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C59F120-450E-B98C-A7A9-5160D05089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BD98883-1119-68A6-2E47-4E8E4589B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Sum Block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00C6E6E-20F0-CEE5-146E-FBE17D8FD53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Step 3. Rename and resize Sum Block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9174C42-5BDC-374D-F137-4451F6BC5F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11" t="54207" r="36211" b="10643"/>
          <a:stretch>
            <a:fillRect/>
          </a:stretch>
        </p:blipFill>
        <p:spPr>
          <a:xfrm>
            <a:off x="749224" y="2498890"/>
            <a:ext cx="3068789" cy="3455657"/>
          </a:xfrm>
          <a:prstGeom prst="rect">
            <a:avLst/>
          </a:prstGeom>
        </p:spPr>
      </p:pic>
      <p:pic>
        <p:nvPicPr>
          <p:cNvPr id="30" name="Content Placeholder 25">
            <a:extLst>
              <a:ext uri="{FF2B5EF4-FFF2-40B4-BE49-F238E27FC236}">
                <a16:creationId xmlns:a16="http://schemas.microsoft.com/office/drawing/2014/main" id="{8D0E44D4-571B-09C0-85C7-BA1BF2D612E8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l="49433" t="48880" r="22928" b="37359"/>
          <a:stretch>
            <a:fillRect/>
          </a:stretch>
        </p:blipFill>
        <p:spPr>
          <a:xfrm>
            <a:off x="4415266" y="2757043"/>
            <a:ext cx="3417483" cy="91453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8F88534-DCFC-2F61-03E7-5D7B5C2118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53" t="49442" r="22835" b="18891"/>
          <a:stretch>
            <a:fillRect/>
          </a:stretch>
        </p:blipFill>
        <p:spPr>
          <a:xfrm>
            <a:off x="4415266" y="3952874"/>
            <a:ext cx="3403077" cy="2075147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6F12EB01-C49C-399C-A53F-A5FCA9E81986}"/>
              </a:ext>
            </a:extLst>
          </p:cNvPr>
          <p:cNvSpPr/>
          <p:nvPr/>
        </p:nvSpPr>
        <p:spPr>
          <a:xfrm>
            <a:off x="4850778" y="4105275"/>
            <a:ext cx="1178547" cy="5905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1098F6B-AC4D-AC99-CABF-736AB7240B91}"/>
              </a:ext>
            </a:extLst>
          </p:cNvPr>
          <p:cNvSpPr txBox="1"/>
          <p:nvPr/>
        </p:nvSpPr>
        <p:spPr>
          <a:xfrm>
            <a:off x="4869175" y="2433771"/>
            <a:ext cx="296357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Double Click Sum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2FDBF9E-E5C0-A954-5430-E8DA326A613B}"/>
              </a:ext>
            </a:extLst>
          </p:cNvPr>
          <p:cNvSpPr txBox="1"/>
          <p:nvPr/>
        </p:nvSpPr>
        <p:spPr>
          <a:xfrm>
            <a:off x="4956801" y="4722018"/>
            <a:ext cx="2558424" cy="8309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2. Update Icon Shape “rectangular” &amp; list signs “+++” 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CA121C7-9469-F05F-36FD-00B568EADDEE}"/>
              </a:ext>
            </a:extLst>
          </p:cNvPr>
          <p:cNvSpPr/>
          <p:nvPr/>
        </p:nvSpPr>
        <p:spPr>
          <a:xfrm>
            <a:off x="7191374" y="5657850"/>
            <a:ext cx="626969" cy="4164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2936FD7-E5F1-F78A-0AEE-C68AA45BDCC4}"/>
              </a:ext>
            </a:extLst>
          </p:cNvPr>
          <p:cNvCxnSpPr>
            <a:cxnSpLocks/>
          </p:cNvCxnSpPr>
          <p:nvPr/>
        </p:nvCxnSpPr>
        <p:spPr>
          <a:xfrm flipH="1">
            <a:off x="4695825" y="2710770"/>
            <a:ext cx="222056" cy="4286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DF89E99-360A-E2E5-D6AF-3115FE32B9D8}"/>
              </a:ext>
            </a:extLst>
          </p:cNvPr>
          <p:cNvCxnSpPr>
            <a:cxnSpLocks/>
          </p:cNvCxnSpPr>
          <p:nvPr/>
        </p:nvCxnSpPr>
        <p:spPr>
          <a:xfrm flipH="1" flipV="1">
            <a:off x="6029178" y="4400550"/>
            <a:ext cx="206835" cy="2500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D6430FE-6409-7413-8F54-010D3449ACEF}"/>
              </a:ext>
            </a:extLst>
          </p:cNvPr>
          <p:cNvCxnSpPr>
            <a:cxnSpLocks/>
            <a:stCxn id="48" idx="3"/>
            <a:endCxn id="41" idx="2"/>
          </p:cNvCxnSpPr>
          <p:nvPr/>
        </p:nvCxnSpPr>
        <p:spPr>
          <a:xfrm flipV="1">
            <a:off x="6962775" y="6074294"/>
            <a:ext cx="542084" cy="2812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E750D880-2467-5D7B-DD5D-A454E4E67D4E}"/>
              </a:ext>
            </a:extLst>
          </p:cNvPr>
          <p:cNvSpPr txBox="1"/>
          <p:nvPr/>
        </p:nvSpPr>
        <p:spPr>
          <a:xfrm>
            <a:off x="4917881" y="6217086"/>
            <a:ext cx="204489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3. Click Apply</a:t>
            </a:r>
          </a:p>
        </p:txBody>
      </p:sp>
      <p:pic>
        <p:nvPicPr>
          <p:cNvPr id="63" name="Content Placeholder 56">
            <a:extLst>
              <a:ext uri="{FF2B5EF4-FFF2-40B4-BE49-F238E27FC236}">
                <a16:creationId xmlns:a16="http://schemas.microsoft.com/office/drawing/2014/main" id="{1E1E000B-8E2F-D285-3C0C-64BBB90A6361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5"/>
          <a:srcRect l="47541" t="46615" r="45650" b="5843"/>
          <a:stretch>
            <a:fillRect/>
          </a:stretch>
        </p:blipFill>
        <p:spPr>
          <a:xfrm>
            <a:off x="9369406" y="2043113"/>
            <a:ext cx="1163675" cy="4367212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E06BA660-50C9-229F-9924-498C1B236C9C}"/>
              </a:ext>
            </a:extLst>
          </p:cNvPr>
          <p:cNvSpPr txBox="1"/>
          <p:nvPr/>
        </p:nvSpPr>
        <p:spPr>
          <a:xfrm>
            <a:off x="631706" y="1998192"/>
            <a:ext cx="26016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Type sum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74BAA66F-3281-49B3-EA0D-33503074F7E1}"/>
              </a:ext>
            </a:extLst>
          </p:cNvPr>
          <p:cNvCxnSpPr>
            <a:cxnSpLocks/>
          </p:cNvCxnSpPr>
          <p:nvPr/>
        </p:nvCxnSpPr>
        <p:spPr>
          <a:xfrm>
            <a:off x="1371511" y="2275191"/>
            <a:ext cx="0" cy="294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545DABAD-DD42-729E-AF36-E4E8924EB422}"/>
              </a:ext>
            </a:extLst>
          </p:cNvPr>
          <p:cNvSpPr txBox="1"/>
          <p:nvPr/>
        </p:nvSpPr>
        <p:spPr>
          <a:xfrm>
            <a:off x="2732830" y="2823842"/>
            <a:ext cx="14968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2. Click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CA5AE238-8397-2210-6E0F-C23E5641E899}"/>
              </a:ext>
            </a:extLst>
          </p:cNvPr>
          <p:cNvCxnSpPr>
            <a:cxnSpLocks/>
          </p:cNvCxnSpPr>
          <p:nvPr/>
        </p:nvCxnSpPr>
        <p:spPr>
          <a:xfrm flipH="1">
            <a:off x="2256322" y="2962341"/>
            <a:ext cx="40863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36168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96981-3740-BA4B-1BC5-6F24A6EAA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C213EC-D3A8-F56D-DA79-A7F702ED43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4500" y="1838325"/>
            <a:ext cx="8402675" cy="4516438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CE0DFA9-0ECC-DEBC-3A35-4DD7E0B765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51ED3CA-6589-274E-27C2-6E84BC485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Added Constant Block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908FD0-1699-A2DB-3213-25D120A5D9EB}"/>
              </a:ext>
            </a:extLst>
          </p:cNvPr>
          <p:cNvSpPr/>
          <p:nvPr/>
        </p:nvSpPr>
        <p:spPr>
          <a:xfrm>
            <a:off x="5800725" y="3900744"/>
            <a:ext cx="737549" cy="22714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2882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CADCF-DBB9-B3A1-09F4-217AD548F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EAF2B5B-659A-2950-1452-3BF8F27DEE3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Add Data Type Conversion 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AFC13BA-B404-C43C-E4A1-2B4A321290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Double Click empty space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4239A67-D0BC-F5E3-8968-F0D381D47E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57302A2-FB73-F8C9-5F0F-8603DD36F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Data Type Conversion Block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EC6301E-93BE-4E31-3B7E-6A1F53C9DCC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Step 3. Rename Data Type Conversion</a:t>
            </a: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D4B9CE80-FC8B-F843-3282-A080C1F14E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60908" t="64663" r="21116"/>
          <a:stretch>
            <a:fillRect/>
          </a:stretch>
        </p:blipFill>
        <p:spPr>
          <a:xfrm>
            <a:off x="639664" y="2489698"/>
            <a:ext cx="3287910" cy="3474041"/>
          </a:xfrm>
          <a:prstGeom prst="rect">
            <a:avLst/>
          </a:prstGeom>
        </p:spPr>
      </p:pic>
      <p:pic>
        <p:nvPicPr>
          <p:cNvPr id="20" name="Content Placeholder 8">
            <a:extLst>
              <a:ext uri="{FF2B5EF4-FFF2-40B4-BE49-F238E27FC236}">
                <a16:creationId xmlns:a16="http://schemas.microsoft.com/office/drawing/2014/main" id="{65CB63D5-7397-3A13-0284-F6BE02B15144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l="61791" t="63940" r="24590" b="22480"/>
          <a:stretch>
            <a:fillRect/>
          </a:stretch>
        </p:blipFill>
        <p:spPr>
          <a:xfrm>
            <a:off x="4871936" y="3559182"/>
            <a:ext cx="2490990" cy="1335073"/>
          </a:xfrm>
          <a:prstGeom prst="rect">
            <a:avLst/>
          </a:prstGeom>
        </p:spPr>
      </p:pic>
      <p:pic>
        <p:nvPicPr>
          <p:cNvPr id="32" name="Content Placeholder 23">
            <a:extLst>
              <a:ext uri="{FF2B5EF4-FFF2-40B4-BE49-F238E27FC236}">
                <a16:creationId xmlns:a16="http://schemas.microsoft.com/office/drawing/2014/main" id="{975FFB3A-4581-8CAB-5AEB-F4E4CA31F371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/>
          <a:srcRect l="61665" t="62910" r="24968" b="21313"/>
          <a:stretch>
            <a:fillRect/>
          </a:stretch>
        </p:blipFill>
        <p:spPr>
          <a:xfrm>
            <a:off x="8728795" y="3451187"/>
            <a:ext cx="2444898" cy="1551064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E3DF3F8-31C4-5553-FB90-4BBB43039FE7}"/>
              </a:ext>
            </a:extLst>
          </p:cNvPr>
          <p:cNvSpPr txBox="1"/>
          <p:nvPr/>
        </p:nvSpPr>
        <p:spPr>
          <a:xfrm>
            <a:off x="3892330" y="5010859"/>
            <a:ext cx="14968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2. Click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32B18F6-3FDD-B8AB-41FF-663C05D32658}"/>
              </a:ext>
            </a:extLst>
          </p:cNvPr>
          <p:cNvCxnSpPr>
            <a:cxnSpLocks/>
          </p:cNvCxnSpPr>
          <p:nvPr/>
        </p:nvCxnSpPr>
        <p:spPr>
          <a:xfrm flipH="1">
            <a:off x="3415822" y="5149358"/>
            <a:ext cx="40863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639D28DF-2F26-E2C1-8EEE-7D2679466964}"/>
              </a:ext>
            </a:extLst>
          </p:cNvPr>
          <p:cNvSpPr txBox="1"/>
          <p:nvPr/>
        </p:nvSpPr>
        <p:spPr>
          <a:xfrm>
            <a:off x="631706" y="1998192"/>
            <a:ext cx="26016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Type </a:t>
            </a:r>
            <a:r>
              <a:rPr lang="en-US" dirty="0" err="1">
                <a:solidFill>
                  <a:srgbClr val="FF0000"/>
                </a:solidFill>
              </a:rPr>
              <a:t>conve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F9D37A1-A0EC-437F-C631-DD30952E9195}"/>
              </a:ext>
            </a:extLst>
          </p:cNvPr>
          <p:cNvCxnSpPr>
            <a:cxnSpLocks/>
          </p:cNvCxnSpPr>
          <p:nvPr/>
        </p:nvCxnSpPr>
        <p:spPr>
          <a:xfrm>
            <a:off x="1371511" y="2275191"/>
            <a:ext cx="0" cy="294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27F96AB-58FF-97DE-3C2F-3CC9F93B829D}"/>
              </a:ext>
            </a:extLst>
          </p:cNvPr>
          <p:cNvSpPr txBox="1"/>
          <p:nvPr/>
        </p:nvSpPr>
        <p:spPr>
          <a:xfrm>
            <a:off x="5326562" y="3086455"/>
            <a:ext cx="14968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Click Block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1D71F5A-3DE9-4440-B3AA-595FFA3B157A}"/>
              </a:ext>
            </a:extLst>
          </p:cNvPr>
          <p:cNvCxnSpPr>
            <a:cxnSpLocks/>
          </p:cNvCxnSpPr>
          <p:nvPr/>
        </p:nvCxnSpPr>
        <p:spPr>
          <a:xfrm>
            <a:off x="6066366" y="3363454"/>
            <a:ext cx="0" cy="294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09327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406A8-9B5F-9347-3E82-3B7F3F65D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EF7AB7E-7CAB-DB30-5876-7D97D8FCCA7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4500" y="1838325"/>
            <a:ext cx="8402675" cy="4516438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6D5AA0A-1F9F-F93D-6623-18A6EB6931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07812EE-800C-1813-AA26-C15131818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Added Data Type Conversion Block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988734-FCDA-4FF3-B40B-5FE0C174427D}"/>
              </a:ext>
            </a:extLst>
          </p:cNvPr>
          <p:cNvSpPr/>
          <p:nvPr/>
        </p:nvSpPr>
        <p:spPr>
          <a:xfrm>
            <a:off x="7067550" y="4619625"/>
            <a:ext cx="1104900" cy="8191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5194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B1560-4567-39EF-C394-3EB2D31C7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9B5F1A6-7746-1D49-8123-436B8294F4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Add Outport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80EDE4D-98B0-4034-1256-9141D62F19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Double Click empty space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4B2EFAE-BE40-CC04-B573-66F25F9B01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A5CD9FB-B14F-ABFE-7F9A-C653BC004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Outport Block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A99ACAF-48A6-1395-214A-B68F6144961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3. Rename Outport</a:t>
            </a:r>
          </a:p>
        </p:txBody>
      </p:sp>
      <p:pic>
        <p:nvPicPr>
          <p:cNvPr id="16" name="Content Placeholder 3">
            <a:extLst>
              <a:ext uri="{FF2B5EF4-FFF2-40B4-BE49-F238E27FC236}">
                <a16:creationId xmlns:a16="http://schemas.microsoft.com/office/drawing/2014/main" id="{D7325BFE-74B7-2374-5B3D-BC118C87CA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1233" t="64663" r="2288"/>
          <a:stretch>
            <a:fillRect/>
          </a:stretch>
        </p:blipFill>
        <p:spPr>
          <a:xfrm>
            <a:off x="776569" y="2489698"/>
            <a:ext cx="3014100" cy="3474041"/>
          </a:xfrm>
          <a:prstGeom prst="rect">
            <a:avLst/>
          </a:prstGeom>
        </p:spPr>
      </p:pic>
      <p:pic>
        <p:nvPicPr>
          <p:cNvPr id="23" name="Content Placeholder 18">
            <a:extLst>
              <a:ext uri="{FF2B5EF4-FFF2-40B4-BE49-F238E27FC236}">
                <a16:creationId xmlns:a16="http://schemas.microsoft.com/office/drawing/2014/main" id="{C17DF8A9-C6EB-1858-729A-D93438768C39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l="80454" t="63256" r="11223" b="18726"/>
          <a:stretch>
            <a:fillRect/>
          </a:stretch>
        </p:blipFill>
        <p:spPr>
          <a:xfrm>
            <a:off x="5356270" y="3341028"/>
            <a:ext cx="1522323" cy="1771381"/>
          </a:xfrm>
          <a:prstGeom prst="rect">
            <a:avLst/>
          </a:prstGeom>
        </p:spPr>
      </p:pic>
      <p:pic>
        <p:nvPicPr>
          <p:cNvPr id="29" name="Content Placeholder 25">
            <a:extLst>
              <a:ext uri="{FF2B5EF4-FFF2-40B4-BE49-F238E27FC236}">
                <a16:creationId xmlns:a16="http://schemas.microsoft.com/office/drawing/2014/main" id="{901B303A-40D9-1B8F-C838-1DFF8061D014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/>
          <a:srcRect l="79571" t="64194" r="11231" b="21260"/>
          <a:stretch>
            <a:fillRect/>
          </a:stretch>
        </p:blipFill>
        <p:spPr>
          <a:xfrm>
            <a:off x="9110061" y="3511698"/>
            <a:ext cx="1682365" cy="143004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86872EEA-14E3-50FC-E273-4ABD563DD33A}"/>
              </a:ext>
            </a:extLst>
          </p:cNvPr>
          <p:cNvSpPr txBox="1"/>
          <p:nvPr/>
        </p:nvSpPr>
        <p:spPr>
          <a:xfrm>
            <a:off x="631706" y="1998192"/>
            <a:ext cx="26016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Type out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6009DFE-2300-2C0D-1A96-B22C0AC4A6B5}"/>
              </a:ext>
            </a:extLst>
          </p:cNvPr>
          <p:cNvCxnSpPr>
            <a:cxnSpLocks/>
          </p:cNvCxnSpPr>
          <p:nvPr/>
        </p:nvCxnSpPr>
        <p:spPr>
          <a:xfrm>
            <a:off x="1371511" y="2275191"/>
            <a:ext cx="0" cy="294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663C97B-1430-2641-5EC5-4E91C92ECAAA}"/>
              </a:ext>
            </a:extLst>
          </p:cNvPr>
          <p:cNvSpPr txBox="1"/>
          <p:nvPr/>
        </p:nvSpPr>
        <p:spPr>
          <a:xfrm>
            <a:off x="3892330" y="2852123"/>
            <a:ext cx="14968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2. Click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ECDDBD0-9F30-1166-AFA8-4B91045E7969}"/>
              </a:ext>
            </a:extLst>
          </p:cNvPr>
          <p:cNvCxnSpPr>
            <a:cxnSpLocks/>
          </p:cNvCxnSpPr>
          <p:nvPr/>
        </p:nvCxnSpPr>
        <p:spPr>
          <a:xfrm flipH="1">
            <a:off x="3415822" y="2990622"/>
            <a:ext cx="40863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C2D0802-7B65-7D3C-FAB8-6A882B3E6B8D}"/>
              </a:ext>
            </a:extLst>
          </p:cNvPr>
          <p:cNvSpPr txBox="1"/>
          <p:nvPr/>
        </p:nvSpPr>
        <p:spPr>
          <a:xfrm>
            <a:off x="5326562" y="3086455"/>
            <a:ext cx="1496898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1. Click Block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8185362-9121-663D-4526-CAB18A5C8BB3}"/>
              </a:ext>
            </a:extLst>
          </p:cNvPr>
          <p:cNvCxnSpPr>
            <a:cxnSpLocks/>
          </p:cNvCxnSpPr>
          <p:nvPr/>
        </p:nvCxnSpPr>
        <p:spPr>
          <a:xfrm>
            <a:off x="6066366" y="3363454"/>
            <a:ext cx="0" cy="2941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85894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9812D-7049-49EC-EFE6-C62F58428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EDF343-C012-7012-55D0-DFBAAB5FCD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4500" y="1838325"/>
            <a:ext cx="8402675" cy="4516438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948BF0C-FFC6-E468-6425-46EB6A0ECD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7E5A7C6-D714-8EDA-91A6-C2C29EA43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Added Outport Block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3A9870-57D3-9E9F-9099-E4914619F7DB}"/>
              </a:ext>
            </a:extLst>
          </p:cNvPr>
          <p:cNvSpPr/>
          <p:nvPr/>
        </p:nvSpPr>
        <p:spPr>
          <a:xfrm>
            <a:off x="8610600" y="4829175"/>
            <a:ext cx="723900" cy="4476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3542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01B87-ED33-D8D8-3E4B-4F11F950F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97F5C40-1671-6B31-FA4B-63FEC6C0B1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4500" y="1838325"/>
            <a:ext cx="8402675" cy="4516438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586FABD-8518-F49A-158D-979F34C351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FFBF57D-7EA5-785B-FCA1-976990CBE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Signal Lines</a:t>
            </a:r>
          </a:p>
        </p:txBody>
      </p:sp>
    </p:spTree>
    <p:extLst>
      <p:ext uri="{BB962C8B-B14F-4D97-AF65-F5344CB8AC3E}">
        <p14:creationId xmlns:p14="http://schemas.microsoft.com/office/powerpoint/2010/main" val="14003287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B0CB0-6DD3-D26A-8FFD-65FC6D9BE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6523437-E704-4C48-A3F8-16049A49E2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71E84D18-D98E-0C9E-EA35-57C6A53D2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 Blocks</a:t>
            </a:r>
          </a:p>
        </p:txBody>
      </p:sp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F8DDD72D-01BB-2773-6D70-62D00E68B5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7967"/>
          <a:stretch>
            <a:fillRect/>
          </a:stretch>
        </p:blipFill>
        <p:spPr>
          <a:xfrm>
            <a:off x="1864500" y="1838325"/>
            <a:ext cx="6893001" cy="4516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6187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C0349-137A-C2C9-ECCD-302C72237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4216F6A-29FA-185D-AC17-CE270A9143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Click Down Arrow and then Click Restore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0863BE3-48C8-3999-FFA2-62165B14E1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1. Click Property Inspector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80FDCC7-5BCB-92D0-3DCA-68B7C8B38B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BD868AF4-39C9-6DE2-7B92-2EE979B86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731520"/>
          </a:xfrm>
        </p:spPr>
        <p:txBody>
          <a:bodyPr/>
          <a:lstStyle/>
          <a:p>
            <a:r>
              <a:rPr lang="en-US" dirty="0"/>
              <a:t>Show Property Inspector (Method 1)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This is my preferred method</a:t>
            </a:r>
            <a:br>
              <a:rPr lang="en-US" sz="1200" b="0" i="1" dirty="0">
                <a:solidFill>
                  <a:srgbClr val="FF0000"/>
                </a:solidFill>
              </a:rPr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480D98-8E03-AB74-023C-C512C397FE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30" b="69098"/>
          <a:stretch>
            <a:fillRect/>
          </a:stretch>
        </p:blipFill>
        <p:spPr>
          <a:xfrm>
            <a:off x="630637" y="2759075"/>
            <a:ext cx="5153813" cy="3038833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B3AFDC3-C64F-6CC4-8022-681923A074E3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71" b="57588"/>
          <a:stretch>
            <a:fillRect/>
          </a:stretch>
        </p:blipFill>
        <p:spPr>
          <a:xfrm>
            <a:off x="7312920" y="2759075"/>
            <a:ext cx="3224010" cy="365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2389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79147-4720-91AA-3B67-24D36E8D8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67D1470-E2CF-FFDE-BB5C-D358DBD5DE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Click Property Inspector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C959530-9D48-BA8A-C34A-6CFC0A44A6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“MODELING” Tab and expand options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5C29391-D595-529A-BB4A-9BF18BAEE5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B1740B05-3AF3-10E2-D771-96767F5EB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731520"/>
          </a:xfrm>
        </p:spPr>
        <p:txBody>
          <a:bodyPr/>
          <a:lstStyle/>
          <a:p>
            <a:r>
              <a:rPr lang="en-US" dirty="0"/>
              <a:t>Show Property Inspector (Method 2)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This method will force property Inspector to activate</a:t>
            </a:r>
            <a:endParaRPr lang="en-US" dirty="0"/>
          </a:p>
        </p:txBody>
      </p:sp>
      <p:pic>
        <p:nvPicPr>
          <p:cNvPr id="23" name="Content Placeholder 22">
            <a:extLst>
              <a:ext uri="{FF2B5EF4-FFF2-40B4-BE49-F238E27FC236}">
                <a16:creationId xmlns:a16="http://schemas.microsoft.com/office/drawing/2014/main" id="{023CEA93-0238-FB6D-1485-6F4BFE7AED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100" y="2759075"/>
            <a:ext cx="4916887" cy="2267867"/>
          </a:xfrm>
          <a:prstGeom prst="rect">
            <a:avLst/>
          </a:prstGeom>
        </p:spPr>
      </p:pic>
      <p:pic>
        <p:nvPicPr>
          <p:cNvPr id="25" name="Content Placeholder 24">
            <a:extLst>
              <a:ext uri="{FF2B5EF4-FFF2-40B4-BE49-F238E27FC236}">
                <a16:creationId xmlns:a16="http://schemas.microsoft.com/office/drawing/2014/main" id="{E44AA834-AD99-AE80-B286-8F04BC691E28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0" t="1" r="64820" b="61920"/>
          <a:stretch>
            <a:fillRect/>
          </a:stretch>
        </p:blipFill>
        <p:spPr>
          <a:xfrm>
            <a:off x="6455968" y="2759075"/>
            <a:ext cx="4937915" cy="365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70319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507B6D6-9588-D2D0-D244-F32146A57C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3356" y="1563046"/>
            <a:ext cx="5623560" cy="365760"/>
          </a:xfrm>
        </p:spPr>
        <p:txBody>
          <a:bodyPr/>
          <a:lstStyle/>
          <a:p>
            <a:r>
              <a:rPr lang="en-US" dirty="0"/>
              <a:t>Step 2. Check Boxes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A5F8D6B-1DC2-B7E4-88FB-E643B21649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5623560" cy="365760"/>
          </a:xfrm>
        </p:spPr>
        <p:txBody>
          <a:bodyPr>
            <a:normAutofit/>
          </a:bodyPr>
          <a:lstStyle/>
          <a:p>
            <a:r>
              <a:rPr lang="en-US" dirty="0"/>
              <a:t>Step 1. Select Line and Update Signal Name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EBD03F9-F2D7-C30B-DB88-D3C42A3A83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35B3CD6-1109-C9B1-49B1-F60D65FC8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Signal: t</a:t>
            </a:r>
          </a:p>
        </p:txBody>
      </p:sp>
      <p:pic>
        <p:nvPicPr>
          <p:cNvPr id="26" name="Content Placeholder 22">
            <a:extLst>
              <a:ext uri="{FF2B5EF4-FFF2-40B4-BE49-F238E27FC236}">
                <a16:creationId xmlns:a16="http://schemas.microsoft.com/office/drawing/2014/main" id="{66866470-B333-8A26-1F88-99CF270B7D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61473"/>
          <a:stretch>
            <a:fillRect/>
          </a:stretch>
        </p:blipFill>
        <p:spPr>
          <a:xfrm>
            <a:off x="395818" y="2043113"/>
            <a:ext cx="3130336" cy="4367212"/>
          </a:xfrm>
          <a:prstGeom prst="rect">
            <a:avLst/>
          </a:prstGeom>
        </p:spPr>
      </p:pic>
      <p:pic>
        <p:nvPicPr>
          <p:cNvPr id="27" name="Content Placeholder 22">
            <a:extLst>
              <a:ext uri="{FF2B5EF4-FFF2-40B4-BE49-F238E27FC236}">
                <a16:creationId xmlns:a16="http://schemas.microsoft.com/office/drawing/2014/main" id="{27ECEE7E-0879-6EBC-8C4F-6C252B1A82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936" r="186"/>
          <a:stretch>
            <a:fillRect/>
          </a:stretch>
        </p:blipFill>
        <p:spPr>
          <a:xfrm>
            <a:off x="3514090" y="2042465"/>
            <a:ext cx="1290107" cy="436721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DC69E35-757A-D624-85D2-32D3B74C7E51}"/>
              </a:ext>
            </a:extLst>
          </p:cNvPr>
          <p:cNvSpPr txBox="1"/>
          <p:nvPr/>
        </p:nvSpPr>
        <p:spPr>
          <a:xfrm>
            <a:off x="773112" y="5343525"/>
            <a:ext cx="199072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Select Line</a:t>
            </a:r>
          </a:p>
        </p:txBody>
      </p:sp>
      <p:pic>
        <p:nvPicPr>
          <p:cNvPr id="39" name="Content Placeholder 35">
            <a:extLst>
              <a:ext uri="{FF2B5EF4-FFF2-40B4-BE49-F238E27FC236}">
                <a16:creationId xmlns:a16="http://schemas.microsoft.com/office/drawing/2014/main" id="{A30B6004-827E-8E4C-57A8-C672BE8A33F0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r="61695"/>
          <a:stretch>
            <a:fillRect/>
          </a:stretch>
        </p:blipFill>
        <p:spPr>
          <a:xfrm>
            <a:off x="6113356" y="2043113"/>
            <a:ext cx="3112298" cy="4367212"/>
          </a:xfrm>
          <a:prstGeom prst="rect">
            <a:avLst/>
          </a:prstGeom>
        </p:spPr>
      </p:pic>
      <p:pic>
        <p:nvPicPr>
          <p:cNvPr id="40" name="Content Placeholder 35">
            <a:extLst>
              <a:ext uri="{FF2B5EF4-FFF2-40B4-BE49-F238E27FC236}">
                <a16:creationId xmlns:a16="http://schemas.microsoft.com/office/drawing/2014/main" id="{E8218858-1B7A-5CB8-2741-5ED09D0519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715" t="15" r="-186" b="-15"/>
          <a:stretch>
            <a:fillRect/>
          </a:stretch>
        </p:blipFill>
        <p:spPr>
          <a:xfrm>
            <a:off x="9226551" y="2042464"/>
            <a:ext cx="1338316" cy="4367212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F358467F-021E-D794-5BE8-C0F66DD03EA6}"/>
              </a:ext>
            </a:extLst>
          </p:cNvPr>
          <p:cNvSpPr/>
          <p:nvPr/>
        </p:nvSpPr>
        <p:spPr>
          <a:xfrm>
            <a:off x="9248775" y="2971800"/>
            <a:ext cx="1286038" cy="5595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2B4DA15-F33C-691E-1FC2-A71E487E2BBB}"/>
              </a:ext>
            </a:extLst>
          </p:cNvPr>
          <p:cNvSpPr/>
          <p:nvPr/>
        </p:nvSpPr>
        <p:spPr>
          <a:xfrm>
            <a:off x="3513193" y="2971800"/>
            <a:ext cx="1286038" cy="5595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0F260EB-64D5-8607-1E76-11661792434A}"/>
              </a:ext>
            </a:extLst>
          </p:cNvPr>
          <p:cNvCxnSpPr>
            <a:cxnSpLocks/>
            <a:stCxn id="28" idx="0"/>
          </p:cNvCxnSpPr>
          <p:nvPr/>
        </p:nvCxnSpPr>
        <p:spPr>
          <a:xfrm flipV="1">
            <a:off x="1768475" y="5076825"/>
            <a:ext cx="0" cy="2667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AD37861-051E-3391-2CB8-F1C3589ACFF3}"/>
              </a:ext>
            </a:extLst>
          </p:cNvPr>
          <p:cNvCxnSpPr>
            <a:cxnSpLocks/>
          </p:cNvCxnSpPr>
          <p:nvPr/>
        </p:nvCxnSpPr>
        <p:spPr>
          <a:xfrm flipV="1">
            <a:off x="7121142" y="4666268"/>
            <a:ext cx="0" cy="6772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73953B9-C600-2368-BD23-B7E071EE25E6}"/>
              </a:ext>
            </a:extLst>
          </p:cNvPr>
          <p:cNvCxnSpPr>
            <a:cxnSpLocks/>
          </p:cNvCxnSpPr>
          <p:nvPr/>
        </p:nvCxnSpPr>
        <p:spPr>
          <a:xfrm>
            <a:off x="4119513" y="1928806"/>
            <a:ext cx="0" cy="10429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FEEF3FF-98EC-5714-1D32-71994DBE6974}"/>
              </a:ext>
            </a:extLst>
          </p:cNvPr>
          <p:cNvCxnSpPr>
            <a:cxnSpLocks/>
          </p:cNvCxnSpPr>
          <p:nvPr/>
        </p:nvCxnSpPr>
        <p:spPr>
          <a:xfrm>
            <a:off x="9891794" y="1929384"/>
            <a:ext cx="0" cy="10424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BB0FDF80-D4C3-016E-2469-C56688C23E4B}"/>
              </a:ext>
            </a:extLst>
          </p:cNvPr>
          <p:cNvSpPr txBox="1"/>
          <p:nvPr/>
        </p:nvSpPr>
        <p:spPr>
          <a:xfrm>
            <a:off x="6477900" y="5343525"/>
            <a:ext cx="199072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2. Observe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B0165A7-145E-AA45-944D-3C0E753D4207}"/>
              </a:ext>
            </a:extLst>
          </p:cNvPr>
          <p:cNvSpPr txBox="1"/>
          <p:nvPr/>
        </p:nvSpPr>
        <p:spPr>
          <a:xfrm>
            <a:off x="9569504" y="1651733"/>
            <a:ext cx="238368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Check Boxes</a:t>
            </a:r>
          </a:p>
        </p:txBody>
      </p:sp>
    </p:spTree>
    <p:extLst>
      <p:ext uri="{BB962C8B-B14F-4D97-AF65-F5344CB8AC3E}">
        <p14:creationId xmlns:p14="http://schemas.microsoft.com/office/powerpoint/2010/main" val="7665429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0873E-A7A8-9D39-AD08-E1116BACE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Content Placeholder 17">
            <a:extLst>
              <a:ext uri="{FF2B5EF4-FFF2-40B4-BE49-F238E27FC236}">
                <a16:creationId xmlns:a16="http://schemas.microsoft.com/office/drawing/2014/main" id="{7ECAE493-CBFA-59F8-F517-5A26B247964D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/>
          <a:srcRect r="61269"/>
          <a:stretch>
            <a:fillRect/>
          </a:stretch>
        </p:blipFill>
        <p:spPr>
          <a:xfrm>
            <a:off x="6113356" y="2043113"/>
            <a:ext cx="3146911" cy="4367212"/>
          </a:xfrm>
          <a:prstGeom prst="rect">
            <a:avLst/>
          </a:prstGeom>
        </p:spPr>
      </p:pic>
      <p:pic>
        <p:nvPicPr>
          <p:cNvPr id="22" name="Content Placeholder 17">
            <a:extLst>
              <a:ext uri="{FF2B5EF4-FFF2-40B4-BE49-F238E27FC236}">
                <a16:creationId xmlns:a16="http://schemas.microsoft.com/office/drawing/2014/main" id="{2CB8BBDE-F306-8C1C-A3B4-3F1DDA2E6C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634"/>
          <a:stretch>
            <a:fillRect/>
          </a:stretch>
        </p:blipFill>
        <p:spPr>
          <a:xfrm>
            <a:off x="9232659" y="2041815"/>
            <a:ext cx="1329762" cy="4367212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E6EEB031-3252-7BD0-C157-4FC4957F95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644"/>
          <a:stretch>
            <a:fillRect/>
          </a:stretch>
        </p:blipFill>
        <p:spPr>
          <a:xfrm>
            <a:off x="395818" y="2043113"/>
            <a:ext cx="3116478" cy="4367212"/>
          </a:xfrm>
          <a:prstGeom prst="rect">
            <a:avLst/>
          </a:prstGeom>
        </p:spPr>
      </p:pic>
      <p:pic>
        <p:nvPicPr>
          <p:cNvPr id="13" name="Content Placeholder 10">
            <a:extLst>
              <a:ext uri="{FF2B5EF4-FFF2-40B4-BE49-F238E27FC236}">
                <a16:creationId xmlns:a16="http://schemas.microsoft.com/office/drawing/2014/main" id="{91A7D5A3-8825-EFAF-74D7-6B181E3E9F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608" r="183"/>
          <a:stretch>
            <a:fillRect/>
          </a:stretch>
        </p:blipFill>
        <p:spPr>
          <a:xfrm>
            <a:off x="3501139" y="2042464"/>
            <a:ext cx="1317068" cy="436721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95C2DFF-860B-33AE-3998-D5558D22F3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3356" y="1563046"/>
            <a:ext cx="5623560" cy="365760"/>
          </a:xfrm>
        </p:spPr>
        <p:txBody>
          <a:bodyPr/>
          <a:lstStyle/>
          <a:p>
            <a:r>
              <a:rPr lang="en-US" dirty="0"/>
              <a:t>Step 2. Check Boxes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7A91BBE-8180-27B2-667C-949F53695A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5623560" cy="365760"/>
          </a:xfrm>
        </p:spPr>
        <p:txBody>
          <a:bodyPr>
            <a:normAutofit/>
          </a:bodyPr>
          <a:lstStyle/>
          <a:p>
            <a:r>
              <a:rPr lang="en-US" dirty="0"/>
              <a:t>Step 1. Select Line and Update Signal Name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5EC1750-C257-0575-2C6B-FA272E4EEB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A23795A-02C5-6E66-B986-78B8300EA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Signal: t_squared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C674DB-1EFF-B9D5-A849-B447A3F99829}"/>
              </a:ext>
            </a:extLst>
          </p:cNvPr>
          <p:cNvSpPr txBox="1"/>
          <p:nvPr/>
        </p:nvSpPr>
        <p:spPr>
          <a:xfrm>
            <a:off x="773112" y="5343525"/>
            <a:ext cx="199072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Select Line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FA98256-FBBA-0167-5FF5-3B2DA786FC69}"/>
              </a:ext>
            </a:extLst>
          </p:cNvPr>
          <p:cNvSpPr/>
          <p:nvPr/>
        </p:nvSpPr>
        <p:spPr>
          <a:xfrm>
            <a:off x="9248775" y="2971800"/>
            <a:ext cx="1286038" cy="5595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7706AEB-0E49-4CBF-2024-F0355F0D4AC6}"/>
              </a:ext>
            </a:extLst>
          </p:cNvPr>
          <p:cNvSpPr/>
          <p:nvPr/>
        </p:nvSpPr>
        <p:spPr>
          <a:xfrm>
            <a:off x="3513193" y="2971800"/>
            <a:ext cx="1286038" cy="5595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337E342-D220-F5C3-FF3F-B697DC064EFA}"/>
              </a:ext>
            </a:extLst>
          </p:cNvPr>
          <p:cNvCxnSpPr>
            <a:cxnSpLocks/>
            <a:stCxn id="28" idx="0"/>
          </p:cNvCxnSpPr>
          <p:nvPr/>
        </p:nvCxnSpPr>
        <p:spPr>
          <a:xfrm flipV="1">
            <a:off x="1768475" y="4505325"/>
            <a:ext cx="869950" cy="8382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7B8B629-6AB6-423D-285F-2F9EF5B6A69B}"/>
              </a:ext>
            </a:extLst>
          </p:cNvPr>
          <p:cNvCxnSpPr>
            <a:cxnSpLocks/>
          </p:cNvCxnSpPr>
          <p:nvPr/>
        </p:nvCxnSpPr>
        <p:spPr>
          <a:xfrm>
            <a:off x="4119513" y="1928806"/>
            <a:ext cx="0" cy="10429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3503962-BECB-EABD-B17E-9B34D4A9D5E7}"/>
              </a:ext>
            </a:extLst>
          </p:cNvPr>
          <p:cNvCxnSpPr>
            <a:cxnSpLocks/>
          </p:cNvCxnSpPr>
          <p:nvPr/>
        </p:nvCxnSpPr>
        <p:spPr>
          <a:xfrm>
            <a:off x="9891794" y="1929384"/>
            <a:ext cx="0" cy="10424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D1FF81A1-D402-811B-6654-4B73675E0E38}"/>
              </a:ext>
            </a:extLst>
          </p:cNvPr>
          <p:cNvSpPr txBox="1"/>
          <p:nvPr/>
        </p:nvSpPr>
        <p:spPr>
          <a:xfrm>
            <a:off x="9569504" y="1651733"/>
            <a:ext cx="238368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Check Boxes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3115F63-1B52-C79D-C28E-9C025C1B340A}"/>
              </a:ext>
            </a:extLst>
          </p:cNvPr>
          <p:cNvCxnSpPr>
            <a:cxnSpLocks/>
          </p:cNvCxnSpPr>
          <p:nvPr/>
        </p:nvCxnSpPr>
        <p:spPr>
          <a:xfrm flipV="1">
            <a:off x="7121142" y="4609707"/>
            <a:ext cx="1202726" cy="7338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DE454DE5-FDC0-F65E-3F69-201CE4216D1D}"/>
              </a:ext>
            </a:extLst>
          </p:cNvPr>
          <p:cNvSpPr txBox="1"/>
          <p:nvPr/>
        </p:nvSpPr>
        <p:spPr>
          <a:xfrm>
            <a:off x="6477900" y="5343525"/>
            <a:ext cx="199072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2. Observe</a:t>
            </a:r>
          </a:p>
        </p:txBody>
      </p:sp>
    </p:spTree>
    <p:extLst>
      <p:ext uri="{BB962C8B-B14F-4D97-AF65-F5344CB8AC3E}">
        <p14:creationId xmlns:p14="http://schemas.microsoft.com/office/powerpoint/2010/main" val="28187536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724AE-5EE8-F5FF-5BFC-3D3CE8374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Content Placeholder 35">
            <a:extLst>
              <a:ext uri="{FF2B5EF4-FFF2-40B4-BE49-F238E27FC236}">
                <a16:creationId xmlns:a16="http://schemas.microsoft.com/office/drawing/2014/main" id="{DCB139D5-0253-6550-3605-2C4175A03F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633"/>
          <a:stretch>
            <a:fillRect/>
          </a:stretch>
        </p:blipFill>
        <p:spPr>
          <a:xfrm>
            <a:off x="9636406" y="2050325"/>
            <a:ext cx="1329762" cy="4367212"/>
          </a:xfrm>
          <a:prstGeom prst="rect">
            <a:avLst/>
          </a:prstGeom>
        </p:spPr>
      </p:pic>
      <p:pic>
        <p:nvPicPr>
          <p:cNvPr id="39" name="Content Placeholder 35">
            <a:extLst>
              <a:ext uri="{FF2B5EF4-FFF2-40B4-BE49-F238E27FC236}">
                <a16:creationId xmlns:a16="http://schemas.microsoft.com/office/drawing/2014/main" id="{6F244062-152E-6C0A-E97F-720AE5EC30FD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/>
          <a:srcRect r="55988"/>
          <a:stretch>
            <a:fillRect/>
          </a:stretch>
        </p:blipFill>
        <p:spPr>
          <a:xfrm>
            <a:off x="6113356" y="2043113"/>
            <a:ext cx="3575995" cy="4367212"/>
          </a:xfrm>
          <a:prstGeom prst="rect">
            <a:avLst/>
          </a:prstGeom>
        </p:spPr>
      </p:pic>
      <p:pic>
        <p:nvPicPr>
          <p:cNvPr id="24" name="Content Placeholder 18">
            <a:extLst>
              <a:ext uri="{FF2B5EF4-FFF2-40B4-BE49-F238E27FC236}">
                <a16:creationId xmlns:a16="http://schemas.microsoft.com/office/drawing/2014/main" id="{80841AE4-CBA8-46EC-7118-7BB8A423C1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58113"/>
          <a:stretch>
            <a:fillRect/>
          </a:stretch>
        </p:blipFill>
        <p:spPr>
          <a:xfrm>
            <a:off x="116974" y="2040898"/>
            <a:ext cx="3403337" cy="4367212"/>
          </a:xfrm>
          <a:prstGeom prst="rect">
            <a:avLst/>
          </a:prstGeom>
        </p:spPr>
      </p:pic>
      <p:pic>
        <p:nvPicPr>
          <p:cNvPr id="33" name="Content Placeholder 18">
            <a:extLst>
              <a:ext uri="{FF2B5EF4-FFF2-40B4-BE49-F238E27FC236}">
                <a16:creationId xmlns:a16="http://schemas.microsoft.com/office/drawing/2014/main" id="{826AAA3E-F964-ACFD-E3A9-B801276C87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532" r="53"/>
          <a:stretch>
            <a:fillRect/>
          </a:stretch>
        </p:blipFill>
        <p:spPr>
          <a:xfrm>
            <a:off x="3492797" y="2040898"/>
            <a:ext cx="1333752" cy="436721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F128649-00B9-C3FF-33F9-C7111372CF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3356" y="1563046"/>
            <a:ext cx="5623560" cy="365760"/>
          </a:xfrm>
        </p:spPr>
        <p:txBody>
          <a:bodyPr/>
          <a:lstStyle/>
          <a:p>
            <a:r>
              <a:rPr lang="en-US" dirty="0"/>
              <a:t>Step 2. Observe renamed parameter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3982E64-FDC3-B81C-471C-761DD31ABD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5623560" cy="365760"/>
          </a:xfrm>
        </p:spPr>
        <p:txBody>
          <a:bodyPr>
            <a:normAutofit/>
          </a:bodyPr>
          <a:lstStyle/>
          <a:p>
            <a:r>
              <a:rPr lang="en-US" dirty="0"/>
              <a:t>Step 1. Select Line and Update Parameter Name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4142F7-A142-0F93-6A90-11DE299EB3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BCEE622-7321-659A-E345-70647850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Parameter: COEFF_A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55B44E-C182-5212-69F3-013D1B3DF092}"/>
              </a:ext>
            </a:extLst>
          </p:cNvPr>
          <p:cNvSpPr txBox="1"/>
          <p:nvPr/>
        </p:nvSpPr>
        <p:spPr>
          <a:xfrm>
            <a:off x="395818" y="5343525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Select Block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1ECE212-43EA-09D9-8E3D-9A71DD439DBA}"/>
              </a:ext>
            </a:extLst>
          </p:cNvPr>
          <p:cNvSpPr/>
          <p:nvPr/>
        </p:nvSpPr>
        <p:spPr>
          <a:xfrm>
            <a:off x="9644700" y="2971800"/>
            <a:ext cx="1286038" cy="2769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E283782-FA49-48D9-2D76-04D8AEAA41C8}"/>
              </a:ext>
            </a:extLst>
          </p:cNvPr>
          <p:cNvSpPr/>
          <p:nvPr/>
        </p:nvSpPr>
        <p:spPr>
          <a:xfrm>
            <a:off x="3513193" y="2971800"/>
            <a:ext cx="1286038" cy="2769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0280927-4DC6-20DB-4C94-370D459C6F76}"/>
              </a:ext>
            </a:extLst>
          </p:cNvPr>
          <p:cNvCxnSpPr>
            <a:cxnSpLocks/>
            <a:stCxn id="28" idx="0"/>
          </p:cNvCxnSpPr>
          <p:nvPr/>
        </p:nvCxnSpPr>
        <p:spPr>
          <a:xfrm flipV="1">
            <a:off x="1579828" y="4515439"/>
            <a:ext cx="1351905" cy="8280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A0BC074-691A-0601-9AA7-0C5397A2B860}"/>
              </a:ext>
            </a:extLst>
          </p:cNvPr>
          <p:cNvCxnSpPr>
            <a:cxnSpLocks/>
          </p:cNvCxnSpPr>
          <p:nvPr/>
        </p:nvCxnSpPr>
        <p:spPr>
          <a:xfrm>
            <a:off x="10306575" y="1929384"/>
            <a:ext cx="0" cy="10424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5B1AFD5B-10EF-10CD-61B4-46B5AEEB3EF0}"/>
              </a:ext>
            </a:extLst>
          </p:cNvPr>
          <p:cNvSpPr txBox="1"/>
          <p:nvPr/>
        </p:nvSpPr>
        <p:spPr>
          <a:xfrm>
            <a:off x="9984285" y="1651733"/>
            <a:ext cx="238368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Check Boxes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C063B56-172E-0726-0A76-ECFD78DFAB0C}"/>
              </a:ext>
            </a:extLst>
          </p:cNvPr>
          <p:cNvCxnSpPr>
            <a:cxnSpLocks/>
          </p:cNvCxnSpPr>
          <p:nvPr/>
        </p:nvCxnSpPr>
        <p:spPr>
          <a:xfrm>
            <a:off x="4119513" y="1928806"/>
            <a:ext cx="0" cy="10429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D6FF9D9-8F6B-0347-80A2-5289A1A85817}"/>
              </a:ext>
            </a:extLst>
          </p:cNvPr>
          <p:cNvCxnSpPr>
            <a:cxnSpLocks/>
          </p:cNvCxnSpPr>
          <p:nvPr/>
        </p:nvCxnSpPr>
        <p:spPr>
          <a:xfrm flipV="1">
            <a:off x="7121142" y="4515439"/>
            <a:ext cx="1872029" cy="8280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CF64D432-33AA-A59E-24A3-520F7D62E467}"/>
              </a:ext>
            </a:extLst>
          </p:cNvPr>
          <p:cNvSpPr txBox="1"/>
          <p:nvPr/>
        </p:nvSpPr>
        <p:spPr>
          <a:xfrm>
            <a:off x="6477900" y="5343525"/>
            <a:ext cx="199072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2. Observe</a:t>
            </a:r>
          </a:p>
        </p:txBody>
      </p:sp>
    </p:spTree>
    <p:extLst>
      <p:ext uri="{BB962C8B-B14F-4D97-AF65-F5344CB8AC3E}">
        <p14:creationId xmlns:p14="http://schemas.microsoft.com/office/powerpoint/2010/main" val="360744982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A66E3-EA91-7CB7-BED6-5A1D00712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Content Placeholder 21">
            <a:extLst>
              <a:ext uri="{FF2B5EF4-FFF2-40B4-BE49-F238E27FC236}">
                <a16:creationId xmlns:a16="http://schemas.microsoft.com/office/drawing/2014/main" id="{1A183AF8-C344-0338-F147-2CEF17046CEB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/>
          <a:srcRect r="55995"/>
          <a:stretch>
            <a:fillRect/>
          </a:stretch>
        </p:blipFill>
        <p:spPr>
          <a:xfrm>
            <a:off x="4329718" y="2043113"/>
            <a:ext cx="3575426" cy="4367212"/>
          </a:xfrm>
          <a:prstGeom prst="rect">
            <a:avLst/>
          </a:prstGeom>
        </p:spPr>
      </p:pic>
      <p:pic>
        <p:nvPicPr>
          <p:cNvPr id="46" name="Content Placeholder 9">
            <a:extLst>
              <a:ext uri="{FF2B5EF4-FFF2-40B4-BE49-F238E27FC236}">
                <a16:creationId xmlns:a16="http://schemas.microsoft.com/office/drawing/2014/main" id="{3D44271F-EE91-1000-93BD-F5B9FD7615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56052"/>
          <a:stretch>
            <a:fillRect/>
          </a:stretch>
        </p:blipFill>
        <p:spPr>
          <a:xfrm>
            <a:off x="498221" y="2043113"/>
            <a:ext cx="3570795" cy="436721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2CBC477-1D86-C7F0-2583-FFD0B34FD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Select Final Block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A48EDAD-8AB5-E767-1F71-F21098C134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1. Select Blocks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88AB16A-DC79-C36F-F387-6F1FA44DD1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0CCE39A-C30F-33F1-6034-F7C8B7A48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19825"/>
          </a:xfrm>
        </p:spPr>
        <p:txBody>
          <a:bodyPr/>
          <a:lstStyle/>
          <a:p>
            <a:r>
              <a:rPr lang="en-US" dirty="0"/>
              <a:t>Format Blocks to Same Size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The last block you select is used as the formatting reference. All other selected blocks will be formatted to match it.</a:t>
            </a:r>
            <a:endParaRPr lang="en-US" sz="1200" b="0" i="1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08898DE-6C6D-FE56-BF35-BE7080AE94E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3. Format Blocks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D4E3E0-BB72-8659-CFD4-861CF9F642BA}"/>
              </a:ext>
            </a:extLst>
          </p:cNvPr>
          <p:cNvSpPr/>
          <p:nvPr/>
        </p:nvSpPr>
        <p:spPr>
          <a:xfrm>
            <a:off x="3026004" y="4790982"/>
            <a:ext cx="801278" cy="1279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05C631-E3F1-A4FC-6706-1DE290FA5AB2}"/>
              </a:ext>
            </a:extLst>
          </p:cNvPr>
          <p:cNvSpPr txBox="1"/>
          <p:nvPr/>
        </p:nvSpPr>
        <p:spPr>
          <a:xfrm>
            <a:off x="794694" y="5360906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Select Blocks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27D69A6-0E49-A9E1-A474-DC99DFFE1BBC}"/>
              </a:ext>
            </a:extLst>
          </p:cNvPr>
          <p:cNvSpPr/>
          <p:nvPr/>
        </p:nvSpPr>
        <p:spPr>
          <a:xfrm>
            <a:off x="6883137" y="4157221"/>
            <a:ext cx="1121903" cy="6337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CF6F76C-1931-32D6-DC26-0DC84F0A1842}"/>
              </a:ext>
            </a:extLst>
          </p:cNvPr>
          <p:cNvSpPr txBox="1"/>
          <p:nvPr/>
        </p:nvSpPr>
        <p:spPr>
          <a:xfrm>
            <a:off x="5746674" y="3603223"/>
            <a:ext cx="223717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Shift Hold Select Block</a:t>
            </a:r>
          </a:p>
        </p:txBody>
      </p:sp>
      <p:pic>
        <p:nvPicPr>
          <p:cNvPr id="55" name="Content Placeholder 50">
            <a:extLst>
              <a:ext uri="{FF2B5EF4-FFF2-40B4-BE49-F238E27FC236}">
                <a16:creationId xmlns:a16="http://schemas.microsoft.com/office/drawing/2014/main" id="{A8A6E3EA-A6CF-A79F-CFC9-C063A5E65FAA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/>
          <a:srcRect r="55649"/>
          <a:stretch>
            <a:fillRect/>
          </a:stretch>
        </p:blipFill>
        <p:spPr>
          <a:xfrm>
            <a:off x="8149475" y="2043113"/>
            <a:ext cx="3603538" cy="4367212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861AA7CE-B297-0381-D085-6ED18CCE3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58" t="5076" r="46340" b="86187"/>
          <a:stretch>
            <a:fillRect/>
          </a:stretch>
        </p:blipFill>
        <p:spPr>
          <a:xfrm>
            <a:off x="10157774" y="1807521"/>
            <a:ext cx="2034226" cy="8763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6" name="Rectangle 65">
            <a:extLst>
              <a:ext uri="{FF2B5EF4-FFF2-40B4-BE49-F238E27FC236}">
                <a16:creationId xmlns:a16="http://schemas.microsoft.com/office/drawing/2014/main" id="{40EEA088-1DFE-DAA4-E86B-CD833DF95826}"/>
              </a:ext>
            </a:extLst>
          </p:cNvPr>
          <p:cNvSpPr/>
          <p:nvPr/>
        </p:nvSpPr>
        <p:spPr>
          <a:xfrm>
            <a:off x="11603521" y="2268862"/>
            <a:ext cx="470534" cy="4330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FCD071A-9384-C1A7-D43C-11C5A620C68F}"/>
              </a:ext>
            </a:extLst>
          </p:cNvPr>
          <p:cNvSpPr txBox="1"/>
          <p:nvPr/>
        </p:nvSpPr>
        <p:spPr>
          <a:xfrm>
            <a:off x="9681464" y="2973198"/>
            <a:ext cx="223717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Click Match</a:t>
            </a:r>
          </a:p>
        </p:txBody>
      </p:sp>
      <p:sp>
        <p:nvSpPr>
          <p:cNvPr id="69" name="Left Brace 68">
            <a:extLst>
              <a:ext uri="{FF2B5EF4-FFF2-40B4-BE49-F238E27FC236}">
                <a16:creationId xmlns:a16="http://schemas.microsoft.com/office/drawing/2014/main" id="{DBAB068C-438D-99D0-7595-4ECF08B06004}"/>
              </a:ext>
            </a:extLst>
          </p:cNvPr>
          <p:cNvSpPr/>
          <p:nvPr/>
        </p:nvSpPr>
        <p:spPr>
          <a:xfrm>
            <a:off x="10458563" y="4722829"/>
            <a:ext cx="325701" cy="1263192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A827529-BE55-0EC0-2730-BDC501F98D68}"/>
              </a:ext>
            </a:extLst>
          </p:cNvPr>
          <p:cNvSpPr txBox="1"/>
          <p:nvPr/>
        </p:nvSpPr>
        <p:spPr>
          <a:xfrm>
            <a:off x="8611388" y="5156454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2. Observe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188DB43-CE67-0869-9EB4-3C0AC32CD80C}"/>
              </a:ext>
            </a:extLst>
          </p:cNvPr>
          <p:cNvCxnSpPr>
            <a:cxnSpLocks/>
            <a:endCxn id="66" idx="2"/>
          </p:cNvCxnSpPr>
          <p:nvPr/>
        </p:nvCxnSpPr>
        <p:spPr>
          <a:xfrm flipV="1">
            <a:off x="11359299" y="2701884"/>
            <a:ext cx="479489" cy="2713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72951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1DF0E-F69A-6C3D-0010-E6DF8403A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E5C94FD-4136-AE21-308A-B06C2B8A53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3356" y="1563046"/>
            <a:ext cx="5623560" cy="365760"/>
          </a:xfrm>
        </p:spPr>
        <p:txBody>
          <a:bodyPr/>
          <a:lstStyle/>
          <a:p>
            <a:r>
              <a:rPr lang="en-US" dirty="0"/>
              <a:t>Step 2. Observe Aligned Blocks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3CEB4C0-6D54-5261-ED3C-6D60FAA73E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5623560" cy="365760"/>
          </a:xfrm>
        </p:spPr>
        <p:txBody>
          <a:bodyPr>
            <a:normAutofit/>
          </a:bodyPr>
          <a:lstStyle/>
          <a:p>
            <a:r>
              <a:rPr lang="en-US" dirty="0"/>
              <a:t>Step 1. Select Blocks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2DB73E7-AF6F-2DA4-6247-88E05B7F70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DB40461-6998-AC1F-6E47-C9E3A1360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537888"/>
          </a:xfrm>
        </p:spPr>
        <p:txBody>
          <a:bodyPr/>
          <a:lstStyle/>
          <a:p>
            <a:r>
              <a:rPr lang="en-US" dirty="0"/>
              <a:t>Format Blocks to Same Size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The last block you select is used as the formatting reference. All other selected blocks will be formatted to match it.</a:t>
            </a:r>
            <a:endParaRPr lang="en-US" sz="1200" dirty="0"/>
          </a:p>
        </p:txBody>
      </p:sp>
      <p:pic>
        <p:nvPicPr>
          <p:cNvPr id="18" name="Content Placeholder 14">
            <a:extLst>
              <a:ext uri="{FF2B5EF4-FFF2-40B4-BE49-F238E27FC236}">
                <a16:creationId xmlns:a16="http://schemas.microsoft.com/office/drawing/2014/main" id="{F1786C8F-86F2-0AB2-B16C-698870F4AA1A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/>
          <a:srcRect r="45768"/>
          <a:stretch>
            <a:fillRect/>
          </a:stretch>
        </p:blipFill>
        <p:spPr>
          <a:xfrm>
            <a:off x="6721738" y="2043113"/>
            <a:ext cx="4406374" cy="4367212"/>
          </a:xfrm>
          <a:prstGeom prst="rect">
            <a:avLst/>
          </a:prstGeom>
        </p:spPr>
      </p:pic>
      <p:pic>
        <p:nvPicPr>
          <p:cNvPr id="21" name="Content Placeholder 13">
            <a:extLst>
              <a:ext uri="{FF2B5EF4-FFF2-40B4-BE49-F238E27FC236}">
                <a16:creationId xmlns:a16="http://schemas.microsoft.com/office/drawing/2014/main" id="{C4150920-A959-EB72-CE1C-6601A95368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46063"/>
          <a:stretch>
            <a:fillRect/>
          </a:stretch>
        </p:blipFill>
        <p:spPr>
          <a:xfrm>
            <a:off x="1016341" y="2043113"/>
            <a:ext cx="4382406" cy="4367212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D746D945-4A6C-A7CE-F84A-9B3DC962518A}"/>
              </a:ext>
            </a:extLst>
          </p:cNvPr>
          <p:cNvSpPr/>
          <p:nvPr/>
        </p:nvSpPr>
        <p:spPr>
          <a:xfrm>
            <a:off x="10313193" y="2466694"/>
            <a:ext cx="139173" cy="1550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185930E-1A81-01E4-3215-C47BB2D9A042}"/>
              </a:ext>
            </a:extLst>
          </p:cNvPr>
          <p:cNvCxnSpPr>
            <a:cxnSpLocks/>
          </p:cNvCxnSpPr>
          <p:nvPr/>
        </p:nvCxnSpPr>
        <p:spPr>
          <a:xfrm flipV="1">
            <a:off x="10375106" y="2621756"/>
            <a:ext cx="0" cy="4833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64D59E0F-CD1A-FFBC-CEC6-F038894E36E6}"/>
              </a:ext>
            </a:extLst>
          </p:cNvPr>
          <p:cNvSpPr/>
          <p:nvPr/>
        </p:nvSpPr>
        <p:spPr>
          <a:xfrm>
            <a:off x="3536544" y="4790982"/>
            <a:ext cx="875436" cy="1279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DACEC74-E7DF-4C72-FBB8-B5FE24265D61}"/>
              </a:ext>
            </a:extLst>
          </p:cNvPr>
          <p:cNvSpPr/>
          <p:nvPr/>
        </p:nvSpPr>
        <p:spPr>
          <a:xfrm>
            <a:off x="3536544" y="4157221"/>
            <a:ext cx="1121903" cy="6337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AB2B2B2-C7C1-4B47-2DC5-E95F46026AA7}"/>
              </a:ext>
            </a:extLst>
          </p:cNvPr>
          <p:cNvSpPr txBox="1"/>
          <p:nvPr/>
        </p:nvSpPr>
        <p:spPr>
          <a:xfrm>
            <a:off x="1353334" y="5462154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Select Blocks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1F5D0D5-8D08-5813-04E4-138A372C185C}"/>
              </a:ext>
            </a:extLst>
          </p:cNvPr>
          <p:cNvSpPr txBox="1"/>
          <p:nvPr/>
        </p:nvSpPr>
        <p:spPr>
          <a:xfrm>
            <a:off x="2190045" y="3765915"/>
            <a:ext cx="339541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2. Shift Hold Select Block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B63DCC4-81D6-69DC-15E0-4C37E307EAD5}"/>
              </a:ext>
            </a:extLst>
          </p:cNvPr>
          <p:cNvCxnSpPr>
            <a:cxnSpLocks/>
          </p:cNvCxnSpPr>
          <p:nvPr/>
        </p:nvCxnSpPr>
        <p:spPr>
          <a:xfrm flipV="1">
            <a:off x="2453640" y="5247797"/>
            <a:ext cx="1082904" cy="1831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2266AE2-C288-8B0F-A45E-196873DC0A6D}"/>
              </a:ext>
            </a:extLst>
          </p:cNvPr>
          <p:cNvCxnSpPr>
            <a:cxnSpLocks/>
          </p:cNvCxnSpPr>
          <p:nvPr/>
        </p:nvCxnSpPr>
        <p:spPr>
          <a:xfrm>
            <a:off x="2644140" y="4074146"/>
            <a:ext cx="892404" cy="2822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3" name="Left Brace 52">
            <a:extLst>
              <a:ext uri="{FF2B5EF4-FFF2-40B4-BE49-F238E27FC236}">
                <a16:creationId xmlns:a16="http://schemas.microsoft.com/office/drawing/2014/main" id="{2152F052-481D-984F-103D-D907AAE79C8E}"/>
              </a:ext>
            </a:extLst>
          </p:cNvPr>
          <p:cNvSpPr/>
          <p:nvPr/>
        </p:nvSpPr>
        <p:spPr>
          <a:xfrm>
            <a:off x="9147923" y="4157221"/>
            <a:ext cx="325701" cy="1913641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74B9960-8417-30A2-8ED6-D3A75529D3A7}"/>
              </a:ext>
            </a:extLst>
          </p:cNvPr>
          <p:cNvSpPr txBox="1"/>
          <p:nvPr/>
        </p:nvSpPr>
        <p:spPr>
          <a:xfrm>
            <a:off x="7370340" y="5109297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2. Observe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360F3E2-0B7E-BF05-9532-BC552884F7A9}"/>
              </a:ext>
            </a:extLst>
          </p:cNvPr>
          <p:cNvSpPr txBox="1"/>
          <p:nvPr/>
        </p:nvSpPr>
        <p:spPr>
          <a:xfrm>
            <a:off x="9673696" y="3170433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Click Align</a:t>
            </a:r>
          </a:p>
        </p:txBody>
      </p:sp>
    </p:spTree>
    <p:extLst>
      <p:ext uri="{BB962C8B-B14F-4D97-AF65-F5344CB8AC3E}">
        <p14:creationId xmlns:p14="http://schemas.microsoft.com/office/powerpoint/2010/main" val="243120741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BCD90-EDBA-FF23-8323-CBB94C3B5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Content Placeholder 63">
            <a:extLst>
              <a:ext uri="{FF2B5EF4-FFF2-40B4-BE49-F238E27FC236}">
                <a16:creationId xmlns:a16="http://schemas.microsoft.com/office/drawing/2014/main" id="{43F5996E-17F5-6CA6-5F0C-A3D598DFF5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55333"/>
          <a:stretch>
            <a:fillRect/>
          </a:stretch>
        </p:blipFill>
        <p:spPr>
          <a:xfrm>
            <a:off x="446051" y="2043113"/>
            <a:ext cx="3629226" cy="436721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9A8C4C4-EE7B-031E-99AF-D3A803DB6E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3356" y="1624952"/>
            <a:ext cx="5623560" cy="365760"/>
          </a:xfrm>
        </p:spPr>
        <p:txBody>
          <a:bodyPr/>
          <a:lstStyle/>
          <a:p>
            <a:r>
              <a:rPr lang="en-US" dirty="0"/>
              <a:t>Step 2. Update Constant Block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C700BB7-F0B2-0248-B7EC-2A4DD22819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5623560" cy="365760"/>
          </a:xfrm>
        </p:spPr>
        <p:txBody>
          <a:bodyPr>
            <a:normAutofit/>
          </a:bodyPr>
          <a:lstStyle/>
          <a:p>
            <a:r>
              <a:rPr lang="en-US" dirty="0"/>
              <a:t>Step 1. Update Gain block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1781E4D-BF09-30FF-17ED-2ED433B3A1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7FF7E2F-C17A-83C8-624C-56F8D8A32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537888"/>
          </a:xfrm>
        </p:spPr>
        <p:txBody>
          <a:bodyPr/>
          <a:lstStyle/>
          <a:p>
            <a:r>
              <a:rPr lang="en-US" dirty="0"/>
              <a:t>Update Parameters: COEFF_B &amp; COEFF_C</a:t>
            </a:r>
            <a:endParaRPr lang="en-US" sz="1200" dirty="0"/>
          </a:p>
        </p:txBody>
      </p:sp>
      <p:pic>
        <p:nvPicPr>
          <p:cNvPr id="20" name="Content Placeholder 9">
            <a:extLst>
              <a:ext uri="{FF2B5EF4-FFF2-40B4-BE49-F238E27FC236}">
                <a16:creationId xmlns:a16="http://schemas.microsoft.com/office/drawing/2014/main" id="{D5522F12-777A-EC96-0111-E0DB87DFCE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528" r="-342"/>
          <a:stretch>
            <a:fillRect/>
          </a:stretch>
        </p:blipFill>
        <p:spPr>
          <a:xfrm>
            <a:off x="4071422" y="2043113"/>
            <a:ext cx="1366125" cy="4367212"/>
          </a:xfrm>
          <a:prstGeom prst="rect">
            <a:avLst/>
          </a:prstGeom>
        </p:spPr>
      </p:pic>
      <p:pic>
        <p:nvPicPr>
          <p:cNvPr id="26" name="Content Placeholder 14">
            <a:extLst>
              <a:ext uri="{FF2B5EF4-FFF2-40B4-BE49-F238E27FC236}">
                <a16:creationId xmlns:a16="http://schemas.microsoft.com/office/drawing/2014/main" id="{61442044-767E-E371-F2EC-E5FBF6189E93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r="55759"/>
          <a:stretch>
            <a:fillRect/>
          </a:stretch>
        </p:blipFill>
        <p:spPr>
          <a:xfrm>
            <a:off x="6113356" y="2043113"/>
            <a:ext cx="3594601" cy="4367212"/>
          </a:xfrm>
          <a:prstGeom prst="rect">
            <a:avLst/>
          </a:prstGeom>
        </p:spPr>
      </p:pic>
      <p:pic>
        <p:nvPicPr>
          <p:cNvPr id="27" name="Content Placeholder 14">
            <a:extLst>
              <a:ext uri="{FF2B5EF4-FFF2-40B4-BE49-F238E27FC236}">
                <a16:creationId xmlns:a16="http://schemas.microsoft.com/office/drawing/2014/main" id="{FC1CA6D1-C89A-49D6-1ECA-3D220B8484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187" r="-1"/>
          <a:stretch>
            <a:fillRect/>
          </a:stretch>
        </p:blipFill>
        <p:spPr>
          <a:xfrm>
            <a:off x="9707957" y="2043113"/>
            <a:ext cx="1366125" cy="4367212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F12545E0-B4D1-5EDE-71A1-03158269F0BD}"/>
              </a:ext>
            </a:extLst>
          </p:cNvPr>
          <p:cNvSpPr/>
          <p:nvPr/>
        </p:nvSpPr>
        <p:spPr>
          <a:xfrm>
            <a:off x="3026003" y="4790982"/>
            <a:ext cx="945921" cy="6192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8ED329D-431A-6032-B792-0C4B6F7CCC01}"/>
              </a:ext>
            </a:extLst>
          </p:cNvPr>
          <p:cNvSpPr/>
          <p:nvPr/>
        </p:nvSpPr>
        <p:spPr>
          <a:xfrm>
            <a:off x="4075277" y="2943132"/>
            <a:ext cx="1381124" cy="3239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DB32E6D-50CC-5F20-6CD0-EAE5A04A4CF7}"/>
              </a:ext>
            </a:extLst>
          </p:cNvPr>
          <p:cNvSpPr/>
          <p:nvPr/>
        </p:nvSpPr>
        <p:spPr>
          <a:xfrm>
            <a:off x="9707957" y="2943132"/>
            <a:ext cx="1381124" cy="3239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0B8767D-D891-B0C2-9AFC-357B609D3B66}"/>
              </a:ext>
            </a:extLst>
          </p:cNvPr>
          <p:cNvSpPr/>
          <p:nvPr/>
        </p:nvSpPr>
        <p:spPr>
          <a:xfrm>
            <a:off x="8769535" y="5410200"/>
            <a:ext cx="945921" cy="6192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88326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D6F0D-5783-3D48-7656-27C17DED6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Content Placeholder 33">
            <a:extLst>
              <a:ext uri="{FF2B5EF4-FFF2-40B4-BE49-F238E27FC236}">
                <a16:creationId xmlns:a16="http://schemas.microsoft.com/office/drawing/2014/main" id="{5507B908-8574-19FE-F6C3-B13CB136037F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6726"/>
          <a:stretch>
            <a:fillRect/>
          </a:stretch>
        </p:blipFill>
        <p:spPr>
          <a:xfrm>
            <a:off x="6113356" y="2043113"/>
            <a:ext cx="4328455" cy="4367212"/>
          </a:xfrm>
          <a:prstGeom prst="rect">
            <a:avLst/>
          </a:prstGeom>
        </p:spPr>
      </p:pic>
      <p:pic>
        <p:nvPicPr>
          <p:cNvPr id="35" name="Content Placeholder 33">
            <a:extLst>
              <a:ext uri="{FF2B5EF4-FFF2-40B4-BE49-F238E27FC236}">
                <a16:creationId xmlns:a16="http://schemas.microsoft.com/office/drawing/2014/main" id="{0DAAAE56-6051-F24E-E423-A62E3A2CF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589" r="45"/>
          <a:stretch>
            <a:fillRect/>
          </a:stretch>
        </p:blipFill>
        <p:spPr>
          <a:xfrm>
            <a:off x="10363052" y="2040898"/>
            <a:ext cx="1329762" cy="4367212"/>
          </a:xfrm>
          <a:prstGeom prst="rect">
            <a:avLst/>
          </a:prstGeom>
        </p:spPr>
      </p:pic>
      <p:pic>
        <p:nvPicPr>
          <p:cNvPr id="13" name="Content Placeholder 3">
            <a:extLst>
              <a:ext uri="{FF2B5EF4-FFF2-40B4-BE49-F238E27FC236}">
                <a16:creationId xmlns:a16="http://schemas.microsoft.com/office/drawing/2014/main" id="{FB279468-86BF-E068-F166-D5C855DA49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555" r="30"/>
          <a:stretch>
            <a:fillRect/>
          </a:stretch>
        </p:blipFill>
        <p:spPr>
          <a:xfrm>
            <a:off x="4380272" y="2040898"/>
            <a:ext cx="1333752" cy="4367212"/>
          </a:xfrm>
          <a:prstGeom prst="rect">
            <a:avLst/>
          </a:prstGeom>
        </p:spPr>
      </p:pic>
      <p:pic>
        <p:nvPicPr>
          <p:cNvPr id="11" name="Content Placeholder 3">
            <a:extLst>
              <a:ext uri="{FF2B5EF4-FFF2-40B4-BE49-F238E27FC236}">
                <a16:creationId xmlns:a16="http://schemas.microsoft.com/office/drawing/2014/main" id="{EBB2BCB9-CC9F-205A-2B45-0C58FD7177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48032"/>
          <a:stretch>
            <a:fillRect/>
          </a:stretch>
        </p:blipFill>
        <p:spPr>
          <a:xfrm>
            <a:off x="186316" y="2040898"/>
            <a:ext cx="4222423" cy="436721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332928F-FA46-2AF5-B9D5-AA2F64057C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3356" y="1563046"/>
            <a:ext cx="5623560" cy="365760"/>
          </a:xfrm>
        </p:spPr>
        <p:txBody>
          <a:bodyPr/>
          <a:lstStyle/>
          <a:p>
            <a:r>
              <a:rPr lang="en-US" dirty="0"/>
              <a:t>Step 2. Check Boxes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A1E210B-5DAE-9590-FB0D-8F47B2676A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5623560" cy="365760"/>
          </a:xfrm>
        </p:spPr>
        <p:txBody>
          <a:bodyPr>
            <a:normAutofit/>
          </a:bodyPr>
          <a:lstStyle/>
          <a:p>
            <a:r>
              <a:rPr lang="en-US" dirty="0"/>
              <a:t>Step 1. Select Line and Update Signal Name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CF7F559-D476-86D7-5178-F3D750A20D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F49A6D2-A741-B216-3513-998D4E4CE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Signal: coeffA_t_squared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9F0E7C-07AC-EE5F-E2BF-AA085D435A5D}"/>
              </a:ext>
            </a:extLst>
          </p:cNvPr>
          <p:cNvSpPr txBox="1"/>
          <p:nvPr/>
        </p:nvSpPr>
        <p:spPr>
          <a:xfrm>
            <a:off x="2227669" y="3646362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Select Line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AB76ADA-5C88-EB13-5230-AFBB05AC6D1D}"/>
              </a:ext>
            </a:extLst>
          </p:cNvPr>
          <p:cNvSpPr/>
          <p:nvPr/>
        </p:nvSpPr>
        <p:spPr>
          <a:xfrm>
            <a:off x="10398844" y="2971800"/>
            <a:ext cx="1286038" cy="5601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9902799-7195-7858-7617-8B46238B5AAF}"/>
              </a:ext>
            </a:extLst>
          </p:cNvPr>
          <p:cNvSpPr/>
          <p:nvPr/>
        </p:nvSpPr>
        <p:spPr>
          <a:xfrm>
            <a:off x="4408739" y="2971800"/>
            <a:ext cx="1286038" cy="5624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F5D0FF8-B410-0CD5-7E8B-7F85392C5761}"/>
              </a:ext>
            </a:extLst>
          </p:cNvPr>
          <p:cNvCxnSpPr>
            <a:cxnSpLocks/>
          </p:cNvCxnSpPr>
          <p:nvPr/>
        </p:nvCxnSpPr>
        <p:spPr>
          <a:xfrm>
            <a:off x="3836706" y="3979407"/>
            <a:ext cx="0" cy="4901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B86B066-4F66-D600-5AC5-362CBC79CB5E}"/>
              </a:ext>
            </a:extLst>
          </p:cNvPr>
          <p:cNvCxnSpPr>
            <a:cxnSpLocks/>
          </p:cNvCxnSpPr>
          <p:nvPr/>
        </p:nvCxnSpPr>
        <p:spPr>
          <a:xfrm>
            <a:off x="11060719" y="1929384"/>
            <a:ext cx="0" cy="10424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52F97DEC-D68B-F51D-9CA4-278771457DCD}"/>
              </a:ext>
            </a:extLst>
          </p:cNvPr>
          <p:cNvSpPr txBox="1"/>
          <p:nvPr/>
        </p:nvSpPr>
        <p:spPr>
          <a:xfrm>
            <a:off x="10003137" y="1651733"/>
            <a:ext cx="238368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Check Boxes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57965DF-BD94-1F7D-C3D2-AB6D461EA199}"/>
              </a:ext>
            </a:extLst>
          </p:cNvPr>
          <p:cNvCxnSpPr>
            <a:cxnSpLocks/>
          </p:cNvCxnSpPr>
          <p:nvPr/>
        </p:nvCxnSpPr>
        <p:spPr>
          <a:xfrm>
            <a:off x="5015059" y="1928806"/>
            <a:ext cx="0" cy="10429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EFD9342-B0F7-BBCB-54AC-6237E006ADBA}"/>
              </a:ext>
            </a:extLst>
          </p:cNvPr>
          <p:cNvSpPr txBox="1"/>
          <p:nvPr/>
        </p:nvSpPr>
        <p:spPr>
          <a:xfrm>
            <a:off x="8138371" y="3646362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2. Observe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FDFE505-8584-FBE1-F9FB-44879395A86F}"/>
              </a:ext>
            </a:extLst>
          </p:cNvPr>
          <p:cNvCxnSpPr>
            <a:cxnSpLocks/>
          </p:cNvCxnSpPr>
          <p:nvPr/>
        </p:nvCxnSpPr>
        <p:spPr>
          <a:xfrm>
            <a:off x="9747408" y="3979407"/>
            <a:ext cx="0" cy="4901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718751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868C1-25CF-FE87-6A64-CF5096481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Content Placeholder 25">
            <a:extLst>
              <a:ext uri="{FF2B5EF4-FFF2-40B4-BE49-F238E27FC236}">
                <a16:creationId xmlns:a16="http://schemas.microsoft.com/office/drawing/2014/main" id="{7C0DE909-EA22-6442-5A87-EB2EBE473FD2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437"/>
          <a:stretch>
            <a:fillRect/>
          </a:stretch>
        </p:blipFill>
        <p:spPr>
          <a:xfrm>
            <a:off x="6113356" y="2043113"/>
            <a:ext cx="4433268" cy="4367212"/>
          </a:xfrm>
          <a:prstGeom prst="rect">
            <a:avLst/>
          </a:prstGeom>
        </p:spPr>
      </p:pic>
      <p:pic>
        <p:nvPicPr>
          <p:cNvPr id="29" name="Content Placeholder 25">
            <a:extLst>
              <a:ext uri="{FF2B5EF4-FFF2-40B4-BE49-F238E27FC236}">
                <a16:creationId xmlns:a16="http://schemas.microsoft.com/office/drawing/2014/main" id="{39F1F1D9-A92F-63E1-6280-DCA5AD6346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33" r="301"/>
          <a:stretch>
            <a:fillRect/>
          </a:stretch>
        </p:blipFill>
        <p:spPr>
          <a:xfrm>
            <a:off x="10366347" y="2050423"/>
            <a:ext cx="1329762" cy="4367212"/>
          </a:xfrm>
          <a:prstGeom prst="rect">
            <a:avLst/>
          </a:prstGeom>
        </p:spPr>
      </p:pic>
      <p:pic>
        <p:nvPicPr>
          <p:cNvPr id="12" name="Content Placeholder 3">
            <a:extLst>
              <a:ext uri="{FF2B5EF4-FFF2-40B4-BE49-F238E27FC236}">
                <a16:creationId xmlns:a16="http://schemas.microsoft.com/office/drawing/2014/main" id="{EC5A9019-8618-7095-C35A-FEDA8AE5AE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46499"/>
          <a:stretch>
            <a:fillRect/>
          </a:stretch>
        </p:blipFill>
        <p:spPr>
          <a:xfrm>
            <a:off x="186316" y="2043113"/>
            <a:ext cx="4346980" cy="4367212"/>
          </a:xfrm>
          <a:prstGeom prst="rect">
            <a:avLst/>
          </a:prstGeom>
        </p:spPr>
      </p:pic>
      <p:pic>
        <p:nvPicPr>
          <p:cNvPr id="14" name="Content Placeholder 3">
            <a:extLst>
              <a:ext uri="{FF2B5EF4-FFF2-40B4-BE49-F238E27FC236}">
                <a16:creationId xmlns:a16="http://schemas.microsoft.com/office/drawing/2014/main" id="{D8CD7667-B4D6-92C9-6E4F-6CDC032135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742" r="-157"/>
          <a:stretch>
            <a:fillRect/>
          </a:stretch>
        </p:blipFill>
        <p:spPr>
          <a:xfrm>
            <a:off x="4533226" y="2052230"/>
            <a:ext cx="1333752" cy="436721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FF5AE7B-5935-4164-8922-03A8A8BCA02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3356" y="1563046"/>
            <a:ext cx="5623560" cy="365760"/>
          </a:xfrm>
        </p:spPr>
        <p:txBody>
          <a:bodyPr/>
          <a:lstStyle/>
          <a:p>
            <a:r>
              <a:rPr lang="en-US" dirty="0"/>
              <a:t>Step 2. Check Boxes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0E8F6E6-727F-C58C-ABA2-360C9DE7BE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5623560" cy="365760"/>
          </a:xfrm>
        </p:spPr>
        <p:txBody>
          <a:bodyPr>
            <a:normAutofit/>
          </a:bodyPr>
          <a:lstStyle/>
          <a:p>
            <a:r>
              <a:rPr lang="en-US" dirty="0"/>
              <a:t>Step 1. Select Line and Update Signal Name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2D7802D-6650-6D9B-AAB1-48A7820A8C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54A484C-8C52-94BE-DA92-7CA567822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Signal: neg_4t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C22268-11F6-B1AF-4CCB-C084B47F11A6}"/>
              </a:ext>
            </a:extLst>
          </p:cNvPr>
          <p:cNvSpPr txBox="1"/>
          <p:nvPr/>
        </p:nvSpPr>
        <p:spPr>
          <a:xfrm>
            <a:off x="2227669" y="3646362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Select Line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CC82BDD-38C8-A623-6A94-18E5A8087234}"/>
              </a:ext>
            </a:extLst>
          </p:cNvPr>
          <p:cNvSpPr/>
          <p:nvPr/>
        </p:nvSpPr>
        <p:spPr>
          <a:xfrm>
            <a:off x="10398844" y="2971800"/>
            <a:ext cx="1286038" cy="5601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9B646D2-148B-7AFD-BE79-61341A220097}"/>
              </a:ext>
            </a:extLst>
          </p:cNvPr>
          <p:cNvSpPr/>
          <p:nvPr/>
        </p:nvSpPr>
        <p:spPr>
          <a:xfrm>
            <a:off x="4539141" y="2971800"/>
            <a:ext cx="1286038" cy="5624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633CDB0-1B18-EB27-8263-410352798A64}"/>
              </a:ext>
            </a:extLst>
          </p:cNvPr>
          <p:cNvCxnSpPr>
            <a:cxnSpLocks/>
          </p:cNvCxnSpPr>
          <p:nvPr/>
        </p:nvCxnSpPr>
        <p:spPr>
          <a:xfrm>
            <a:off x="4004346" y="3979407"/>
            <a:ext cx="0" cy="10345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C47DBC4-097D-EF45-B92C-0D080C0D5766}"/>
              </a:ext>
            </a:extLst>
          </p:cNvPr>
          <p:cNvCxnSpPr>
            <a:cxnSpLocks/>
          </p:cNvCxnSpPr>
          <p:nvPr/>
        </p:nvCxnSpPr>
        <p:spPr>
          <a:xfrm>
            <a:off x="11060719" y="1929384"/>
            <a:ext cx="0" cy="10424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1ABD57E8-B9DD-3033-EF91-FF023F22555B}"/>
              </a:ext>
            </a:extLst>
          </p:cNvPr>
          <p:cNvSpPr txBox="1"/>
          <p:nvPr/>
        </p:nvSpPr>
        <p:spPr>
          <a:xfrm>
            <a:off x="10003137" y="1651733"/>
            <a:ext cx="238368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Check Boxes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728689C-FBD1-F954-5431-6C2A11EC43D1}"/>
              </a:ext>
            </a:extLst>
          </p:cNvPr>
          <p:cNvCxnSpPr>
            <a:cxnSpLocks/>
          </p:cNvCxnSpPr>
          <p:nvPr/>
        </p:nvCxnSpPr>
        <p:spPr>
          <a:xfrm>
            <a:off x="5145461" y="1928806"/>
            <a:ext cx="0" cy="10429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A540196-DE9F-B4E2-183F-35998B84C6E5}"/>
              </a:ext>
            </a:extLst>
          </p:cNvPr>
          <p:cNvSpPr txBox="1"/>
          <p:nvPr/>
        </p:nvSpPr>
        <p:spPr>
          <a:xfrm>
            <a:off x="8138371" y="3646362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2. Observe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DB3D8A1-960A-6901-7E11-ECD1C9442251}"/>
              </a:ext>
            </a:extLst>
          </p:cNvPr>
          <p:cNvCxnSpPr>
            <a:cxnSpLocks/>
          </p:cNvCxnSpPr>
          <p:nvPr/>
        </p:nvCxnSpPr>
        <p:spPr>
          <a:xfrm>
            <a:off x="9747408" y="3979407"/>
            <a:ext cx="0" cy="10345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918447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0F3F5-D2E6-51C1-F987-6AE902424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Content Placeholder 29">
            <a:extLst>
              <a:ext uri="{FF2B5EF4-FFF2-40B4-BE49-F238E27FC236}">
                <a16:creationId xmlns:a16="http://schemas.microsoft.com/office/drawing/2014/main" id="{447B048C-71DA-5436-5C7C-3FEB87CC755B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672"/>
          <a:stretch>
            <a:fillRect/>
          </a:stretch>
        </p:blipFill>
        <p:spPr>
          <a:xfrm>
            <a:off x="6113356" y="2043113"/>
            <a:ext cx="4332924" cy="4367212"/>
          </a:xfrm>
          <a:prstGeom prst="rect">
            <a:avLst/>
          </a:prstGeom>
        </p:spPr>
      </p:pic>
      <p:pic>
        <p:nvPicPr>
          <p:cNvPr id="35" name="Content Placeholder 29">
            <a:extLst>
              <a:ext uri="{FF2B5EF4-FFF2-40B4-BE49-F238E27FC236}">
                <a16:creationId xmlns:a16="http://schemas.microsoft.com/office/drawing/2014/main" id="{64D0F88D-1FB0-F803-19DC-3671F829D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186" r="448"/>
          <a:stretch>
            <a:fillRect/>
          </a:stretch>
        </p:blipFill>
        <p:spPr>
          <a:xfrm>
            <a:off x="10357208" y="2043113"/>
            <a:ext cx="1329763" cy="4367212"/>
          </a:xfrm>
          <a:prstGeom prst="rect">
            <a:avLst/>
          </a:prstGeom>
        </p:spPr>
      </p:pic>
      <p:pic>
        <p:nvPicPr>
          <p:cNvPr id="16" name="Content Placeholder 10">
            <a:extLst>
              <a:ext uri="{FF2B5EF4-FFF2-40B4-BE49-F238E27FC236}">
                <a16:creationId xmlns:a16="http://schemas.microsoft.com/office/drawing/2014/main" id="{3D036F95-F44A-31BE-65A2-DC3490AF8F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562"/>
          <a:stretch>
            <a:fillRect/>
          </a:stretch>
        </p:blipFill>
        <p:spPr>
          <a:xfrm>
            <a:off x="395818" y="2043113"/>
            <a:ext cx="4341862" cy="4367212"/>
          </a:xfrm>
          <a:prstGeom prst="rect">
            <a:avLst/>
          </a:prstGeom>
        </p:spPr>
      </p:pic>
      <p:pic>
        <p:nvPicPr>
          <p:cNvPr id="17" name="Content Placeholder 10">
            <a:extLst>
              <a:ext uri="{FF2B5EF4-FFF2-40B4-BE49-F238E27FC236}">
                <a16:creationId xmlns:a16="http://schemas.microsoft.com/office/drawing/2014/main" id="{A71BAA48-DBF4-BF03-6BAC-861012BC8F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941" r="584"/>
          <a:stretch>
            <a:fillRect/>
          </a:stretch>
        </p:blipFill>
        <p:spPr>
          <a:xfrm>
            <a:off x="4626056" y="2043113"/>
            <a:ext cx="1257297" cy="436721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18C8CF9-8EA2-17B2-2E8B-899E447F677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3356" y="1563046"/>
            <a:ext cx="5623560" cy="365760"/>
          </a:xfrm>
        </p:spPr>
        <p:txBody>
          <a:bodyPr/>
          <a:lstStyle/>
          <a:p>
            <a:r>
              <a:rPr lang="en-US" dirty="0"/>
              <a:t>Step 2. Check Boxes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2CAA1EA-541B-60DB-77A8-0DA1B3EDBE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5623560" cy="365760"/>
          </a:xfrm>
        </p:spPr>
        <p:txBody>
          <a:bodyPr>
            <a:normAutofit/>
          </a:bodyPr>
          <a:lstStyle/>
          <a:p>
            <a:r>
              <a:rPr lang="en-US" dirty="0"/>
              <a:t>Step 1. Select Line and Update Signal Name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CFBE855-6788-108E-1B6F-EDA4013F7B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EA05AC0-1F98-646F-6B2F-4232A3DA8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Signal: const_21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E70B602-C586-A749-2F98-1A484E99D907}"/>
              </a:ext>
            </a:extLst>
          </p:cNvPr>
          <p:cNvSpPr txBox="1"/>
          <p:nvPr/>
        </p:nvSpPr>
        <p:spPr>
          <a:xfrm>
            <a:off x="2227669" y="3646362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Select Line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E53DFC7-7D57-3EE2-FF30-C2D55E948FAB}"/>
              </a:ext>
            </a:extLst>
          </p:cNvPr>
          <p:cNvSpPr/>
          <p:nvPr/>
        </p:nvSpPr>
        <p:spPr>
          <a:xfrm>
            <a:off x="10398844" y="2971800"/>
            <a:ext cx="1286038" cy="5601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0CF691D-8235-FB13-78DA-BC365B460E4A}"/>
              </a:ext>
            </a:extLst>
          </p:cNvPr>
          <p:cNvSpPr/>
          <p:nvPr/>
        </p:nvSpPr>
        <p:spPr>
          <a:xfrm>
            <a:off x="4586766" y="2971800"/>
            <a:ext cx="1286038" cy="5624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6F137FE-770A-0FBC-9088-36DB9F1096B1}"/>
              </a:ext>
            </a:extLst>
          </p:cNvPr>
          <p:cNvCxnSpPr>
            <a:cxnSpLocks/>
          </p:cNvCxnSpPr>
          <p:nvPr/>
        </p:nvCxnSpPr>
        <p:spPr>
          <a:xfrm>
            <a:off x="4004346" y="3979407"/>
            <a:ext cx="0" cy="16212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A46BC20-D7E8-07FA-6546-D0A332E5DC17}"/>
              </a:ext>
            </a:extLst>
          </p:cNvPr>
          <p:cNvCxnSpPr>
            <a:cxnSpLocks/>
          </p:cNvCxnSpPr>
          <p:nvPr/>
        </p:nvCxnSpPr>
        <p:spPr>
          <a:xfrm>
            <a:off x="11060719" y="1929384"/>
            <a:ext cx="0" cy="10424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C9170075-92A1-C12B-8407-2EAE29EE2E67}"/>
              </a:ext>
            </a:extLst>
          </p:cNvPr>
          <p:cNvSpPr txBox="1"/>
          <p:nvPr/>
        </p:nvSpPr>
        <p:spPr>
          <a:xfrm>
            <a:off x="10003137" y="1651733"/>
            <a:ext cx="238368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Check Boxes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4DE7027-5369-2D87-7360-B9F235545456}"/>
              </a:ext>
            </a:extLst>
          </p:cNvPr>
          <p:cNvCxnSpPr>
            <a:cxnSpLocks/>
          </p:cNvCxnSpPr>
          <p:nvPr/>
        </p:nvCxnSpPr>
        <p:spPr>
          <a:xfrm>
            <a:off x="5193086" y="1928806"/>
            <a:ext cx="0" cy="10429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10F89CE-8643-5861-B50A-13C29AEE945E}"/>
              </a:ext>
            </a:extLst>
          </p:cNvPr>
          <p:cNvSpPr txBox="1"/>
          <p:nvPr/>
        </p:nvSpPr>
        <p:spPr>
          <a:xfrm>
            <a:off x="8138371" y="3646362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2. Observe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277B4BF-D994-F6DE-7043-C25F3AA31C9F}"/>
              </a:ext>
            </a:extLst>
          </p:cNvPr>
          <p:cNvCxnSpPr>
            <a:cxnSpLocks/>
          </p:cNvCxnSpPr>
          <p:nvPr/>
        </p:nvCxnSpPr>
        <p:spPr>
          <a:xfrm>
            <a:off x="9747408" y="3979407"/>
            <a:ext cx="0" cy="16212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39696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80750-DC0E-AF87-2956-49CAD4BB1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Content Placeholder 25">
            <a:extLst>
              <a:ext uri="{FF2B5EF4-FFF2-40B4-BE49-F238E27FC236}">
                <a16:creationId xmlns:a16="http://schemas.microsoft.com/office/drawing/2014/main" id="{5DAD28C6-0235-DBCA-9FDE-B095005D3D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12" r="-193"/>
          <a:stretch>
            <a:fillRect/>
          </a:stretch>
        </p:blipFill>
        <p:spPr>
          <a:xfrm>
            <a:off x="10357208" y="2043113"/>
            <a:ext cx="1371601" cy="4367212"/>
          </a:xfrm>
          <a:prstGeom prst="rect">
            <a:avLst/>
          </a:prstGeom>
        </p:spPr>
      </p:pic>
      <p:pic>
        <p:nvPicPr>
          <p:cNvPr id="21" name="Content Placeholder 25">
            <a:extLst>
              <a:ext uri="{FF2B5EF4-FFF2-40B4-BE49-F238E27FC236}">
                <a16:creationId xmlns:a16="http://schemas.microsoft.com/office/drawing/2014/main" id="{CC0EBDC0-4694-E32B-E7B6-E98D81E013EA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24" r="34894"/>
          <a:stretch>
            <a:fillRect/>
          </a:stretch>
        </p:blipFill>
        <p:spPr>
          <a:xfrm>
            <a:off x="6096000" y="2043113"/>
            <a:ext cx="4296630" cy="4367212"/>
          </a:xfrm>
          <a:prstGeom prst="rect">
            <a:avLst/>
          </a:prstGeom>
        </p:spPr>
      </p:pic>
      <p:pic>
        <p:nvPicPr>
          <p:cNvPr id="12" name="Content Placeholder 10">
            <a:extLst>
              <a:ext uri="{FF2B5EF4-FFF2-40B4-BE49-F238E27FC236}">
                <a16:creationId xmlns:a16="http://schemas.microsoft.com/office/drawing/2014/main" id="{99A85653-822B-6047-D257-5107EE8E22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67" r="36108"/>
          <a:stretch>
            <a:fillRect/>
          </a:stretch>
        </p:blipFill>
        <p:spPr>
          <a:xfrm>
            <a:off x="395817" y="2043113"/>
            <a:ext cx="4210903" cy="4367212"/>
          </a:xfrm>
          <a:prstGeom prst="rect">
            <a:avLst/>
          </a:prstGeom>
        </p:spPr>
      </p:pic>
      <p:pic>
        <p:nvPicPr>
          <p:cNvPr id="14" name="Content Placeholder 10">
            <a:extLst>
              <a:ext uri="{FF2B5EF4-FFF2-40B4-BE49-F238E27FC236}">
                <a16:creationId xmlns:a16="http://schemas.microsoft.com/office/drawing/2014/main" id="{15C10678-8C15-901A-0725-5FE857DF49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562" r="72"/>
          <a:stretch>
            <a:fillRect/>
          </a:stretch>
        </p:blipFill>
        <p:spPr>
          <a:xfrm>
            <a:off x="4575732" y="2043113"/>
            <a:ext cx="1329763" cy="436721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DCAE106-820F-7CA0-66C7-76615535C0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3356" y="1563046"/>
            <a:ext cx="5623560" cy="365760"/>
          </a:xfrm>
        </p:spPr>
        <p:txBody>
          <a:bodyPr/>
          <a:lstStyle/>
          <a:p>
            <a:r>
              <a:rPr lang="en-US" dirty="0"/>
              <a:t>Step 2. Check Boxes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48BE4E-2F53-900C-D930-2F1BFEC29D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5623560" cy="365760"/>
          </a:xfrm>
        </p:spPr>
        <p:txBody>
          <a:bodyPr>
            <a:normAutofit/>
          </a:bodyPr>
          <a:lstStyle/>
          <a:p>
            <a:r>
              <a:rPr lang="en-US" dirty="0"/>
              <a:t>Step 1. Select Line and Update Signal Name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17B13A-9A63-4715-51F8-89A755BE91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E9B3398-9698-EE52-F796-383F2E0A9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Signal: </a:t>
            </a:r>
            <a:r>
              <a:rPr lang="en-US" dirty="0" err="1"/>
              <a:t>y_raw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1C745EC-9762-8452-2B7D-4F2A73503490}"/>
              </a:ext>
            </a:extLst>
          </p:cNvPr>
          <p:cNvSpPr txBox="1"/>
          <p:nvPr/>
        </p:nvSpPr>
        <p:spPr>
          <a:xfrm>
            <a:off x="2227669" y="3646362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Select Line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DFBCCE8-30ED-524F-7AB8-3B1ABF47DC83}"/>
              </a:ext>
            </a:extLst>
          </p:cNvPr>
          <p:cNvSpPr/>
          <p:nvPr/>
        </p:nvSpPr>
        <p:spPr>
          <a:xfrm>
            <a:off x="10398844" y="2971800"/>
            <a:ext cx="1286038" cy="5601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F98BAB3-32FD-680B-DE59-356982E0885C}"/>
              </a:ext>
            </a:extLst>
          </p:cNvPr>
          <p:cNvSpPr/>
          <p:nvPr/>
        </p:nvSpPr>
        <p:spPr>
          <a:xfrm>
            <a:off x="4586766" y="2971800"/>
            <a:ext cx="1286038" cy="5624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1A72A4A-8F9E-E16B-90DB-4A8FC43E6800}"/>
              </a:ext>
            </a:extLst>
          </p:cNvPr>
          <p:cNvCxnSpPr>
            <a:cxnSpLocks/>
          </p:cNvCxnSpPr>
          <p:nvPr/>
        </p:nvCxnSpPr>
        <p:spPr>
          <a:xfrm>
            <a:off x="4004346" y="3979407"/>
            <a:ext cx="0" cy="9640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32739F1-2C68-4F97-F53E-9D8524C7CE2C}"/>
              </a:ext>
            </a:extLst>
          </p:cNvPr>
          <p:cNvCxnSpPr>
            <a:cxnSpLocks/>
          </p:cNvCxnSpPr>
          <p:nvPr/>
        </p:nvCxnSpPr>
        <p:spPr>
          <a:xfrm>
            <a:off x="11060719" y="1929384"/>
            <a:ext cx="0" cy="10424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5D23CB14-62C5-4207-04CB-749747193501}"/>
              </a:ext>
            </a:extLst>
          </p:cNvPr>
          <p:cNvSpPr txBox="1"/>
          <p:nvPr/>
        </p:nvSpPr>
        <p:spPr>
          <a:xfrm>
            <a:off x="10003137" y="1651733"/>
            <a:ext cx="238368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Check Boxes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9FB7C23-FE4B-F1EA-DF11-2B1E42CB7397}"/>
              </a:ext>
            </a:extLst>
          </p:cNvPr>
          <p:cNvCxnSpPr>
            <a:cxnSpLocks/>
          </p:cNvCxnSpPr>
          <p:nvPr/>
        </p:nvCxnSpPr>
        <p:spPr>
          <a:xfrm>
            <a:off x="5193086" y="1928806"/>
            <a:ext cx="0" cy="10429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7F110D8-BA88-6FC1-9269-FF7848659080}"/>
              </a:ext>
            </a:extLst>
          </p:cNvPr>
          <p:cNvSpPr txBox="1"/>
          <p:nvPr/>
        </p:nvSpPr>
        <p:spPr>
          <a:xfrm>
            <a:off x="8138371" y="3646362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2. Observe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693711B-ADDA-0429-6F86-502AF6AB6253}"/>
              </a:ext>
            </a:extLst>
          </p:cNvPr>
          <p:cNvCxnSpPr>
            <a:cxnSpLocks/>
          </p:cNvCxnSpPr>
          <p:nvPr/>
        </p:nvCxnSpPr>
        <p:spPr>
          <a:xfrm>
            <a:off x="9747408" y="3979407"/>
            <a:ext cx="0" cy="10402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710466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AD6C7-A479-5C9F-A2B3-DED10837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Content Placeholder 24">
            <a:extLst>
              <a:ext uri="{FF2B5EF4-FFF2-40B4-BE49-F238E27FC236}">
                <a16:creationId xmlns:a16="http://schemas.microsoft.com/office/drawing/2014/main" id="{18CAB177-1644-16C2-F4B7-1BF714846A67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72" r="23072"/>
          <a:stretch>
            <a:fillRect/>
          </a:stretch>
        </p:blipFill>
        <p:spPr>
          <a:xfrm>
            <a:off x="6440640" y="2043113"/>
            <a:ext cx="3920821" cy="4367212"/>
          </a:xfrm>
          <a:prstGeom prst="rect">
            <a:avLst/>
          </a:prstGeom>
        </p:spPr>
      </p:pic>
      <p:pic>
        <p:nvPicPr>
          <p:cNvPr id="30" name="Content Placeholder 24">
            <a:extLst>
              <a:ext uri="{FF2B5EF4-FFF2-40B4-BE49-F238E27FC236}">
                <a16:creationId xmlns:a16="http://schemas.microsoft.com/office/drawing/2014/main" id="{D7205DCA-B298-7793-57EF-587AE4CFD3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659" r="21"/>
          <a:stretch>
            <a:fillRect/>
          </a:stretch>
        </p:blipFill>
        <p:spPr>
          <a:xfrm>
            <a:off x="10357208" y="2043113"/>
            <a:ext cx="1326100" cy="4367212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4CDD5D6-344A-CA2A-30BD-F66EB720E0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38" r="23072"/>
          <a:stretch>
            <a:fillRect/>
          </a:stretch>
        </p:blipFill>
        <p:spPr>
          <a:xfrm>
            <a:off x="395817" y="2043113"/>
            <a:ext cx="4183549" cy="4367212"/>
          </a:xfrm>
          <a:prstGeom prst="rect">
            <a:avLst/>
          </a:prstGeom>
        </p:spPr>
      </p:pic>
      <p:pic>
        <p:nvPicPr>
          <p:cNvPr id="14" name="Content Placeholder 10">
            <a:extLst>
              <a:ext uri="{FF2B5EF4-FFF2-40B4-BE49-F238E27FC236}">
                <a16:creationId xmlns:a16="http://schemas.microsoft.com/office/drawing/2014/main" id="{B73BC5DC-09D4-C28A-CA91-A3A6B1DEC2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562" r="72"/>
          <a:stretch>
            <a:fillRect/>
          </a:stretch>
        </p:blipFill>
        <p:spPr>
          <a:xfrm>
            <a:off x="4575732" y="2043113"/>
            <a:ext cx="1329763" cy="436721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9DC89D5-D262-73EF-E040-D681630C2A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3356" y="1563046"/>
            <a:ext cx="5623560" cy="365760"/>
          </a:xfrm>
        </p:spPr>
        <p:txBody>
          <a:bodyPr/>
          <a:lstStyle/>
          <a:p>
            <a:r>
              <a:rPr lang="en-US" dirty="0"/>
              <a:t>Step 2. Check Boxes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AEF6A2B-7075-F02F-5559-5A760C99D0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5623560" cy="365760"/>
          </a:xfrm>
        </p:spPr>
        <p:txBody>
          <a:bodyPr>
            <a:normAutofit/>
          </a:bodyPr>
          <a:lstStyle/>
          <a:p>
            <a:r>
              <a:rPr lang="en-US" dirty="0"/>
              <a:t>Step 1. Select Line and Update Signal Name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8C769E4-E5D3-1993-3120-D57017D816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1EE2044-486F-A20F-0B06-8C814573E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Signal: 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109400A-2769-0978-09D8-F3ADB0EF4D78}"/>
              </a:ext>
            </a:extLst>
          </p:cNvPr>
          <p:cNvSpPr txBox="1"/>
          <p:nvPr/>
        </p:nvSpPr>
        <p:spPr>
          <a:xfrm>
            <a:off x="2227669" y="3646362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Select Line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E14C647-FC01-FD62-3BAD-003F941A97F4}"/>
              </a:ext>
            </a:extLst>
          </p:cNvPr>
          <p:cNvSpPr/>
          <p:nvPr/>
        </p:nvSpPr>
        <p:spPr>
          <a:xfrm>
            <a:off x="10398844" y="2971800"/>
            <a:ext cx="1286038" cy="5601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D6245EA-EB23-DF52-3B32-E958D005E709}"/>
              </a:ext>
            </a:extLst>
          </p:cNvPr>
          <p:cNvSpPr/>
          <p:nvPr/>
        </p:nvSpPr>
        <p:spPr>
          <a:xfrm>
            <a:off x="4586766" y="2971800"/>
            <a:ext cx="1286038" cy="5624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C2DBEBB-2D15-9128-708E-B6493B26E99B}"/>
              </a:ext>
            </a:extLst>
          </p:cNvPr>
          <p:cNvCxnSpPr>
            <a:cxnSpLocks/>
          </p:cNvCxnSpPr>
          <p:nvPr/>
        </p:nvCxnSpPr>
        <p:spPr>
          <a:xfrm>
            <a:off x="4004346" y="3979407"/>
            <a:ext cx="0" cy="9640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C107323-3FA3-C69B-52FB-C211C37FD1DA}"/>
              </a:ext>
            </a:extLst>
          </p:cNvPr>
          <p:cNvCxnSpPr>
            <a:cxnSpLocks/>
          </p:cNvCxnSpPr>
          <p:nvPr/>
        </p:nvCxnSpPr>
        <p:spPr>
          <a:xfrm>
            <a:off x="11060719" y="1929384"/>
            <a:ext cx="0" cy="10424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005AE4A3-D53D-10DE-C7E0-390400B842BE}"/>
              </a:ext>
            </a:extLst>
          </p:cNvPr>
          <p:cNvSpPr txBox="1"/>
          <p:nvPr/>
        </p:nvSpPr>
        <p:spPr>
          <a:xfrm>
            <a:off x="10003137" y="1651733"/>
            <a:ext cx="238368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Check Boxes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CAD2AA7-E99D-8B20-CCE9-625431263638}"/>
              </a:ext>
            </a:extLst>
          </p:cNvPr>
          <p:cNvCxnSpPr>
            <a:cxnSpLocks/>
          </p:cNvCxnSpPr>
          <p:nvPr/>
        </p:nvCxnSpPr>
        <p:spPr>
          <a:xfrm>
            <a:off x="5193086" y="1928806"/>
            <a:ext cx="0" cy="10429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9E6942F-23DE-AB67-F4D1-AA078CC2DC49}"/>
              </a:ext>
            </a:extLst>
          </p:cNvPr>
          <p:cNvSpPr txBox="1"/>
          <p:nvPr/>
        </p:nvSpPr>
        <p:spPr>
          <a:xfrm>
            <a:off x="8138371" y="3646362"/>
            <a:ext cx="2368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2. Observe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72A5BA6-DA62-9309-5B68-23D071CCD0AE}"/>
              </a:ext>
            </a:extLst>
          </p:cNvPr>
          <p:cNvCxnSpPr>
            <a:cxnSpLocks/>
          </p:cNvCxnSpPr>
          <p:nvPr/>
        </p:nvCxnSpPr>
        <p:spPr>
          <a:xfrm>
            <a:off x="9747408" y="3979407"/>
            <a:ext cx="0" cy="10402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61653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7">
            <a:extLst>
              <a:ext uri="{FF2B5EF4-FFF2-40B4-BE49-F238E27FC236}">
                <a16:creationId xmlns:a16="http://schemas.microsoft.com/office/drawing/2014/main" id="{BB10BEDC-AAEE-B70D-4CC0-5FABBA569C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89480" b="88847"/>
          <a:stretch>
            <a:fillRect/>
          </a:stretch>
        </p:blipFill>
        <p:spPr>
          <a:xfrm>
            <a:off x="395816" y="2639364"/>
            <a:ext cx="5623559" cy="3204541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43BE471-7646-15C1-3448-728DDE9ECE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622" y="1563046"/>
            <a:ext cx="5623560" cy="365760"/>
          </a:xfrm>
        </p:spPr>
        <p:txBody>
          <a:bodyPr/>
          <a:lstStyle/>
          <a:p>
            <a:r>
              <a:rPr lang="en-US" dirty="0"/>
              <a:t>Step 2. Observe the Saved File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5CEB47-9DD0-DF7A-C744-0AC335FE7B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5"/>
            <a:ext cx="5623560" cy="622357"/>
          </a:xfrm>
        </p:spPr>
        <p:txBody>
          <a:bodyPr>
            <a:normAutofit/>
          </a:bodyPr>
          <a:lstStyle/>
          <a:p>
            <a:r>
              <a:rPr lang="en-US" dirty="0"/>
              <a:t>Step 1. Click Save (</a:t>
            </a:r>
            <a:r>
              <a:rPr lang="en-US" b="1" dirty="0"/>
              <a:t>*</a:t>
            </a:r>
            <a:r>
              <a:rPr lang="en-US" dirty="0"/>
              <a:t> indicates the file is unsaved)</a:t>
            </a:r>
          </a:p>
          <a:p>
            <a:r>
              <a:rPr lang="en-US" sz="1200" i="1" dirty="0">
                <a:solidFill>
                  <a:srgbClr val="FF0000"/>
                </a:solidFill>
              </a:rPr>
              <a:t>Note: ctrl + s will also save the document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24C0B9-B0D0-E958-D626-486EB49244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1)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5F0A180-3696-BE47-4152-536EF6977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Save Model File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5F4464-07EE-C95C-7502-E60274A6A169}"/>
              </a:ext>
            </a:extLst>
          </p:cNvPr>
          <p:cNvSpPr/>
          <p:nvPr/>
        </p:nvSpPr>
        <p:spPr>
          <a:xfrm>
            <a:off x="1373588" y="4823411"/>
            <a:ext cx="2493560" cy="7360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F73FE39-5312-6A86-D8E2-DE2619F8A1BF}"/>
              </a:ext>
            </a:extLst>
          </p:cNvPr>
          <p:cNvCxnSpPr>
            <a:cxnSpLocks/>
          </p:cNvCxnSpPr>
          <p:nvPr/>
        </p:nvCxnSpPr>
        <p:spPr>
          <a:xfrm flipV="1">
            <a:off x="2535611" y="5559425"/>
            <a:ext cx="0" cy="5619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A3B8A1C-1A79-A68A-6411-B9638ECC66A5}"/>
              </a:ext>
            </a:extLst>
          </p:cNvPr>
          <p:cNvCxnSpPr>
            <a:cxnSpLocks/>
          </p:cNvCxnSpPr>
          <p:nvPr/>
        </p:nvCxnSpPr>
        <p:spPr>
          <a:xfrm>
            <a:off x="4045471" y="2139885"/>
            <a:ext cx="0" cy="5341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5792AD4D-D001-0748-BA38-717D66CC4A98}"/>
              </a:ext>
            </a:extLst>
          </p:cNvPr>
          <p:cNvSpPr/>
          <p:nvPr/>
        </p:nvSpPr>
        <p:spPr>
          <a:xfrm>
            <a:off x="3877947" y="2692986"/>
            <a:ext cx="364111" cy="5341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Content Placeholder 24">
            <a:extLst>
              <a:ext uri="{FF2B5EF4-FFF2-40B4-BE49-F238E27FC236}">
                <a16:creationId xmlns:a16="http://schemas.microsoft.com/office/drawing/2014/main" id="{E0E17C70-2FBB-21CF-304B-47DB0C26457B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l="45" r="89525" b="96707"/>
          <a:stretch>
            <a:fillRect/>
          </a:stretch>
        </p:blipFill>
        <p:spPr>
          <a:xfrm>
            <a:off x="6298511" y="2639364"/>
            <a:ext cx="5438405" cy="922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75186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CD065-67AD-3876-76CD-E6ED395C2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6728D0-4990-6D72-9AAA-A070E3064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Model Configuration</a:t>
            </a:r>
          </a:p>
        </p:txBody>
      </p:sp>
    </p:spTree>
    <p:extLst>
      <p:ext uri="{BB962C8B-B14F-4D97-AF65-F5344CB8AC3E}">
        <p14:creationId xmlns:p14="http://schemas.microsoft.com/office/powerpoint/2010/main" val="95973979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5AFA3-817D-41C6-4786-CEFEE98E2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BA4AA3-8B15-9F21-FDF7-783742459A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Configurations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E21E8C-5B96-8CDF-FD7B-E185DDC21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Success in this section looks like knowing how to 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349DC8-57C5-0E07-A6EE-B41C1FA7D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Use blocks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Accessing Library Browser	Open / Find Blocks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Blocks 			Add / Edit / Label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Model 			Fit Contents to Window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Lines 			Create / Edit / Format / Label / Data log</a:t>
            </a:r>
          </a:p>
        </p:txBody>
      </p:sp>
    </p:spTree>
    <p:extLst>
      <p:ext uri="{BB962C8B-B14F-4D97-AF65-F5344CB8AC3E}">
        <p14:creationId xmlns:p14="http://schemas.microsoft.com/office/powerpoint/2010/main" val="411534438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C692F250-25B8-C9EB-3F11-8D599EB563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Observe the opened Model Configuration.</a:t>
            </a:r>
          </a:p>
        </p:txBody>
      </p:sp>
      <p:sp>
        <p:nvSpPr>
          <p:cNvPr id="60" name="Text Placeholder 59">
            <a:extLst>
              <a:ext uri="{FF2B5EF4-FFF2-40B4-BE49-F238E27FC236}">
                <a16:creationId xmlns:a16="http://schemas.microsoft.com/office/drawing/2014/main" id="{BDBA2CDD-89D7-2E44-F9FD-21790DD22E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Model Settings</a:t>
            </a:r>
          </a:p>
        </p:txBody>
      </p:sp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2F2FF527-7D67-0020-6750-AD27426A1A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Configurations</a:t>
            </a:r>
          </a:p>
        </p:txBody>
      </p:sp>
      <p:sp>
        <p:nvSpPr>
          <p:cNvPr id="58" name="Title 57">
            <a:extLst>
              <a:ext uri="{FF2B5EF4-FFF2-40B4-BE49-F238E27FC236}">
                <a16:creationId xmlns:a16="http://schemas.microsoft.com/office/drawing/2014/main" id="{FAC50DE8-3B40-5A9A-0833-59A39980F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Model Configurations (Part 1)</a:t>
            </a:r>
          </a:p>
        </p:txBody>
      </p:sp>
      <p:pic>
        <p:nvPicPr>
          <p:cNvPr id="64" name="Content Placeholder 53">
            <a:extLst>
              <a:ext uri="{FF2B5EF4-FFF2-40B4-BE49-F238E27FC236}">
                <a16:creationId xmlns:a16="http://schemas.microsoft.com/office/drawing/2014/main" id="{9A6B6D03-01B6-F361-7354-CDB7F89EDCC3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/>
          <a:srcRect l="22592" t="23359" r="29977" b="6298"/>
          <a:stretch>
            <a:fillRect/>
          </a:stretch>
        </p:blipFill>
        <p:spPr>
          <a:xfrm>
            <a:off x="6185640" y="2043113"/>
            <a:ext cx="5478570" cy="4367212"/>
          </a:xfrm>
          <a:prstGeom prst="rect">
            <a:avLst/>
          </a:prstGeom>
        </p:spPr>
      </p:pic>
      <p:pic>
        <p:nvPicPr>
          <p:cNvPr id="70" name="Content Placeholder 66">
            <a:extLst>
              <a:ext uri="{FF2B5EF4-FFF2-40B4-BE49-F238E27FC236}">
                <a16:creationId xmlns:a16="http://schemas.microsoft.com/office/drawing/2014/main" id="{6B28507E-70AC-6A98-3D63-DB5BB8933F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68480" b="82233"/>
          <a:stretch>
            <a:fillRect/>
          </a:stretch>
        </p:blipFill>
        <p:spPr>
          <a:xfrm>
            <a:off x="395288" y="2043113"/>
            <a:ext cx="5624512" cy="1704084"/>
          </a:xfrm>
          <a:prstGeom prst="rect">
            <a:avLst/>
          </a:prstGeom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id="{422E07C9-E2F5-CF5D-929A-DE0BD69285C3}"/>
              </a:ext>
            </a:extLst>
          </p:cNvPr>
          <p:cNvSpPr/>
          <p:nvPr/>
        </p:nvSpPr>
        <p:spPr>
          <a:xfrm>
            <a:off x="4967926" y="2522530"/>
            <a:ext cx="725864" cy="9064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26B93BD-71A0-DC51-EDD1-E320C61D17D3}"/>
              </a:ext>
            </a:extLst>
          </p:cNvPr>
          <p:cNvCxnSpPr>
            <a:cxnSpLocks/>
          </p:cNvCxnSpPr>
          <p:nvPr/>
        </p:nvCxnSpPr>
        <p:spPr>
          <a:xfrm>
            <a:off x="5339660" y="1772239"/>
            <a:ext cx="0" cy="7502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63410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6BB7D1-340A-25B1-C7D2-1A659A8F1E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Observe Stop time after clicking apply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0B510-AC28-DB66-DDB9-4A18226CDC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 Update Model Configuration Settings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3606EA-2EBC-A6C5-1868-52F123A1A0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Configurations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42F2971-54BB-0C0D-FE6B-2A72FA9E4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Model Configurations (Part 2)</a:t>
            </a:r>
          </a:p>
        </p:txBody>
      </p:sp>
      <p:pic>
        <p:nvPicPr>
          <p:cNvPr id="14" name="Content Placeholder 7">
            <a:extLst>
              <a:ext uri="{FF2B5EF4-FFF2-40B4-BE49-F238E27FC236}">
                <a16:creationId xmlns:a16="http://schemas.microsoft.com/office/drawing/2014/main" id="{A025A954-D700-2C12-A357-484BC33BD2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9593" y="2043113"/>
            <a:ext cx="5535902" cy="4367212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B6EC734-2095-1C87-08EF-D481E2D6A931}"/>
              </a:ext>
            </a:extLst>
          </p:cNvPr>
          <p:cNvCxnSpPr>
            <a:cxnSpLocks/>
          </p:cNvCxnSpPr>
          <p:nvPr/>
        </p:nvCxnSpPr>
        <p:spPr>
          <a:xfrm flipH="1">
            <a:off x="4742368" y="2796602"/>
            <a:ext cx="50767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995A9C6-E356-CA6C-1154-E6F2DB685E8E}"/>
              </a:ext>
            </a:extLst>
          </p:cNvPr>
          <p:cNvCxnSpPr>
            <a:cxnSpLocks/>
          </p:cNvCxnSpPr>
          <p:nvPr/>
        </p:nvCxnSpPr>
        <p:spPr>
          <a:xfrm flipH="1">
            <a:off x="4742368" y="3231806"/>
            <a:ext cx="50767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CB26BF9-8CB8-0776-BDA7-C6C4D2B47A10}"/>
              </a:ext>
            </a:extLst>
          </p:cNvPr>
          <p:cNvCxnSpPr>
            <a:cxnSpLocks/>
          </p:cNvCxnSpPr>
          <p:nvPr/>
        </p:nvCxnSpPr>
        <p:spPr>
          <a:xfrm flipH="1">
            <a:off x="4742368" y="3732998"/>
            <a:ext cx="50767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BDC3559-2FC4-AAAB-CDA5-DCEEB1D57EE3}"/>
              </a:ext>
            </a:extLst>
          </p:cNvPr>
          <p:cNvCxnSpPr>
            <a:cxnSpLocks/>
          </p:cNvCxnSpPr>
          <p:nvPr/>
        </p:nvCxnSpPr>
        <p:spPr>
          <a:xfrm flipV="1">
            <a:off x="1517715" y="3335468"/>
            <a:ext cx="637493" cy="3975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A264423-D565-095F-EF06-868F65592735}"/>
              </a:ext>
            </a:extLst>
          </p:cNvPr>
          <p:cNvSpPr txBox="1"/>
          <p:nvPr/>
        </p:nvSpPr>
        <p:spPr>
          <a:xfrm>
            <a:off x="522582" y="3732998"/>
            <a:ext cx="116892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Step 2. Set Type to Fixed-step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04E5424-91A7-AC90-A3DF-D48AAEA4C763}"/>
              </a:ext>
            </a:extLst>
          </p:cNvPr>
          <p:cNvSpPr txBox="1"/>
          <p:nvPr/>
        </p:nvSpPr>
        <p:spPr>
          <a:xfrm>
            <a:off x="3409359" y="2484649"/>
            <a:ext cx="228636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Step 1. Set Type to 15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78C9263-657F-630C-D7CF-A5BB656EEBD4}"/>
              </a:ext>
            </a:extLst>
          </p:cNvPr>
          <p:cNvSpPr txBox="1"/>
          <p:nvPr/>
        </p:nvSpPr>
        <p:spPr>
          <a:xfrm>
            <a:off x="3409359" y="2979250"/>
            <a:ext cx="242131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Step 3. Set Solver to discrete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9FE57C3-1C91-686A-F203-7442A09EFBE2}"/>
              </a:ext>
            </a:extLst>
          </p:cNvPr>
          <p:cNvSpPr txBox="1"/>
          <p:nvPr/>
        </p:nvSpPr>
        <p:spPr>
          <a:xfrm>
            <a:off x="3409359" y="3441900"/>
            <a:ext cx="242131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Step 4. Set Fixed-step size to 0.25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B57960D-8493-5B0A-2B7A-6C0FCF611D8B}"/>
              </a:ext>
            </a:extLst>
          </p:cNvPr>
          <p:cNvCxnSpPr>
            <a:cxnSpLocks/>
          </p:cNvCxnSpPr>
          <p:nvPr/>
        </p:nvCxnSpPr>
        <p:spPr>
          <a:xfrm>
            <a:off x="5741609" y="5947132"/>
            <a:ext cx="0" cy="2274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3C6AE9B-ABC0-7682-CEF0-123EA506A5BB}"/>
              </a:ext>
            </a:extLst>
          </p:cNvPr>
          <p:cNvSpPr txBox="1"/>
          <p:nvPr/>
        </p:nvSpPr>
        <p:spPr>
          <a:xfrm>
            <a:off x="4568858" y="5724758"/>
            <a:ext cx="137160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Step 5. Click Apply</a:t>
            </a:r>
          </a:p>
        </p:txBody>
      </p:sp>
      <p:pic>
        <p:nvPicPr>
          <p:cNvPr id="45" name="Content Placeholder 41">
            <a:extLst>
              <a:ext uri="{FF2B5EF4-FFF2-40B4-BE49-F238E27FC236}">
                <a16:creationId xmlns:a16="http://schemas.microsoft.com/office/drawing/2014/main" id="{91643041-145A-3B67-8593-8353EA9ECA19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l="54902" r="17100" b="82919"/>
          <a:stretch>
            <a:fillRect/>
          </a:stretch>
        </p:blipFill>
        <p:spPr>
          <a:xfrm>
            <a:off x="6364431" y="3387088"/>
            <a:ext cx="5120989" cy="1679262"/>
          </a:xfrm>
          <a:prstGeom prst="rect">
            <a:avLst/>
          </a:prstGeom>
        </p:spPr>
      </p:pic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1E3C1D7-5022-AFB3-4B09-53B283C88E6A}"/>
              </a:ext>
            </a:extLst>
          </p:cNvPr>
          <p:cNvCxnSpPr>
            <a:cxnSpLocks/>
          </p:cNvCxnSpPr>
          <p:nvPr/>
        </p:nvCxnSpPr>
        <p:spPr>
          <a:xfrm>
            <a:off x="9513901" y="3361847"/>
            <a:ext cx="0" cy="5219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D15CA643-8888-5B6B-696D-4A73BFD90FAC}"/>
              </a:ext>
            </a:extLst>
          </p:cNvPr>
          <p:cNvSpPr txBox="1"/>
          <p:nvPr/>
        </p:nvSpPr>
        <p:spPr>
          <a:xfrm>
            <a:off x="8341149" y="3139473"/>
            <a:ext cx="306528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Step 1. Observe Stop Time was Updated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814FC7E-8921-21A8-76D0-51883F224EC8}"/>
              </a:ext>
            </a:extLst>
          </p:cNvPr>
          <p:cNvCxnSpPr/>
          <p:nvPr/>
        </p:nvCxnSpPr>
        <p:spPr>
          <a:xfrm>
            <a:off x="5373278" y="2796602"/>
            <a:ext cx="3855563" cy="1087241"/>
          </a:xfrm>
          <a:prstGeom prst="straightConnector1">
            <a:avLst/>
          </a:prstGeom>
          <a:ln>
            <a:solidFill>
              <a:srgbClr val="92D050"/>
            </a:solidFill>
            <a:prstDash val="sysDot"/>
            <a:headEnd type="arrow" w="med" len="med"/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646224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6C5DE-00DB-23CB-C54E-CE0C79536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7">
            <a:extLst>
              <a:ext uri="{FF2B5EF4-FFF2-40B4-BE49-F238E27FC236}">
                <a16:creationId xmlns:a16="http://schemas.microsoft.com/office/drawing/2014/main" id="{4C10BA90-60B7-33BB-C51F-8DD1D8DC76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89480" b="88847"/>
          <a:stretch>
            <a:fillRect/>
          </a:stretch>
        </p:blipFill>
        <p:spPr>
          <a:xfrm>
            <a:off x="395816" y="2639364"/>
            <a:ext cx="5623559" cy="3204541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7B829F-BCF0-7A34-5DAF-613A801D94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622" y="1563046"/>
            <a:ext cx="5623560" cy="365760"/>
          </a:xfrm>
        </p:spPr>
        <p:txBody>
          <a:bodyPr/>
          <a:lstStyle/>
          <a:p>
            <a:r>
              <a:rPr lang="en-US" dirty="0"/>
              <a:t>Step 2. Observe the Saved File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DD9376-1647-D147-95F3-22E35ACE57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5"/>
            <a:ext cx="5623560" cy="622357"/>
          </a:xfrm>
        </p:spPr>
        <p:txBody>
          <a:bodyPr>
            <a:normAutofit/>
          </a:bodyPr>
          <a:lstStyle/>
          <a:p>
            <a:r>
              <a:rPr lang="en-US" dirty="0"/>
              <a:t>Step 1. Click Save (</a:t>
            </a:r>
            <a:r>
              <a:rPr lang="en-US" b="1" dirty="0"/>
              <a:t>*</a:t>
            </a:r>
            <a:r>
              <a:rPr lang="en-US" dirty="0"/>
              <a:t> indicates the file is unsaved)</a:t>
            </a:r>
          </a:p>
          <a:p>
            <a:r>
              <a:rPr lang="en-US" sz="1200" i="1" dirty="0">
                <a:solidFill>
                  <a:srgbClr val="FF0000"/>
                </a:solidFill>
              </a:rPr>
              <a:t>Note: ctrl + s will also save the document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8555B1-5573-9B79-5DAC-4DF6226FFC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Configurations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8720BF-6165-B77A-402A-2D2A9D23A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Save Model File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CC9B08-7356-BEAE-A394-59FB14F78F99}"/>
              </a:ext>
            </a:extLst>
          </p:cNvPr>
          <p:cNvSpPr/>
          <p:nvPr/>
        </p:nvSpPr>
        <p:spPr>
          <a:xfrm>
            <a:off x="1373588" y="4823411"/>
            <a:ext cx="2493560" cy="7360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80A3C19-E2A8-C485-1CA0-A8170A038B24}"/>
              </a:ext>
            </a:extLst>
          </p:cNvPr>
          <p:cNvCxnSpPr>
            <a:cxnSpLocks/>
          </p:cNvCxnSpPr>
          <p:nvPr/>
        </p:nvCxnSpPr>
        <p:spPr>
          <a:xfrm flipV="1">
            <a:off x="2535611" y="5559425"/>
            <a:ext cx="0" cy="5619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911D6AE-ED94-B52D-4EA8-6570DCBEDF48}"/>
              </a:ext>
            </a:extLst>
          </p:cNvPr>
          <p:cNvCxnSpPr>
            <a:cxnSpLocks/>
          </p:cNvCxnSpPr>
          <p:nvPr/>
        </p:nvCxnSpPr>
        <p:spPr>
          <a:xfrm>
            <a:off x="4045471" y="2139885"/>
            <a:ext cx="0" cy="5341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E4B51B4A-2ADC-D5CD-A864-D13EC2084C41}"/>
              </a:ext>
            </a:extLst>
          </p:cNvPr>
          <p:cNvSpPr/>
          <p:nvPr/>
        </p:nvSpPr>
        <p:spPr>
          <a:xfrm>
            <a:off x="3877947" y="2692986"/>
            <a:ext cx="364111" cy="5341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Content Placeholder 24">
            <a:extLst>
              <a:ext uri="{FF2B5EF4-FFF2-40B4-BE49-F238E27FC236}">
                <a16:creationId xmlns:a16="http://schemas.microsoft.com/office/drawing/2014/main" id="{40D658D6-3FF9-7C63-8154-06FB43442840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l="45" r="89525" b="96707"/>
          <a:stretch>
            <a:fillRect/>
          </a:stretch>
        </p:blipFill>
        <p:spPr>
          <a:xfrm>
            <a:off x="6298511" y="2639364"/>
            <a:ext cx="5438405" cy="922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87299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2B210-3699-7A48-73F7-F337EAEFB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6C3D40-CE56-0FF6-13D1-C7987DA8D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</p:spTree>
    <p:extLst>
      <p:ext uri="{BB962C8B-B14F-4D97-AF65-F5344CB8AC3E}">
        <p14:creationId xmlns:p14="http://schemas.microsoft.com/office/powerpoint/2010/main" val="188440990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83411-7D46-E6DA-3EE2-CC6ADE9B2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0DE9EE-2708-DCC2-921D-49F84701C2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615A4A6-FF83-CD51-D3D0-0CC913D5D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Success in this section looks like knowing how to 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D4A697-C136-48DF-BFCF-12AE5B9F8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Use Model Explorer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Data Dictionary (</a:t>
            </a:r>
            <a:r>
              <a:rPr lang="en-US" sz="1800" i="1" dirty="0" err="1"/>
              <a:t>sldd</a:t>
            </a:r>
            <a:r>
              <a:rPr lang="en-US" sz="1800" i="1" dirty="0"/>
              <a:t>)	Create / Edit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Signal Attributes 		View / Edit / Property Inspector</a:t>
            </a:r>
          </a:p>
        </p:txBody>
      </p:sp>
    </p:spTree>
    <p:extLst>
      <p:ext uri="{BB962C8B-B14F-4D97-AF65-F5344CB8AC3E}">
        <p14:creationId xmlns:p14="http://schemas.microsoft.com/office/powerpoint/2010/main" val="386513959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E0D61F4-83A6-87DD-F4CC-1B0FFD6EFFD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Observe Model Explorer Window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2A5AAB5-9C59-CB32-8394-48F4C2C0B6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1. Click “MODELING” Tab and Click “Model Explorer”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2AA4820-D472-79CC-7585-DE0AEE4496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70EFA85-C487-33F7-D82E-267779C80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Model Explorer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3B1BC440-8EFC-10B7-71D6-146CE5CCBD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79588" b="78044"/>
          <a:stretch>
            <a:fillRect/>
          </a:stretch>
        </p:blipFill>
        <p:spPr>
          <a:xfrm>
            <a:off x="1340810" y="2794345"/>
            <a:ext cx="3733468" cy="2158655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847047D-E895-FEBE-6072-5397F79AE354}"/>
              </a:ext>
            </a:extLst>
          </p:cNvPr>
          <p:cNvCxnSpPr>
            <a:cxnSpLocks/>
          </p:cNvCxnSpPr>
          <p:nvPr/>
        </p:nvCxnSpPr>
        <p:spPr>
          <a:xfrm flipV="1">
            <a:off x="4496387" y="3902697"/>
            <a:ext cx="0" cy="12537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DED6623-F460-98B5-A62D-0D87ECD255F2}"/>
              </a:ext>
            </a:extLst>
          </p:cNvPr>
          <p:cNvCxnSpPr>
            <a:cxnSpLocks/>
          </p:cNvCxnSpPr>
          <p:nvPr/>
        </p:nvCxnSpPr>
        <p:spPr>
          <a:xfrm flipV="1">
            <a:off x="3828655" y="3297447"/>
            <a:ext cx="0" cy="18590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644A58C-CD40-98A2-EAD3-F40728DACB7A}"/>
              </a:ext>
            </a:extLst>
          </p:cNvPr>
          <p:cNvSpPr txBox="1"/>
          <p:nvPr/>
        </p:nvSpPr>
        <p:spPr>
          <a:xfrm>
            <a:off x="2144642" y="5156462"/>
            <a:ext cx="3368026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Click “MODELING” Tab</a:t>
            </a:r>
          </a:p>
          <a:p>
            <a:r>
              <a:rPr lang="en-US" sz="1600" dirty="0">
                <a:solidFill>
                  <a:srgbClr val="FF0000"/>
                </a:solidFill>
              </a:rPr>
              <a:t>Step 2. Click “Model Explorer”</a:t>
            </a:r>
          </a:p>
        </p:txBody>
      </p:sp>
      <p:pic>
        <p:nvPicPr>
          <p:cNvPr id="32" name="Content Placeholder 28">
            <a:extLst>
              <a:ext uri="{FF2B5EF4-FFF2-40B4-BE49-F238E27FC236}">
                <a16:creationId xmlns:a16="http://schemas.microsoft.com/office/drawing/2014/main" id="{7FA3BCB9-4A53-A675-5755-37235C908147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r="57336" b="69135"/>
          <a:stretch>
            <a:fillRect/>
          </a:stretch>
        </p:blipFill>
        <p:spPr>
          <a:xfrm>
            <a:off x="6113463" y="2794345"/>
            <a:ext cx="5622925" cy="2186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32343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AFB61AA-618D-8E62-AE46-ED8BE54C6C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Drill Down to “External Data” and then Click “New”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EA85813-BB2A-1807-DD64-113483C0F0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865A10B2-9764-1090-723D-8A0D2FAB6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596252"/>
          </a:xfrm>
        </p:spPr>
        <p:txBody>
          <a:bodyPr/>
          <a:lstStyle/>
          <a:p>
            <a:r>
              <a:rPr lang="en-US" dirty="0"/>
              <a:t>Create Data Dictionary File (.</a:t>
            </a:r>
            <a:r>
              <a:rPr lang="en-US" dirty="0" err="1"/>
              <a:t>sldd</a:t>
            </a:r>
            <a:r>
              <a:rPr lang="en-US" dirty="0"/>
              <a:t>)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In later chapters I deep dive the data dictionary. For now, I will only cover high level topics.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9F476DD-C88A-B019-109D-0E0F36B8EC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850" b="68377"/>
          <a:stretch>
            <a:fillRect/>
          </a:stretch>
        </p:blipFill>
        <p:spPr>
          <a:xfrm>
            <a:off x="395288" y="2759075"/>
            <a:ext cx="11339512" cy="259935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76F97AF-4974-2C6B-3D9C-C116EDEB5004}"/>
              </a:ext>
            </a:extLst>
          </p:cNvPr>
          <p:cNvCxnSpPr>
            <a:cxnSpLocks/>
          </p:cNvCxnSpPr>
          <p:nvPr/>
        </p:nvCxnSpPr>
        <p:spPr>
          <a:xfrm flipV="1">
            <a:off x="8776156" y="4104660"/>
            <a:ext cx="0" cy="15231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12DB09D-BEFE-E785-39AB-506A220A3D0F}"/>
              </a:ext>
            </a:extLst>
          </p:cNvPr>
          <p:cNvCxnSpPr>
            <a:cxnSpLocks/>
          </p:cNvCxnSpPr>
          <p:nvPr/>
        </p:nvCxnSpPr>
        <p:spPr>
          <a:xfrm flipV="1">
            <a:off x="1387112" y="4737827"/>
            <a:ext cx="0" cy="8899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E500AB5-0D67-7FB5-38A8-7CBB583B1EAC}"/>
              </a:ext>
            </a:extLst>
          </p:cNvPr>
          <p:cNvSpPr txBox="1"/>
          <p:nvPr/>
        </p:nvSpPr>
        <p:spPr>
          <a:xfrm>
            <a:off x="395288" y="5712643"/>
            <a:ext cx="336802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Drill Down to “External Data”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E99728-2D8C-86ED-F63A-9A8FCCB994E4}"/>
              </a:ext>
            </a:extLst>
          </p:cNvPr>
          <p:cNvSpPr txBox="1"/>
          <p:nvPr/>
        </p:nvSpPr>
        <p:spPr>
          <a:xfrm>
            <a:off x="7664924" y="5709731"/>
            <a:ext cx="452707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2. Click New to create a new data dictionary</a:t>
            </a:r>
          </a:p>
        </p:txBody>
      </p:sp>
    </p:spTree>
    <p:extLst>
      <p:ext uri="{BB962C8B-B14F-4D97-AF65-F5344CB8AC3E}">
        <p14:creationId xmlns:p14="http://schemas.microsoft.com/office/powerpoint/2010/main" val="107261032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DEA34-1529-D8B2-7A32-C836E6DBB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Content Placeholder 30">
            <a:extLst>
              <a:ext uri="{FF2B5EF4-FFF2-40B4-BE49-F238E27FC236}">
                <a16:creationId xmlns:a16="http://schemas.microsoft.com/office/drawing/2014/main" id="{18D653EA-6301-AB05-8F77-E2E00AF18B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00" t="86241" r="-159" b="2289"/>
          <a:stretch>
            <a:fillRect/>
          </a:stretch>
        </p:blipFill>
        <p:spPr>
          <a:xfrm>
            <a:off x="9219968" y="5373457"/>
            <a:ext cx="2516420" cy="11357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1" name="Content Placeholder 30">
            <a:extLst>
              <a:ext uri="{FF2B5EF4-FFF2-40B4-BE49-F238E27FC236}">
                <a16:creationId xmlns:a16="http://schemas.microsoft.com/office/drawing/2014/main" id="{2E0A88C3-D431-446A-60EF-699B15C4FB9D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66" t="6067" r="27010" b="58263"/>
          <a:stretch>
            <a:fillRect/>
          </a:stretch>
        </p:blipFill>
        <p:spPr>
          <a:xfrm>
            <a:off x="6113463" y="2108976"/>
            <a:ext cx="5622925" cy="32644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7FD06E56-E64F-2EE3-CAA7-B92724D08C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2) Apply Changes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67F8A8-D5E3-F1C2-5714-11558CBC5C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Step 1. Save file as “</a:t>
            </a:r>
            <a:r>
              <a:rPr lang="en-US" dirty="0" err="1">
                <a:solidFill>
                  <a:schemeClr val="tx1"/>
                </a:solidFill>
              </a:rPr>
              <a:t>polynomial_System</a:t>
            </a:r>
            <a:r>
              <a:rPr lang="en-US" dirty="0">
                <a:solidFill>
                  <a:schemeClr val="tx1"/>
                </a:solidFill>
              </a:rPr>
              <a:t>”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E75D9FF-D8FF-358E-6955-2BE3FF83F7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9A85F825-140B-B1A1-A7C1-5A3C19334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Data Dictionary File (.</a:t>
            </a:r>
            <a:r>
              <a:rPr lang="en-US" dirty="0" err="1"/>
              <a:t>sldd</a:t>
            </a:r>
            <a:r>
              <a:rPr lang="en-US" dirty="0"/>
              <a:t>)</a:t>
            </a:r>
            <a:endParaRPr lang="en-US" sz="1200" b="0" i="1" dirty="0">
              <a:solidFill>
                <a:srgbClr val="FF0000"/>
              </a:solidFill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B6372CC-6A5F-00CB-68BC-16EEFB8F01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120" y="2302859"/>
            <a:ext cx="5624512" cy="316899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802CC76-2C52-ABDB-7D18-4B5E7BC7D897}"/>
              </a:ext>
            </a:extLst>
          </p:cNvPr>
          <p:cNvCxnSpPr>
            <a:cxnSpLocks/>
          </p:cNvCxnSpPr>
          <p:nvPr/>
        </p:nvCxnSpPr>
        <p:spPr>
          <a:xfrm>
            <a:off x="1706252" y="3978112"/>
            <a:ext cx="0" cy="5844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909FD84-E6B8-2E48-D51E-379A0E0C2716}"/>
              </a:ext>
            </a:extLst>
          </p:cNvPr>
          <p:cNvSpPr txBox="1"/>
          <p:nvPr/>
        </p:nvSpPr>
        <p:spPr>
          <a:xfrm>
            <a:off x="1541667" y="3731891"/>
            <a:ext cx="402619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Create File </a:t>
            </a:r>
            <a:r>
              <a:rPr lang="en-US" sz="1600" dirty="0" err="1">
                <a:solidFill>
                  <a:srgbClr val="FF0000"/>
                </a:solidFill>
              </a:rPr>
              <a:t>polynomial_System.sldd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BCD288-3CC6-3330-09C5-F7AAC609E73E}"/>
              </a:ext>
            </a:extLst>
          </p:cNvPr>
          <p:cNvSpPr txBox="1"/>
          <p:nvPr/>
        </p:nvSpPr>
        <p:spPr>
          <a:xfrm>
            <a:off x="3874415" y="5722791"/>
            <a:ext cx="169344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2. Click Save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F317109-28CA-1577-3DC1-88225C2FE7DA}"/>
              </a:ext>
            </a:extLst>
          </p:cNvPr>
          <p:cNvCxnSpPr>
            <a:cxnSpLocks/>
          </p:cNvCxnSpPr>
          <p:nvPr/>
        </p:nvCxnSpPr>
        <p:spPr>
          <a:xfrm flipV="1">
            <a:off x="5081047" y="5364071"/>
            <a:ext cx="0" cy="3587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2393854-D0D8-EAC7-9C82-E9A157DD1538}"/>
              </a:ext>
            </a:extLst>
          </p:cNvPr>
          <p:cNvCxnSpPr>
            <a:cxnSpLocks/>
          </p:cNvCxnSpPr>
          <p:nvPr/>
        </p:nvCxnSpPr>
        <p:spPr>
          <a:xfrm flipV="1">
            <a:off x="7975076" y="3289955"/>
            <a:ext cx="0" cy="8766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0F52FA0-3D56-4D64-1739-FC53DF9E7C46}"/>
              </a:ext>
            </a:extLst>
          </p:cNvPr>
          <p:cNvSpPr txBox="1"/>
          <p:nvPr/>
        </p:nvSpPr>
        <p:spPr>
          <a:xfrm>
            <a:off x="6231217" y="4204354"/>
            <a:ext cx="5518664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Observe our created file </a:t>
            </a:r>
            <a:r>
              <a:rPr lang="en-US" sz="1600" dirty="0" err="1">
                <a:solidFill>
                  <a:srgbClr val="FF0000"/>
                </a:solidFill>
              </a:rPr>
              <a:t>polynomial_System.sldd</a:t>
            </a:r>
            <a:endParaRPr lang="en-US" sz="1600" dirty="0">
              <a:solidFill>
                <a:srgbClr val="FF0000"/>
              </a:solidFill>
            </a:endParaRPr>
          </a:p>
          <a:p>
            <a:endParaRPr lang="en-US" sz="1600" dirty="0">
              <a:solidFill>
                <a:srgbClr val="FF0000"/>
              </a:solidFill>
            </a:endParaRPr>
          </a:p>
          <a:p>
            <a:r>
              <a:rPr lang="en-US" sz="1600" dirty="0">
                <a:solidFill>
                  <a:srgbClr val="FF0000"/>
                </a:solidFill>
              </a:rPr>
              <a:t>This will hold our signal definitions and more . 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48F0EC5-515F-01A7-6114-67DDE933DDBF}"/>
              </a:ext>
            </a:extLst>
          </p:cNvPr>
          <p:cNvCxnSpPr>
            <a:cxnSpLocks/>
          </p:cNvCxnSpPr>
          <p:nvPr/>
        </p:nvCxnSpPr>
        <p:spPr>
          <a:xfrm>
            <a:off x="11219469" y="5845901"/>
            <a:ext cx="0" cy="3032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6CF8168-0E37-C793-16FB-B3C7B8385675}"/>
              </a:ext>
            </a:extLst>
          </p:cNvPr>
          <p:cNvSpPr txBox="1"/>
          <p:nvPr/>
        </p:nvSpPr>
        <p:spPr>
          <a:xfrm>
            <a:off x="9873244" y="5586621"/>
            <a:ext cx="169344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2. Click Apply</a:t>
            </a:r>
          </a:p>
        </p:txBody>
      </p:sp>
    </p:spTree>
    <p:extLst>
      <p:ext uri="{BB962C8B-B14F-4D97-AF65-F5344CB8AC3E}">
        <p14:creationId xmlns:p14="http://schemas.microsoft.com/office/powerpoint/2010/main" val="384470014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3651F84-34C0-60AF-3BBE-7875FC0219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28569" y="1563046"/>
            <a:ext cx="3776472" cy="365760"/>
          </a:xfrm>
        </p:spPr>
        <p:txBody>
          <a:bodyPr/>
          <a:lstStyle/>
          <a:p>
            <a:r>
              <a:rPr lang="en-US" dirty="0"/>
              <a:t>Step 2. Drill down to Design Data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451B5-59ED-C507-94FE-B602E2056C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“</a:t>
            </a:r>
            <a:r>
              <a:rPr lang="en-US" dirty="0" err="1">
                <a:solidFill>
                  <a:schemeClr val="tx1"/>
                </a:solidFill>
              </a:rPr>
              <a:t>polynomial_System</a:t>
            </a:r>
            <a:r>
              <a:rPr lang="en-US" dirty="0"/>
              <a:t>”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3307F5C-C328-4FDE-C5EC-9D2BDB1773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597909E-CD13-75DB-9574-1F6CA501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Design Data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28CC08A-73A2-A990-0A93-319F930759B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62555" y="1563046"/>
            <a:ext cx="3776472" cy="365760"/>
          </a:xfrm>
        </p:spPr>
        <p:txBody>
          <a:bodyPr/>
          <a:lstStyle/>
          <a:p>
            <a:r>
              <a:rPr lang="en-US" dirty="0"/>
              <a:t>Step 3. Observe Design Data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71E67F74-7FAE-7712-75AC-B5DC173AA4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916" b="68233"/>
          <a:stretch>
            <a:fillRect/>
          </a:stretch>
        </p:blipFill>
        <p:spPr>
          <a:xfrm>
            <a:off x="934882" y="2050798"/>
            <a:ext cx="2027393" cy="3123068"/>
          </a:xfrm>
          <a:prstGeom prst="rect">
            <a:avLst/>
          </a:prstGeom>
        </p:spPr>
      </p:pic>
      <p:pic>
        <p:nvPicPr>
          <p:cNvPr id="29" name="Content Placeholder 28">
            <a:extLst>
              <a:ext uri="{FF2B5EF4-FFF2-40B4-BE49-F238E27FC236}">
                <a16:creationId xmlns:a16="http://schemas.microsoft.com/office/drawing/2014/main" id="{86AF99E6-FD39-5BA0-7436-47C290D2858B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62" r="87397" b="64205"/>
          <a:stretch>
            <a:fillRect/>
          </a:stretch>
        </p:blipFill>
        <p:spPr>
          <a:xfrm>
            <a:off x="4525317" y="2050798"/>
            <a:ext cx="2353080" cy="3519068"/>
          </a:xfrm>
          <a:prstGeom prst="rect">
            <a:avLst/>
          </a:prstGeom>
        </p:spPr>
      </p:pic>
      <p:pic>
        <p:nvPicPr>
          <p:cNvPr id="36" name="Content Placeholder 35">
            <a:extLst>
              <a:ext uri="{FF2B5EF4-FFF2-40B4-BE49-F238E27FC236}">
                <a16:creationId xmlns:a16="http://schemas.microsoft.com/office/drawing/2014/main" id="{872CA315-4B3A-EDFF-2594-AC4ADA4927E5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6392" b="63054"/>
          <a:stretch>
            <a:fillRect/>
          </a:stretch>
        </p:blipFill>
        <p:spPr>
          <a:xfrm>
            <a:off x="8904719" y="2050798"/>
            <a:ext cx="2488978" cy="3632225"/>
          </a:xfrm>
          <a:prstGeom prst="rect">
            <a:avLst/>
          </a:prstGeom>
        </p:spPr>
      </p:pic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14E65D3-DF2B-759B-2E87-BEB3CEB5C827}"/>
              </a:ext>
            </a:extLst>
          </p:cNvPr>
          <p:cNvCxnSpPr>
            <a:cxnSpLocks/>
          </p:cNvCxnSpPr>
          <p:nvPr/>
        </p:nvCxnSpPr>
        <p:spPr>
          <a:xfrm flipH="1">
            <a:off x="2564092" y="4326902"/>
            <a:ext cx="58446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634D5051-CD18-58CD-9A97-3DBD103CC3F5}"/>
              </a:ext>
            </a:extLst>
          </p:cNvPr>
          <p:cNvSpPr txBox="1"/>
          <p:nvPr/>
        </p:nvSpPr>
        <p:spPr>
          <a:xfrm>
            <a:off x="3189322" y="4188402"/>
            <a:ext cx="129522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Click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BC19EF5-7AEF-C7E4-00E6-679BE519943C}"/>
              </a:ext>
            </a:extLst>
          </p:cNvPr>
          <p:cNvCxnSpPr>
            <a:cxnSpLocks/>
          </p:cNvCxnSpPr>
          <p:nvPr/>
        </p:nvCxnSpPr>
        <p:spPr>
          <a:xfrm flipH="1">
            <a:off x="6520983" y="4790696"/>
            <a:ext cx="58446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43865463-C3AA-B597-6FB6-7171001300DE}"/>
              </a:ext>
            </a:extLst>
          </p:cNvPr>
          <p:cNvSpPr txBox="1"/>
          <p:nvPr/>
        </p:nvSpPr>
        <p:spPr>
          <a:xfrm>
            <a:off x="7146213" y="4652196"/>
            <a:ext cx="157735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1. Expand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E163050-50E1-0F3B-DF4A-5512CF6D98A6}"/>
              </a:ext>
            </a:extLst>
          </p:cNvPr>
          <p:cNvCxnSpPr>
            <a:cxnSpLocks/>
          </p:cNvCxnSpPr>
          <p:nvPr/>
        </p:nvCxnSpPr>
        <p:spPr>
          <a:xfrm flipH="1">
            <a:off x="6520983" y="5067695"/>
            <a:ext cx="58446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E559EFAE-918C-75F0-132C-91C420FC136B}"/>
              </a:ext>
            </a:extLst>
          </p:cNvPr>
          <p:cNvSpPr txBox="1"/>
          <p:nvPr/>
        </p:nvSpPr>
        <p:spPr>
          <a:xfrm>
            <a:off x="7146213" y="4929195"/>
            <a:ext cx="129522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2. Click</a:t>
            </a:r>
          </a:p>
        </p:txBody>
      </p:sp>
    </p:spTree>
    <p:extLst>
      <p:ext uri="{BB962C8B-B14F-4D97-AF65-F5344CB8AC3E}">
        <p14:creationId xmlns:p14="http://schemas.microsoft.com/office/powerpoint/2010/main" val="17672710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FA7077EE-55DB-A77C-1D79-7D840E86EE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“Simulink Signal” x6</a:t>
            </a:r>
          </a:p>
          <a:p>
            <a:r>
              <a:rPr lang="en-US" sz="1200" i="1" dirty="0">
                <a:solidFill>
                  <a:srgbClr val="FF0000"/>
                </a:solidFill>
              </a:rPr>
              <a:t>Note: This will add a new signal to your data inspector.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DD28EAC-92AA-5D75-4ADD-3E59EDFD0A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DD8F10B-A291-1F5A-FC2D-03FDBC7D0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611628"/>
          </a:xfrm>
        </p:spPr>
        <p:txBody>
          <a:bodyPr/>
          <a:lstStyle/>
          <a:p>
            <a:r>
              <a:rPr lang="en-US" dirty="0"/>
              <a:t>Add Simulink Signal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Just Create the blank signal for now</a:t>
            </a:r>
          </a:p>
        </p:txBody>
      </p:sp>
      <p:pic>
        <p:nvPicPr>
          <p:cNvPr id="13" name="Content Placeholder 3">
            <a:extLst>
              <a:ext uri="{FF2B5EF4-FFF2-40B4-BE49-F238E27FC236}">
                <a16:creationId xmlns:a16="http://schemas.microsoft.com/office/drawing/2014/main" id="{96C1C0E9-35CC-A027-0FF8-61C087B069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8501" b="64290"/>
          <a:stretch>
            <a:fillRect/>
          </a:stretch>
        </p:blipFill>
        <p:spPr>
          <a:xfrm>
            <a:off x="395288" y="2763583"/>
            <a:ext cx="11339512" cy="304412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6BFEAA8-BADC-0CFF-651C-940C550270D7}"/>
              </a:ext>
            </a:extLst>
          </p:cNvPr>
          <p:cNvSpPr txBox="1"/>
          <p:nvPr/>
        </p:nvSpPr>
        <p:spPr>
          <a:xfrm>
            <a:off x="1951348" y="3696028"/>
            <a:ext cx="1693445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Click “Simulink Signal”</a:t>
            </a:r>
          </a:p>
          <a:p>
            <a:endParaRPr lang="en-US" sz="1600" dirty="0">
              <a:solidFill>
                <a:srgbClr val="FF0000"/>
              </a:solidFill>
            </a:endParaRPr>
          </a:p>
          <a:p>
            <a:r>
              <a:rPr lang="en-US" sz="1600" dirty="0">
                <a:solidFill>
                  <a:srgbClr val="FF0000"/>
                </a:solidFill>
              </a:rPr>
              <a:t>Repeat Action x6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79A96B2-A68B-B377-C9AC-E41348FE8594}"/>
              </a:ext>
            </a:extLst>
          </p:cNvPr>
          <p:cNvCxnSpPr>
            <a:cxnSpLocks/>
          </p:cNvCxnSpPr>
          <p:nvPr/>
        </p:nvCxnSpPr>
        <p:spPr>
          <a:xfrm flipV="1">
            <a:off x="2554664" y="3337308"/>
            <a:ext cx="0" cy="3587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1B4A49E-FB27-1F44-F37C-2743A6F5ED58}"/>
              </a:ext>
            </a:extLst>
          </p:cNvPr>
          <p:cNvSpPr/>
          <p:nvPr/>
        </p:nvSpPr>
        <p:spPr>
          <a:xfrm>
            <a:off x="3644792" y="3949831"/>
            <a:ext cx="8151919" cy="11594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82780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73806-0A08-E9CB-36E2-5B49FBF68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9FFF884-C6ED-60FF-E623-6EC8129EC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557" b="64925"/>
          <a:stretch>
            <a:fillRect/>
          </a:stretch>
        </p:blipFill>
        <p:spPr>
          <a:xfrm>
            <a:off x="395288" y="2763583"/>
            <a:ext cx="11339512" cy="299233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DB90882-3C49-3B07-BA6E-CB3599BD53EB}"/>
              </a:ext>
            </a:extLst>
          </p:cNvPr>
          <p:cNvSpPr txBox="1"/>
          <p:nvPr/>
        </p:nvSpPr>
        <p:spPr>
          <a:xfrm>
            <a:off x="1818643" y="3687322"/>
            <a:ext cx="1989779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Click “Simulink Parameter”</a:t>
            </a:r>
          </a:p>
          <a:p>
            <a:endParaRPr lang="en-US" sz="1600" dirty="0">
              <a:solidFill>
                <a:srgbClr val="FF0000"/>
              </a:solidFill>
            </a:endParaRPr>
          </a:p>
          <a:p>
            <a:r>
              <a:rPr lang="en-US" sz="1600" dirty="0">
                <a:solidFill>
                  <a:srgbClr val="FF0000"/>
                </a:solidFill>
              </a:rPr>
              <a:t>Repeat Action x3 </a:t>
            </a:r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A273AD23-4DAA-8B14-A4BE-FB7FF69113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“Simulink Parameter” x3</a:t>
            </a:r>
          </a:p>
          <a:p>
            <a:r>
              <a:rPr lang="en-US" sz="1200" i="1" dirty="0">
                <a:solidFill>
                  <a:srgbClr val="FF0000"/>
                </a:solidFill>
              </a:rPr>
              <a:t>Note: This will add a new signal to your data inspector.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AAD2310-4B7E-B6AE-FAB4-B2BF00097D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D76583B-9628-AC88-6967-C66FCD374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37203"/>
          </a:xfrm>
        </p:spPr>
        <p:txBody>
          <a:bodyPr/>
          <a:lstStyle/>
          <a:p>
            <a:r>
              <a:rPr lang="en-US" dirty="0"/>
              <a:t>Add Simulink Parameter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Just Create the blank parameter for now</a:t>
            </a:r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A49D3AF-D658-0709-7AA9-7EC5E6D1DF8A}"/>
              </a:ext>
            </a:extLst>
          </p:cNvPr>
          <p:cNvCxnSpPr>
            <a:cxnSpLocks/>
          </p:cNvCxnSpPr>
          <p:nvPr/>
        </p:nvCxnSpPr>
        <p:spPr>
          <a:xfrm flipV="1">
            <a:off x="1979628" y="3328602"/>
            <a:ext cx="0" cy="3587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51BC3CB-55E9-B961-46AF-DA18111E01E5}"/>
              </a:ext>
            </a:extLst>
          </p:cNvPr>
          <p:cNvSpPr/>
          <p:nvPr/>
        </p:nvSpPr>
        <p:spPr>
          <a:xfrm>
            <a:off x="3644792" y="5022221"/>
            <a:ext cx="8151919" cy="5372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73558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0A029-D7E3-C468-3541-135D81D77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527A9C15-365D-4EBF-A16E-F1A4087723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015" b="65495"/>
          <a:stretch>
            <a:fillRect/>
          </a:stretch>
        </p:blipFill>
        <p:spPr>
          <a:xfrm>
            <a:off x="395288" y="2763583"/>
            <a:ext cx="11339512" cy="292154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7363FD1-1C31-733B-6F3B-2BC838A019EE}"/>
              </a:ext>
            </a:extLst>
          </p:cNvPr>
          <p:cNvSpPr txBox="1"/>
          <p:nvPr/>
        </p:nvSpPr>
        <p:spPr>
          <a:xfrm>
            <a:off x="1601827" y="3678776"/>
            <a:ext cx="215946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Update Names</a:t>
            </a:r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5BD9504E-879A-8CE0-9C9E-5351700DC2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each row and update the Name of each signal and parameter</a:t>
            </a:r>
            <a:br>
              <a:rPr lang="en-US" dirty="0"/>
            </a:br>
            <a:r>
              <a:rPr lang="en-US" sz="1200" i="1" dirty="0">
                <a:solidFill>
                  <a:srgbClr val="FF0000"/>
                </a:solidFill>
              </a:rPr>
              <a:t>Note: This will add a new signal to your data inspector.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A1AACD1-9508-2A78-9FE2-95AC0ED527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B004E71-19C9-41D9-87C1-8F4EE1BD9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37203"/>
          </a:xfrm>
        </p:spPr>
        <p:txBody>
          <a:bodyPr/>
          <a:lstStyle/>
          <a:p>
            <a:r>
              <a:rPr lang="en-US" dirty="0"/>
              <a:t>Rename Signals and Parameters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EE518CD-D318-386A-33C2-801AF3659DE9}"/>
              </a:ext>
            </a:extLst>
          </p:cNvPr>
          <p:cNvCxnSpPr>
            <a:cxnSpLocks/>
          </p:cNvCxnSpPr>
          <p:nvPr/>
        </p:nvCxnSpPr>
        <p:spPr>
          <a:xfrm>
            <a:off x="3271101" y="3924997"/>
            <a:ext cx="386499" cy="3264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8059F802-1513-1F03-39CE-E6A73FB7AF40}"/>
              </a:ext>
            </a:extLst>
          </p:cNvPr>
          <p:cNvSpPr/>
          <p:nvPr/>
        </p:nvSpPr>
        <p:spPr>
          <a:xfrm>
            <a:off x="3761293" y="3924997"/>
            <a:ext cx="1093511" cy="16344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28337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39536-25D7-22F5-399E-25C6F8DC7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Content Placeholder 43">
            <a:extLst>
              <a:ext uri="{FF2B5EF4-FFF2-40B4-BE49-F238E27FC236}">
                <a16:creationId xmlns:a16="http://schemas.microsoft.com/office/drawing/2014/main" id="{95A62CCF-6A0F-FC9B-9ACA-15F1C9C57B63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/>
          <a:srcRect l="21060" t="13353" r="71109" b="66603"/>
          <a:stretch>
            <a:fillRect/>
          </a:stretch>
        </p:blipFill>
        <p:spPr>
          <a:xfrm>
            <a:off x="4228569" y="2103145"/>
            <a:ext cx="1432333" cy="1970560"/>
          </a:xfrm>
          <a:prstGeom prst="rect">
            <a:avLst/>
          </a:prstGeom>
        </p:spPr>
      </p:pic>
      <p:pic>
        <p:nvPicPr>
          <p:cNvPr id="64" name="Content Placeholder 43">
            <a:extLst>
              <a:ext uri="{FF2B5EF4-FFF2-40B4-BE49-F238E27FC236}">
                <a16:creationId xmlns:a16="http://schemas.microsoft.com/office/drawing/2014/main" id="{F761FFD4-FC2C-5F9A-AB8D-8AD70D2BD7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815" t="13353" r="59126" b="49244"/>
          <a:stretch>
            <a:fillRect/>
          </a:stretch>
        </p:blipFill>
        <p:spPr>
          <a:xfrm>
            <a:off x="5654405" y="2103144"/>
            <a:ext cx="1473941" cy="3677153"/>
          </a:xfrm>
          <a:prstGeom prst="rect">
            <a:avLst/>
          </a:prstGeom>
        </p:spPr>
      </p:pic>
      <p:pic>
        <p:nvPicPr>
          <p:cNvPr id="55" name="Content Placeholder 25">
            <a:extLst>
              <a:ext uri="{FF2B5EF4-FFF2-40B4-BE49-F238E27FC236}">
                <a16:creationId xmlns:a16="http://schemas.microsoft.com/office/drawing/2014/main" id="{EA53685F-896B-7E41-7E96-7486A953D8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782" t="13828" r="64187" b="63469"/>
          <a:stretch>
            <a:fillRect/>
          </a:stretch>
        </p:blipFill>
        <p:spPr>
          <a:xfrm>
            <a:off x="1803014" y="2103144"/>
            <a:ext cx="554421" cy="2231971"/>
          </a:xfrm>
          <a:prstGeom prst="rect">
            <a:avLst/>
          </a:prstGeom>
        </p:spPr>
      </p:pic>
      <p:pic>
        <p:nvPicPr>
          <p:cNvPr id="52" name="Content Placeholder 25">
            <a:extLst>
              <a:ext uri="{FF2B5EF4-FFF2-40B4-BE49-F238E27FC236}">
                <a16:creationId xmlns:a16="http://schemas.microsoft.com/office/drawing/2014/main" id="{D66FCA3E-30A3-5C15-23BC-858A0FA57F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21130" t="13828" r="71180" b="63469"/>
          <a:stretch>
            <a:fillRect/>
          </a:stretch>
        </p:blipFill>
        <p:spPr>
          <a:xfrm>
            <a:off x="395818" y="2103144"/>
            <a:ext cx="1406507" cy="2231971"/>
          </a:xfrm>
          <a:prstGeom prst="rect">
            <a:avLst/>
          </a:prstGeom>
        </p:spPr>
      </p:pic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2B193591-1D28-4389-87FA-A76B22D8FB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28569" y="1563046"/>
            <a:ext cx="3776472" cy="365760"/>
          </a:xfrm>
        </p:spPr>
        <p:txBody>
          <a:bodyPr>
            <a:normAutofit/>
          </a:bodyPr>
          <a:lstStyle/>
          <a:p>
            <a:r>
              <a:rPr lang="en-US" dirty="0"/>
              <a:t>Step 2. Click &amp; Update Field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2CAF4A3E-71BC-114E-0E2B-D9BA61A0D5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3776472" cy="365760"/>
          </a:xfrm>
        </p:spPr>
        <p:txBody>
          <a:bodyPr/>
          <a:lstStyle/>
          <a:p>
            <a:r>
              <a:rPr lang="en-US" dirty="0"/>
              <a:t>Step 1. Shift + Hold + select rows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B28800B8-FE82-86E3-029C-21C3C603C6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35" name="Title 34">
            <a:extLst>
              <a:ext uri="{FF2B5EF4-FFF2-40B4-BE49-F238E27FC236}">
                <a16:creationId xmlns:a16="http://schemas.microsoft.com/office/drawing/2014/main" id="{956CFD53-B342-E56B-B49D-751A1F43B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37887"/>
          </a:xfrm>
        </p:spPr>
        <p:txBody>
          <a:bodyPr/>
          <a:lstStyle/>
          <a:p>
            <a:r>
              <a:rPr lang="en-US" dirty="0"/>
              <a:t>Mass Update Data Type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Mandatory</a:t>
            </a:r>
            <a:endParaRPr lang="en-US" b="0" i="1" dirty="0">
              <a:solidFill>
                <a:srgbClr val="FF0000"/>
              </a:solidFill>
            </a:endParaRP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23D4FE82-451A-218B-FABA-EFF8B62A8D3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62555" y="1563046"/>
            <a:ext cx="3776472" cy="365760"/>
          </a:xfrm>
        </p:spPr>
        <p:txBody>
          <a:bodyPr/>
          <a:lstStyle/>
          <a:p>
            <a:r>
              <a:rPr lang="en-US" dirty="0"/>
              <a:t>Step 3. Observe updated column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99B35EE-0FA5-F0C3-F62F-3ED32B0A8A0F}"/>
              </a:ext>
            </a:extLst>
          </p:cNvPr>
          <p:cNvSpPr/>
          <p:nvPr/>
        </p:nvSpPr>
        <p:spPr>
          <a:xfrm>
            <a:off x="6231118" y="2074864"/>
            <a:ext cx="946431" cy="17052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C8C560A-890A-141E-5DEA-69BA9F039AF9}"/>
              </a:ext>
            </a:extLst>
          </p:cNvPr>
          <p:cNvSpPr txBox="1"/>
          <p:nvPr/>
        </p:nvSpPr>
        <p:spPr>
          <a:xfrm>
            <a:off x="169685" y="4389417"/>
            <a:ext cx="365760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Observe Data Type Before Update is “auto”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7C6F6A5-950E-0C59-4551-C727379C92E8}"/>
              </a:ext>
            </a:extLst>
          </p:cNvPr>
          <p:cNvSpPr txBox="1"/>
          <p:nvPr/>
        </p:nvSpPr>
        <p:spPr>
          <a:xfrm>
            <a:off x="8062555" y="4389417"/>
            <a:ext cx="365760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Observe Data Type After Update is “double”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8037F7F-5D6F-8035-A517-15C32F8BC4BF}"/>
              </a:ext>
            </a:extLst>
          </p:cNvPr>
          <p:cNvSpPr txBox="1"/>
          <p:nvPr/>
        </p:nvSpPr>
        <p:spPr>
          <a:xfrm>
            <a:off x="4380322" y="4389417"/>
            <a:ext cx="198683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1. Click field</a:t>
            </a:r>
          </a:p>
          <a:p>
            <a:r>
              <a:rPr lang="en-US" sz="1600" dirty="0">
                <a:solidFill>
                  <a:srgbClr val="FF0000"/>
                </a:solidFill>
              </a:rPr>
              <a:t>2. Select 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3A31B84-F04D-5A73-C1AD-C953B316D18A}"/>
              </a:ext>
            </a:extLst>
          </p:cNvPr>
          <p:cNvCxnSpPr>
            <a:cxnSpLocks/>
            <a:endCxn id="64" idx="1"/>
          </p:cNvCxnSpPr>
          <p:nvPr/>
        </p:nvCxnSpPr>
        <p:spPr>
          <a:xfrm flipV="1">
            <a:off x="5222449" y="3941721"/>
            <a:ext cx="431956" cy="4476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E512B33-DD09-942D-3CE0-59E829A3282A}"/>
              </a:ext>
            </a:extLst>
          </p:cNvPr>
          <p:cNvCxnSpPr>
            <a:cxnSpLocks/>
          </p:cNvCxnSpPr>
          <p:nvPr/>
        </p:nvCxnSpPr>
        <p:spPr>
          <a:xfrm flipV="1">
            <a:off x="1998482" y="3965042"/>
            <a:ext cx="0" cy="4243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DDAEED6-894B-FFA5-DB73-E7568AC41518}"/>
              </a:ext>
            </a:extLst>
          </p:cNvPr>
          <p:cNvCxnSpPr>
            <a:cxnSpLocks/>
          </p:cNvCxnSpPr>
          <p:nvPr/>
        </p:nvCxnSpPr>
        <p:spPr>
          <a:xfrm flipV="1">
            <a:off x="5363936" y="4332765"/>
            <a:ext cx="431956" cy="4476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82" name="Content Placeholder 50">
            <a:extLst>
              <a:ext uri="{FF2B5EF4-FFF2-40B4-BE49-F238E27FC236}">
                <a16:creationId xmlns:a16="http://schemas.microsoft.com/office/drawing/2014/main" id="{21E83550-A448-F106-F58A-572041E28C06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/>
          <a:srcRect l="21343" t="13458" r="71198" b="66498"/>
          <a:stretch>
            <a:fillRect/>
          </a:stretch>
        </p:blipFill>
        <p:spPr>
          <a:xfrm>
            <a:off x="8062556" y="2103144"/>
            <a:ext cx="1364246" cy="1970560"/>
          </a:xfrm>
          <a:prstGeom prst="rect">
            <a:avLst/>
          </a:prstGeom>
        </p:spPr>
      </p:pic>
      <p:pic>
        <p:nvPicPr>
          <p:cNvPr id="83" name="Content Placeholder 50">
            <a:extLst>
              <a:ext uri="{FF2B5EF4-FFF2-40B4-BE49-F238E27FC236}">
                <a16:creationId xmlns:a16="http://schemas.microsoft.com/office/drawing/2014/main" id="{EB320961-8DC5-CD5C-C528-2067DBF20A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808" t="13458" r="63943" b="66498"/>
          <a:stretch>
            <a:fillRect/>
          </a:stretch>
        </p:blipFill>
        <p:spPr>
          <a:xfrm>
            <a:off x="9425688" y="2103144"/>
            <a:ext cx="594309" cy="1970560"/>
          </a:xfrm>
          <a:prstGeom prst="rect">
            <a:avLst/>
          </a:prstGeom>
        </p:spPr>
      </p:pic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BA70CA08-A686-1A78-9953-02FA148162AD}"/>
              </a:ext>
            </a:extLst>
          </p:cNvPr>
          <p:cNvCxnSpPr>
            <a:cxnSpLocks/>
          </p:cNvCxnSpPr>
          <p:nvPr/>
        </p:nvCxnSpPr>
        <p:spPr>
          <a:xfrm flipV="1">
            <a:off x="9645192" y="3941721"/>
            <a:ext cx="0" cy="4243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782409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C341D-9490-280C-0BC2-ECE96C99E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6">
            <a:extLst>
              <a:ext uri="{FF2B5EF4-FFF2-40B4-BE49-F238E27FC236}">
                <a16:creationId xmlns:a16="http://schemas.microsoft.com/office/drawing/2014/main" id="{7141F012-EFAF-1487-5C27-EB24639EFF6C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/>
          <a:srcRect l="20811" t="13270" r="71171" b="65583"/>
          <a:stretch>
            <a:fillRect/>
          </a:stretch>
        </p:blipFill>
        <p:spPr>
          <a:xfrm>
            <a:off x="4248228" y="2103144"/>
            <a:ext cx="1466585" cy="2079037"/>
          </a:xfrm>
          <a:prstGeom prst="rect">
            <a:avLst/>
          </a:prstGeom>
        </p:spPr>
      </p:pic>
      <p:pic>
        <p:nvPicPr>
          <p:cNvPr id="31" name="Content Placeholder 6">
            <a:extLst>
              <a:ext uri="{FF2B5EF4-FFF2-40B4-BE49-F238E27FC236}">
                <a16:creationId xmlns:a16="http://schemas.microsoft.com/office/drawing/2014/main" id="{028B1786-1818-5E63-EDB1-D393670D30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829" t="13270" r="59497" b="62247"/>
          <a:stretch>
            <a:fillRect/>
          </a:stretch>
        </p:blipFill>
        <p:spPr>
          <a:xfrm>
            <a:off x="5714610" y="2103144"/>
            <a:ext cx="854943" cy="2406919"/>
          </a:xfrm>
          <a:prstGeom prst="rect">
            <a:avLst/>
          </a:prstGeom>
        </p:spPr>
      </p:pic>
      <p:pic>
        <p:nvPicPr>
          <p:cNvPr id="23" name="Content Placeholder 22">
            <a:extLst>
              <a:ext uri="{FF2B5EF4-FFF2-40B4-BE49-F238E27FC236}">
                <a16:creationId xmlns:a16="http://schemas.microsoft.com/office/drawing/2014/main" id="{032EE6F9-5E09-E182-E315-94731773A2EE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85" t="13541" r="71353" b="66108"/>
          <a:stretch>
            <a:fillRect/>
          </a:stretch>
        </p:blipFill>
        <p:spPr>
          <a:xfrm>
            <a:off x="8062555" y="2103144"/>
            <a:ext cx="1364894" cy="2000763"/>
          </a:xfrm>
          <a:prstGeom prst="rect">
            <a:avLst/>
          </a:prstGeom>
        </p:spPr>
      </p:pic>
      <p:pic>
        <p:nvPicPr>
          <p:cNvPr id="4" name="Content Placeholder 50">
            <a:extLst>
              <a:ext uri="{FF2B5EF4-FFF2-40B4-BE49-F238E27FC236}">
                <a16:creationId xmlns:a16="http://schemas.microsoft.com/office/drawing/2014/main" id="{5C879EC9-8AB9-4B15-FD56-1337EBCCD0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 l="21026" t="13820" r="71195" b="65033"/>
          <a:stretch>
            <a:fillRect/>
          </a:stretch>
        </p:blipFill>
        <p:spPr>
          <a:xfrm>
            <a:off x="395818" y="2103144"/>
            <a:ext cx="1422823" cy="2079037"/>
          </a:xfrm>
          <a:prstGeom prst="rect">
            <a:avLst/>
          </a:prstGeom>
        </p:spPr>
      </p:pic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0DD05D41-6A8A-93E5-AEDF-38967FA8DF8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2. Click &amp; Update Field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D1360D36-E5C6-93FE-7A79-A062B43C3D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3776472" cy="365760"/>
          </a:xfrm>
        </p:spPr>
        <p:txBody>
          <a:bodyPr/>
          <a:lstStyle/>
          <a:p>
            <a:r>
              <a:rPr lang="en-US" dirty="0"/>
              <a:t>Step 1. Shift + Hold + select rows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49177FCE-1E2A-B00B-5D15-C91A0066A7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35" name="Title 34">
            <a:extLst>
              <a:ext uri="{FF2B5EF4-FFF2-40B4-BE49-F238E27FC236}">
                <a16:creationId xmlns:a16="http://schemas.microsoft.com/office/drawing/2014/main" id="{1B28A070-E67E-BBBA-5E9D-5D6E1F34E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492442"/>
          </a:xfrm>
        </p:spPr>
        <p:txBody>
          <a:bodyPr/>
          <a:lstStyle/>
          <a:p>
            <a:r>
              <a:rPr lang="en-US" dirty="0"/>
              <a:t>Mass Update Dimensions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Optional</a:t>
            </a:r>
            <a:endParaRPr lang="en-US" dirty="0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51741C5F-DEF0-B0DE-13F5-F565D0CDC0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62555" y="1563046"/>
            <a:ext cx="3776472" cy="365760"/>
          </a:xfrm>
        </p:spPr>
        <p:txBody>
          <a:bodyPr/>
          <a:lstStyle/>
          <a:p>
            <a:r>
              <a:rPr lang="en-US" dirty="0"/>
              <a:t>Step 3. Observe updated column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E920BA8-D56E-2AF9-1A11-5F6F87E3241F}"/>
              </a:ext>
            </a:extLst>
          </p:cNvPr>
          <p:cNvSpPr/>
          <p:nvPr/>
        </p:nvSpPr>
        <p:spPr>
          <a:xfrm>
            <a:off x="6367160" y="2103145"/>
            <a:ext cx="337429" cy="1976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D090375-79DD-6937-A213-5D9E62D18D2E}"/>
              </a:ext>
            </a:extLst>
          </p:cNvPr>
          <p:cNvSpPr txBox="1"/>
          <p:nvPr/>
        </p:nvSpPr>
        <p:spPr>
          <a:xfrm>
            <a:off x="169685" y="4389417"/>
            <a:ext cx="365760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Observe Dimensions Before Update is -1 or [0 0]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A014D85-D6B0-E845-DD52-B660D418EFD8}"/>
              </a:ext>
            </a:extLst>
          </p:cNvPr>
          <p:cNvSpPr txBox="1"/>
          <p:nvPr/>
        </p:nvSpPr>
        <p:spPr>
          <a:xfrm>
            <a:off x="8062556" y="4389417"/>
            <a:ext cx="365760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Observe Dimensions After Update is 1 or [1 1]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5FCE7BF-C7D9-40EB-2D05-59B2B865AE2F}"/>
              </a:ext>
            </a:extLst>
          </p:cNvPr>
          <p:cNvSpPr txBox="1"/>
          <p:nvPr/>
        </p:nvSpPr>
        <p:spPr>
          <a:xfrm>
            <a:off x="4807670" y="4389417"/>
            <a:ext cx="2382993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Click field</a:t>
            </a:r>
          </a:p>
          <a:p>
            <a:r>
              <a:rPr lang="en-US" sz="1600" dirty="0">
                <a:solidFill>
                  <a:srgbClr val="FF0000"/>
                </a:solidFill>
              </a:rPr>
              <a:t>Step 2. Type 1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126E7AFD-B0A6-FE8B-145C-8650547B3BE5}"/>
              </a:ext>
            </a:extLst>
          </p:cNvPr>
          <p:cNvCxnSpPr>
            <a:cxnSpLocks/>
          </p:cNvCxnSpPr>
          <p:nvPr/>
        </p:nvCxnSpPr>
        <p:spPr>
          <a:xfrm flipV="1">
            <a:off x="5774817" y="3996283"/>
            <a:ext cx="0" cy="3931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4" name="Content Placeholder 50">
            <a:extLst>
              <a:ext uri="{FF2B5EF4-FFF2-40B4-BE49-F238E27FC236}">
                <a16:creationId xmlns:a16="http://schemas.microsoft.com/office/drawing/2014/main" id="{4C63DAEE-A50B-94F7-F4DA-BE22338A6E1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723" t="13820" r="60750" b="65033"/>
          <a:stretch>
            <a:fillRect/>
          </a:stretch>
        </p:blipFill>
        <p:spPr>
          <a:xfrm>
            <a:off x="1802325" y="2103144"/>
            <a:ext cx="645107" cy="2079037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3F6A0B0-B849-95AE-AB4A-5D7D85CF5FE6}"/>
              </a:ext>
            </a:extLst>
          </p:cNvPr>
          <p:cNvCxnSpPr>
            <a:cxnSpLocks/>
          </p:cNvCxnSpPr>
          <p:nvPr/>
        </p:nvCxnSpPr>
        <p:spPr>
          <a:xfrm flipV="1">
            <a:off x="1998482" y="3965042"/>
            <a:ext cx="0" cy="4243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9" name="Content Placeholder 22">
            <a:extLst>
              <a:ext uri="{FF2B5EF4-FFF2-40B4-BE49-F238E27FC236}">
                <a16:creationId xmlns:a16="http://schemas.microsoft.com/office/drawing/2014/main" id="{03D2B809-CF97-5B1E-EB1A-9D6CDC99C2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66" t="13541" r="60681" b="66108"/>
          <a:stretch>
            <a:fillRect/>
          </a:stretch>
        </p:blipFill>
        <p:spPr>
          <a:xfrm>
            <a:off x="9426802" y="2103144"/>
            <a:ext cx="649853" cy="2000763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F7CA9C9-62BC-D1A7-6FDA-30BFC364E1D1}"/>
              </a:ext>
            </a:extLst>
          </p:cNvPr>
          <p:cNvCxnSpPr>
            <a:cxnSpLocks/>
          </p:cNvCxnSpPr>
          <p:nvPr/>
        </p:nvCxnSpPr>
        <p:spPr>
          <a:xfrm flipV="1">
            <a:off x="9579203" y="4079985"/>
            <a:ext cx="0" cy="3094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125248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10376-CF57-8172-2B35-B1FFD83DB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Content Placeholder 31">
            <a:extLst>
              <a:ext uri="{FF2B5EF4-FFF2-40B4-BE49-F238E27FC236}">
                <a16:creationId xmlns:a16="http://schemas.microsoft.com/office/drawing/2014/main" id="{DC14F9D7-3604-BB69-8EAD-6EA00EDE34ED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31" t="13318" r="71573" b="66938"/>
          <a:stretch>
            <a:fillRect/>
          </a:stretch>
        </p:blipFill>
        <p:spPr>
          <a:xfrm>
            <a:off x="8062555" y="2103144"/>
            <a:ext cx="1279607" cy="1941067"/>
          </a:xfrm>
          <a:prstGeom prst="rect">
            <a:avLst/>
          </a:prstGeom>
        </p:spPr>
      </p:pic>
      <p:pic>
        <p:nvPicPr>
          <p:cNvPr id="33" name="Content Placeholder 31">
            <a:extLst>
              <a:ext uri="{FF2B5EF4-FFF2-40B4-BE49-F238E27FC236}">
                <a16:creationId xmlns:a16="http://schemas.microsoft.com/office/drawing/2014/main" id="{438147D6-0CF6-6E01-5FF5-825366FBAA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48" t="13318" r="44691" b="66938"/>
          <a:stretch>
            <a:fillRect/>
          </a:stretch>
        </p:blipFill>
        <p:spPr>
          <a:xfrm>
            <a:off x="9310677" y="2103144"/>
            <a:ext cx="852486" cy="1941067"/>
          </a:xfrm>
          <a:prstGeom prst="rect">
            <a:avLst/>
          </a:prstGeom>
        </p:spPr>
      </p:pic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5CBBFE37-8937-20B8-1AA8-AB9D6D30793C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30" t="13318" r="71169" b="66331"/>
          <a:stretch>
            <a:fillRect/>
          </a:stretch>
        </p:blipFill>
        <p:spPr>
          <a:xfrm>
            <a:off x="4228569" y="2103144"/>
            <a:ext cx="1353684" cy="2000763"/>
          </a:xfrm>
          <a:prstGeom prst="rect">
            <a:avLst/>
          </a:prstGeom>
        </p:spPr>
      </p:pic>
      <p:pic>
        <p:nvPicPr>
          <p:cNvPr id="18" name="Content Placeholder 16">
            <a:extLst>
              <a:ext uri="{FF2B5EF4-FFF2-40B4-BE49-F238E27FC236}">
                <a16:creationId xmlns:a16="http://schemas.microsoft.com/office/drawing/2014/main" id="{FC9134CD-4B22-12AA-FFE6-6C3C6E8A8F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87" t="13318" r="40824" b="52036"/>
          <a:stretch>
            <a:fillRect/>
          </a:stretch>
        </p:blipFill>
        <p:spPr>
          <a:xfrm>
            <a:off x="5576579" y="2103144"/>
            <a:ext cx="1570980" cy="3406116"/>
          </a:xfrm>
          <a:prstGeom prst="rect">
            <a:avLst/>
          </a:prstGeom>
        </p:spPr>
      </p:pic>
      <p:pic>
        <p:nvPicPr>
          <p:cNvPr id="7" name="Content Placeholder 9">
            <a:extLst>
              <a:ext uri="{FF2B5EF4-FFF2-40B4-BE49-F238E27FC236}">
                <a16:creationId xmlns:a16="http://schemas.microsoft.com/office/drawing/2014/main" id="{C28B1318-DEA7-EAF4-88F2-E0ED271DD0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71" t="13318" r="71250" b="66108"/>
          <a:stretch>
            <a:fillRect/>
          </a:stretch>
        </p:blipFill>
        <p:spPr>
          <a:xfrm>
            <a:off x="395818" y="2103144"/>
            <a:ext cx="1422822" cy="2022665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A419157-EA52-37CF-4735-1634CCB7E8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77" t="13318" r="44872" b="66108"/>
          <a:stretch>
            <a:fillRect/>
          </a:stretch>
        </p:blipFill>
        <p:spPr>
          <a:xfrm>
            <a:off x="1818683" y="2103144"/>
            <a:ext cx="814031" cy="2022665"/>
          </a:xfrm>
          <a:prstGeom prst="rect">
            <a:avLst/>
          </a:prstGeom>
        </p:spPr>
      </p:pic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DEBD3C71-B1B6-2250-1DD8-B83DFFC7A2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28569" y="1563046"/>
            <a:ext cx="3776472" cy="365760"/>
          </a:xfrm>
        </p:spPr>
        <p:txBody>
          <a:bodyPr>
            <a:normAutofit/>
          </a:bodyPr>
          <a:lstStyle/>
          <a:p>
            <a:r>
              <a:rPr lang="en-US" dirty="0"/>
              <a:t>Step 2. Click &amp; Update Field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4D87735F-ABE7-CC73-6538-60158370C3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3776472" cy="365760"/>
          </a:xfrm>
        </p:spPr>
        <p:txBody>
          <a:bodyPr/>
          <a:lstStyle/>
          <a:p>
            <a:r>
              <a:rPr lang="en-US" dirty="0"/>
              <a:t>Step 1. Shift + Hold + select rows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D7FE72C2-3935-50A0-FE25-D06F593FF8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35" name="Title 34">
            <a:extLst>
              <a:ext uri="{FF2B5EF4-FFF2-40B4-BE49-F238E27FC236}">
                <a16:creationId xmlns:a16="http://schemas.microsoft.com/office/drawing/2014/main" id="{5A98AA66-FC46-255B-D932-1A5D36008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Mass Update Storage Class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Optional</a:t>
            </a:r>
            <a:endParaRPr lang="en-US" dirty="0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60BED3CF-2E2D-9D8E-DEF4-97CDDE4272C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62555" y="1563046"/>
            <a:ext cx="3776472" cy="365760"/>
          </a:xfrm>
        </p:spPr>
        <p:txBody>
          <a:bodyPr/>
          <a:lstStyle/>
          <a:p>
            <a:r>
              <a:rPr lang="en-US" dirty="0"/>
              <a:t>Step 3. Observe updated column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39DAEDC-8472-38BC-5525-2B19B095DA7F}"/>
              </a:ext>
            </a:extLst>
          </p:cNvPr>
          <p:cNvSpPr/>
          <p:nvPr/>
        </p:nvSpPr>
        <p:spPr>
          <a:xfrm>
            <a:off x="6417184" y="2103145"/>
            <a:ext cx="773478" cy="1893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6F3E88C-500E-E514-B19A-80AE599E79B8}"/>
              </a:ext>
            </a:extLst>
          </p:cNvPr>
          <p:cNvSpPr txBox="1"/>
          <p:nvPr/>
        </p:nvSpPr>
        <p:spPr>
          <a:xfrm>
            <a:off x="169685" y="4389417"/>
            <a:ext cx="365760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Observe Storage Class Before Update is auto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E85A95E-84E3-4DD7-0100-0CDC4C927DF0}"/>
              </a:ext>
            </a:extLst>
          </p:cNvPr>
          <p:cNvSpPr txBox="1"/>
          <p:nvPr/>
        </p:nvSpPr>
        <p:spPr>
          <a:xfrm>
            <a:off x="8062556" y="4389417"/>
            <a:ext cx="365760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Observe Storage Class After Update is </a:t>
            </a:r>
            <a:r>
              <a:rPr lang="en-US" sz="1600" dirty="0" err="1">
                <a:solidFill>
                  <a:srgbClr val="FF0000"/>
                </a:solidFill>
              </a:rPr>
              <a:t>ExportedGlobal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34F500D-6D82-ADBF-9ECD-B2890F79A8B5}"/>
              </a:ext>
            </a:extLst>
          </p:cNvPr>
          <p:cNvSpPr txBox="1"/>
          <p:nvPr/>
        </p:nvSpPr>
        <p:spPr>
          <a:xfrm>
            <a:off x="4228569" y="4389417"/>
            <a:ext cx="2382993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1. Click field</a:t>
            </a:r>
          </a:p>
          <a:p>
            <a:r>
              <a:rPr lang="en-US" sz="1600" dirty="0">
                <a:solidFill>
                  <a:srgbClr val="FF0000"/>
                </a:solidFill>
              </a:rPr>
              <a:t>2. Select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D1FDF2A-614E-9442-1FA7-07353600F21C}"/>
              </a:ext>
            </a:extLst>
          </p:cNvPr>
          <p:cNvCxnSpPr>
            <a:cxnSpLocks/>
          </p:cNvCxnSpPr>
          <p:nvPr/>
        </p:nvCxnSpPr>
        <p:spPr>
          <a:xfrm flipV="1">
            <a:off x="1998482" y="3965042"/>
            <a:ext cx="0" cy="4243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6AFD0D2-76C6-2B47-359C-5EC8022B11C5}"/>
              </a:ext>
            </a:extLst>
          </p:cNvPr>
          <p:cNvCxnSpPr>
            <a:cxnSpLocks/>
          </p:cNvCxnSpPr>
          <p:nvPr/>
        </p:nvCxnSpPr>
        <p:spPr>
          <a:xfrm flipV="1">
            <a:off x="9579203" y="4079985"/>
            <a:ext cx="0" cy="3094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0DD56B0-70CA-817E-6DD1-57D00677C34C}"/>
              </a:ext>
            </a:extLst>
          </p:cNvPr>
          <p:cNvCxnSpPr>
            <a:cxnSpLocks/>
          </p:cNvCxnSpPr>
          <p:nvPr/>
        </p:nvCxnSpPr>
        <p:spPr>
          <a:xfrm flipV="1">
            <a:off x="5222449" y="3941721"/>
            <a:ext cx="431956" cy="4476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B8F43D3-57D0-74D2-0D77-BEDB4EA15E7A}"/>
              </a:ext>
            </a:extLst>
          </p:cNvPr>
          <p:cNvCxnSpPr>
            <a:cxnSpLocks/>
          </p:cNvCxnSpPr>
          <p:nvPr/>
        </p:nvCxnSpPr>
        <p:spPr>
          <a:xfrm flipV="1">
            <a:off x="5188676" y="4332765"/>
            <a:ext cx="431956" cy="4476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68602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E062B-8284-CB26-57F8-48EEE7527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8D6A0D7-9AF1-D4B3-C54B-D2A8E69A6A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634" b="66363"/>
          <a:stretch>
            <a:fillRect/>
          </a:stretch>
        </p:blipFill>
        <p:spPr>
          <a:xfrm>
            <a:off x="395288" y="2763583"/>
            <a:ext cx="11339512" cy="2872755"/>
          </a:xfrm>
          <a:prstGeom prst="rect">
            <a:avLst/>
          </a:prstGeom>
        </p:spPr>
      </p:pic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1747D60B-1456-8336-B4AC-A2E0B0AE5A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Observe Updated Columns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9F5B44-7F0F-F589-8451-FBB89E5FA0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D4D1428-A9A4-7219-BF70-6EDD4EC5E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37203"/>
          </a:xfrm>
        </p:spPr>
        <p:txBody>
          <a:bodyPr/>
          <a:lstStyle/>
          <a:p>
            <a:r>
              <a:rPr lang="en-US" dirty="0"/>
              <a:t>Observe Data Dictionary After Mass Update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FA1441E-B999-8FD4-69ED-BBD8EB4539E0}"/>
              </a:ext>
            </a:extLst>
          </p:cNvPr>
          <p:cNvCxnSpPr>
            <a:cxnSpLocks/>
          </p:cNvCxnSpPr>
          <p:nvPr/>
        </p:nvCxnSpPr>
        <p:spPr>
          <a:xfrm flipV="1">
            <a:off x="5816338" y="5636338"/>
            <a:ext cx="0" cy="509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4ED0F14-80BD-4EBE-E2D1-1F1D4631C54D}"/>
              </a:ext>
            </a:extLst>
          </p:cNvPr>
          <p:cNvCxnSpPr>
            <a:cxnSpLocks/>
          </p:cNvCxnSpPr>
          <p:nvPr/>
        </p:nvCxnSpPr>
        <p:spPr>
          <a:xfrm flipV="1">
            <a:off x="6201266" y="5636338"/>
            <a:ext cx="0" cy="509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8630F49-7E97-44ED-A953-B8692CCDB9DA}"/>
              </a:ext>
            </a:extLst>
          </p:cNvPr>
          <p:cNvCxnSpPr>
            <a:cxnSpLocks/>
          </p:cNvCxnSpPr>
          <p:nvPr/>
        </p:nvCxnSpPr>
        <p:spPr>
          <a:xfrm flipV="1">
            <a:off x="8804635" y="5636338"/>
            <a:ext cx="0" cy="509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26448A2-36D3-C546-11A7-D747A9F273A9}"/>
              </a:ext>
            </a:extLst>
          </p:cNvPr>
          <p:cNvSpPr txBox="1"/>
          <p:nvPr/>
        </p:nvSpPr>
        <p:spPr>
          <a:xfrm>
            <a:off x="5684362" y="6213316"/>
            <a:ext cx="3582185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Observe Updated Columns</a:t>
            </a:r>
          </a:p>
        </p:txBody>
      </p:sp>
    </p:spTree>
    <p:extLst>
      <p:ext uri="{BB962C8B-B14F-4D97-AF65-F5344CB8AC3E}">
        <p14:creationId xmlns:p14="http://schemas.microsoft.com/office/powerpoint/2010/main" val="50173527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797B9-13B9-16C0-86B9-DE65224B3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C98DD01F-E80D-58C5-ED04-235128F679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0954" b="64134"/>
          <a:stretch>
            <a:fillRect/>
          </a:stretch>
        </p:blipFill>
        <p:spPr>
          <a:xfrm>
            <a:off x="395288" y="2763583"/>
            <a:ext cx="11339512" cy="2765513"/>
          </a:xfrm>
          <a:prstGeom prst="rect">
            <a:avLst/>
          </a:prstGeom>
        </p:spPr>
      </p:pic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9A23C167-537C-851C-E562-AAA523E970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Step 1. Select Signal and Update remaining fields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4F5BF51-FFE3-1001-848F-FB8686DCC6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09B9A7B-9F0A-D23D-F041-4FFD5E476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37203"/>
          </a:xfrm>
        </p:spPr>
        <p:txBody>
          <a:bodyPr/>
          <a:lstStyle/>
          <a:p>
            <a:r>
              <a:rPr lang="en-US" dirty="0"/>
              <a:t>Update Signal: </a:t>
            </a:r>
            <a:r>
              <a:rPr lang="en-US" dirty="0" err="1"/>
              <a:t>y_raw</a:t>
            </a:r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61D0B05-724D-372E-DE4E-896DD90FEC33}"/>
              </a:ext>
            </a:extLst>
          </p:cNvPr>
          <p:cNvCxnSpPr>
            <a:cxnSpLocks/>
          </p:cNvCxnSpPr>
          <p:nvPr/>
        </p:nvCxnSpPr>
        <p:spPr>
          <a:xfrm flipV="1">
            <a:off x="9059158" y="5448692"/>
            <a:ext cx="0" cy="509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DE64BC2E-BAC1-DC22-598B-A1A82D87A43F}"/>
              </a:ext>
            </a:extLst>
          </p:cNvPr>
          <p:cNvSpPr/>
          <p:nvPr/>
        </p:nvSpPr>
        <p:spPr>
          <a:xfrm>
            <a:off x="7786538" y="4471752"/>
            <a:ext cx="3799004" cy="241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16625F-6B13-7D2E-D344-BA4E294A17D3}"/>
              </a:ext>
            </a:extLst>
          </p:cNvPr>
          <p:cNvSpPr/>
          <p:nvPr/>
        </p:nvSpPr>
        <p:spPr>
          <a:xfrm>
            <a:off x="7786538" y="5000423"/>
            <a:ext cx="1414023" cy="4482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BDD2924-6E0B-A824-A6B9-E182C3703EB9}"/>
              </a:ext>
            </a:extLst>
          </p:cNvPr>
          <p:cNvCxnSpPr>
            <a:cxnSpLocks/>
          </p:cNvCxnSpPr>
          <p:nvPr/>
        </p:nvCxnSpPr>
        <p:spPr>
          <a:xfrm flipV="1">
            <a:off x="9475509" y="4713402"/>
            <a:ext cx="0" cy="12452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0BC6380-6106-E155-D05E-06F8801F9CC1}"/>
              </a:ext>
            </a:extLst>
          </p:cNvPr>
          <p:cNvSpPr txBox="1"/>
          <p:nvPr/>
        </p:nvSpPr>
        <p:spPr>
          <a:xfrm>
            <a:off x="7654565" y="5954058"/>
            <a:ext cx="404749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2. Update Min, Max, &amp; Description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6EEDCA9-8ECC-B460-AB6E-2FFBCA83A6B7}"/>
              </a:ext>
            </a:extLst>
          </p:cNvPr>
          <p:cNvSpPr txBox="1"/>
          <p:nvPr/>
        </p:nvSpPr>
        <p:spPr>
          <a:xfrm>
            <a:off x="311088" y="5954057"/>
            <a:ext cx="24054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Select signal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820C5FD-4617-1E78-5A22-6FCB449F6BDD}"/>
              </a:ext>
            </a:extLst>
          </p:cNvPr>
          <p:cNvCxnSpPr>
            <a:cxnSpLocks/>
          </p:cNvCxnSpPr>
          <p:nvPr/>
        </p:nvCxnSpPr>
        <p:spPr>
          <a:xfrm flipV="1">
            <a:off x="887690" y="4146339"/>
            <a:ext cx="0" cy="18077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504812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85AAA-021D-779C-128F-548C6CBC0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015A8A2D-BEC2-6D21-2481-7D4758835B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40" b="64534"/>
          <a:stretch>
            <a:fillRect/>
          </a:stretch>
        </p:blipFill>
        <p:spPr>
          <a:xfrm>
            <a:off x="395288" y="2763583"/>
            <a:ext cx="11339512" cy="2748090"/>
          </a:xfrm>
          <a:prstGeom prst="rect">
            <a:avLst/>
          </a:prstGeom>
        </p:spPr>
      </p:pic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91122EA8-51EA-B45A-F146-54E9ACCF97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Step 1. Select Signal and Update remaining fields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17C73A4-85D1-C333-8A65-77CFD9F8B2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DFFCA54-4FA2-CFF5-D95F-EDAFD84CB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37203"/>
          </a:xfrm>
        </p:spPr>
        <p:txBody>
          <a:bodyPr/>
          <a:lstStyle/>
          <a:p>
            <a:r>
              <a:rPr lang="en-US" dirty="0"/>
              <a:t>Update Signal: y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4D9F42C-6B13-0503-A824-3E4085FBC6D3}"/>
              </a:ext>
            </a:extLst>
          </p:cNvPr>
          <p:cNvCxnSpPr>
            <a:cxnSpLocks/>
          </p:cNvCxnSpPr>
          <p:nvPr/>
        </p:nvCxnSpPr>
        <p:spPr>
          <a:xfrm flipV="1">
            <a:off x="9059158" y="5448692"/>
            <a:ext cx="0" cy="509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DB8E3777-7B74-F88B-3CC0-C5D82AC3914F}"/>
              </a:ext>
            </a:extLst>
          </p:cNvPr>
          <p:cNvSpPr/>
          <p:nvPr/>
        </p:nvSpPr>
        <p:spPr>
          <a:xfrm>
            <a:off x="7786538" y="4471752"/>
            <a:ext cx="3799004" cy="241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EFBD4E-1EBF-318A-E242-54E9CB842C5F}"/>
              </a:ext>
            </a:extLst>
          </p:cNvPr>
          <p:cNvSpPr/>
          <p:nvPr/>
        </p:nvSpPr>
        <p:spPr>
          <a:xfrm>
            <a:off x="7786538" y="5000423"/>
            <a:ext cx="1414023" cy="4482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648AAED-4B8C-A0BE-5832-EBB9F77E740E}"/>
              </a:ext>
            </a:extLst>
          </p:cNvPr>
          <p:cNvCxnSpPr>
            <a:cxnSpLocks/>
          </p:cNvCxnSpPr>
          <p:nvPr/>
        </p:nvCxnSpPr>
        <p:spPr>
          <a:xfrm flipV="1">
            <a:off x="9475509" y="4713402"/>
            <a:ext cx="0" cy="12452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D62F6B0-F769-37A1-6328-D319B3599786}"/>
              </a:ext>
            </a:extLst>
          </p:cNvPr>
          <p:cNvSpPr txBox="1"/>
          <p:nvPr/>
        </p:nvSpPr>
        <p:spPr>
          <a:xfrm>
            <a:off x="7654565" y="5954058"/>
            <a:ext cx="404749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2. Update Min, Max, &amp; Description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4F2F45-75F2-FA05-E45D-9BD20EA25A0D}"/>
              </a:ext>
            </a:extLst>
          </p:cNvPr>
          <p:cNvSpPr txBox="1"/>
          <p:nvPr/>
        </p:nvSpPr>
        <p:spPr>
          <a:xfrm>
            <a:off x="311088" y="5954057"/>
            <a:ext cx="24054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Select signal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BE5E648-322C-3742-E9C3-C8AE9E7CABF7}"/>
              </a:ext>
            </a:extLst>
          </p:cNvPr>
          <p:cNvCxnSpPr>
            <a:cxnSpLocks/>
          </p:cNvCxnSpPr>
          <p:nvPr/>
        </p:nvCxnSpPr>
        <p:spPr>
          <a:xfrm flipV="1">
            <a:off x="887690" y="4298623"/>
            <a:ext cx="0" cy="16554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804894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BBB11-2140-4236-6043-502BDFD2D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88200C0-6F8C-E12B-8AC6-48A5C0F0FA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1340" b="63911"/>
          <a:stretch>
            <a:fillRect/>
          </a:stretch>
        </p:blipFill>
        <p:spPr>
          <a:xfrm>
            <a:off x="395288" y="2763583"/>
            <a:ext cx="11339512" cy="2796364"/>
          </a:xfrm>
          <a:prstGeom prst="rect">
            <a:avLst/>
          </a:prstGeom>
        </p:spPr>
      </p:pic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6EF27A45-BFA3-89CF-BB72-F6E0C32392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Step 1. Select Signal and Update remaining fields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9D1B7B6-2D0E-98AD-21FA-2D77888E6D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0B71A4E-B2B2-268F-AF66-4B0BCF552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37203"/>
          </a:xfrm>
        </p:spPr>
        <p:txBody>
          <a:bodyPr/>
          <a:lstStyle/>
          <a:p>
            <a:r>
              <a:rPr lang="en-US" dirty="0"/>
              <a:t>Update Signal: t_squared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945BDAD-3114-9D71-9D53-6807EFF14CB5}"/>
              </a:ext>
            </a:extLst>
          </p:cNvPr>
          <p:cNvCxnSpPr>
            <a:cxnSpLocks/>
          </p:cNvCxnSpPr>
          <p:nvPr/>
        </p:nvCxnSpPr>
        <p:spPr>
          <a:xfrm flipV="1">
            <a:off x="9059158" y="5448692"/>
            <a:ext cx="0" cy="509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BC48610C-2D98-F8EB-59C2-83F2B13F0357}"/>
              </a:ext>
            </a:extLst>
          </p:cNvPr>
          <p:cNvSpPr/>
          <p:nvPr/>
        </p:nvSpPr>
        <p:spPr>
          <a:xfrm>
            <a:off x="7786538" y="4471752"/>
            <a:ext cx="3799004" cy="241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20FF69-E108-8E09-2E8F-12E3A5632233}"/>
              </a:ext>
            </a:extLst>
          </p:cNvPr>
          <p:cNvSpPr/>
          <p:nvPr/>
        </p:nvSpPr>
        <p:spPr>
          <a:xfrm>
            <a:off x="7786538" y="5000423"/>
            <a:ext cx="1414023" cy="4482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E6F9C79-4489-1ED6-6BFC-2BB05120DDCA}"/>
              </a:ext>
            </a:extLst>
          </p:cNvPr>
          <p:cNvCxnSpPr>
            <a:cxnSpLocks/>
          </p:cNvCxnSpPr>
          <p:nvPr/>
        </p:nvCxnSpPr>
        <p:spPr>
          <a:xfrm flipV="1">
            <a:off x="9475509" y="4713402"/>
            <a:ext cx="0" cy="12452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3D37553-BDCF-41FF-0EA5-494813B7C656}"/>
              </a:ext>
            </a:extLst>
          </p:cNvPr>
          <p:cNvSpPr txBox="1"/>
          <p:nvPr/>
        </p:nvSpPr>
        <p:spPr>
          <a:xfrm>
            <a:off x="7654565" y="5954058"/>
            <a:ext cx="404749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2. Update Min, Max, &amp; Description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213F17-2699-3C54-0AC9-C196A765C41A}"/>
              </a:ext>
            </a:extLst>
          </p:cNvPr>
          <p:cNvSpPr txBox="1"/>
          <p:nvPr/>
        </p:nvSpPr>
        <p:spPr>
          <a:xfrm>
            <a:off x="311088" y="5954057"/>
            <a:ext cx="24054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Select signal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C7AE268-1F16-8A83-CD34-07A0E05B450F}"/>
              </a:ext>
            </a:extLst>
          </p:cNvPr>
          <p:cNvCxnSpPr>
            <a:cxnSpLocks/>
          </p:cNvCxnSpPr>
          <p:nvPr/>
        </p:nvCxnSpPr>
        <p:spPr>
          <a:xfrm flipV="1">
            <a:off x="887690" y="4471752"/>
            <a:ext cx="0" cy="14823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510397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74D5F-9141-1017-B4EC-1C08A0E57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A9E44B3-FABD-76BF-A0E1-B411E7FB68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72" b="66168"/>
          <a:stretch>
            <a:fillRect/>
          </a:stretch>
        </p:blipFill>
        <p:spPr>
          <a:xfrm>
            <a:off x="395288" y="2763583"/>
            <a:ext cx="11339512" cy="2629234"/>
          </a:xfrm>
          <a:prstGeom prst="rect">
            <a:avLst/>
          </a:prstGeom>
        </p:spPr>
      </p:pic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48C43E1C-DD45-0FCE-996C-1972FA3C6C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Step 1. Select Signal and Update remaining fields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0207CC6-B563-9632-2643-D0CA36E8C3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5F4620BD-4806-282E-C8C4-B12DAC31A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37203"/>
          </a:xfrm>
        </p:spPr>
        <p:txBody>
          <a:bodyPr/>
          <a:lstStyle/>
          <a:p>
            <a:r>
              <a:rPr lang="en-US" dirty="0"/>
              <a:t>Update Signal: 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B38AA6-6E1D-B919-9C29-CEE8F5358936}"/>
              </a:ext>
            </a:extLst>
          </p:cNvPr>
          <p:cNvSpPr/>
          <p:nvPr/>
        </p:nvSpPr>
        <p:spPr>
          <a:xfrm>
            <a:off x="3431355" y="4462325"/>
            <a:ext cx="763572" cy="1473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974CBC-D81D-7911-B5B7-BBEAACF852D7}"/>
              </a:ext>
            </a:extLst>
          </p:cNvPr>
          <p:cNvSpPr txBox="1"/>
          <p:nvPr/>
        </p:nvSpPr>
        <p:spPr>
          <a:xfrm>
            <a:off x="311088" y="5954057"/>
            <a:ext cx="24054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Select signal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FEF2C70-4D69-7AAD-087C-50194A271055}"/>
              </a:ext>
            </a:extLst>
          </p:cNvPr>
          <p:cNvCxnSpPr>
            <a:cxnSpLocks/>
          </p:cNvCxnSpPr>
          <p:nvPr/>
        </p:nvCxnSpPr>
        <p:spPr>
          <a:xfrm flipV="1">
            <a:off x="887690" y="4609707"/>
            <a:ext cx="0" cy="13443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4AC8F78-7936-B7B3-57BB-558996743A82}"/>
              </a:ext>
            </a:extLst>
          </p:cNvPr>
          <p:cNvSpPr txBox="1"/>
          <p:nvPr/>
        </p:nvSpPr>
        <p:spPr>
          <a:xfrm>
            <a:off x="2460397" y="5954057"/>
            <a:ext cx="474887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2. Click &amp; Update fields Min, Max, &amp; Unit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B9650A7-EC80-85DB-2B51-88E4219F5387}"/>
              </a:ext>
            </a:extLst>
          </p:cNvPr>
          <p:cNvCxnSpPr>
            <a:cxnSpLocks/>
          </p:cNvCxnSpPr>
          <p:nvPr/>
        </p:nvCxnSpPr>
        <p:spPr>
          <a:xfrm flipV="1">
            <a:off x="3651315" y="4609707"/>
            <a:ext cx="0" cy="13443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638284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D845A-3564-7321-F724-994F68052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D11B06F4-8108-9BF9-3D61-6FA50C15A5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72" b="65212"/>
          <a:stretch>
            <a:fillRect/>
          </a:stretch>
        </p:blipFill>
        <p:spPr>
          <a:xfrm>
            <a:off x="395288" y="2763583"/>
            <a:ext cx="11339512" cy="2703529"/>
          </a:xfrm>
          <a:prstGeom prst="rect">
            <a:avLst/>
          </a:prstGeom>
        </p:spPr>
      </p:pic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CDBC6E96-A207-3A6F-B637-4DCE7067F5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Step 1. Select Signal and Update remaining fields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03BFAB8-C701-3C6F-FEFA-39A071CAA1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476083E-91D3-7094-1A0F-2D9629B6F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37203"/>
          </a:xfrm>
        </p:spPr>
        <p:txBody>
          <a:bodyPr/>
          <a:lstStyle/>
          <a:p>
            <a:r>
              <a:rPr lang="en-US" dirty="0"/>
              <a:t>Update Signal: neg_4t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4794D14-474E-9985-45B7-0EF6DBB01F25}"/>
              </a:ext>
            </a:extLst>
          </p:cNvPr>
          <p:cNvCxnSpPr>
            <a:cxnSpLocks/>
          </p:cNvCxnSpPr>
          <p:nvPr/>
        </p:nvCxnSpPr>
        <p:spPr>
          <a:xfrm flipV="1">
            <a:off x="9059158" y="5448692"/>
            <a:ext cx="0" cy="509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8863FEF8-2D9F-BD2A-CDB7-1296737475F5}"/>
              </a:ext>
            </a:extLst>
          </p:cNvPr>
          <p:cNvSpPr/>
          <p:nvPr/>
        </p:nvSpPr>
        <p:spPr>
          <a:xfrm>
            <a:off x="3431355" y="4613155"/>
            <a:ext cx="457200" cy="1473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0D6291-F449-D4B7-6B56-44B8F48070C4}"/>
              </a:ext>
            </a:extLst>
          </p:cNvPr>
          <p:cNvSpPr/>
          <p:nvPr/>
        </p:nvSpPr>
        <p:spPr>
          <a:xfrm>
            <a:off x="7786538" y="5000423"/>
            <a:ext cx="1414023" cy="4482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542740-13CD-1138-AE3E-7533044F6819}"/>
              </a:ext>
            </a:extLst>
          </p:cNvPr>
          <p:cNvSpPr txBox="1"/>
          <p:nvPr/>
        </p:nvSpPr>
        <p:spPr>
          <a:xfrm>
            <a:off x="7654565" y="5954058"/>
            <a:ext cx="404749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3. Update Description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814C2D-F84C-1661-0943-2223E7083A39}"/>
              </a:ext>
            </a:extLst>
          </p:cNvPr>
          <p:cNvSpPr txBox="1"/>
          <p:nvPr/>
        </p:nvSpPr>
        <p:spPr>
          <a:xfrm>
            <a:off x="311088" y="5954057"/>
            <a:ext cx="24054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Select signal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64A9F52-E483-2370-2CD5-C0A0061F477A}"/>
              </a:ext>
            </a:extLst>
          </p:cNvPr>
          <p:cNvCxnSpPr>
            <a:cxnSpLocks/>
          </p:cNvCxnSpPr>
          <p:nvPr/>
        </p:nvCxnSpPr>
        <p:spPr>
          <a:xfrm flipV="1">
            <a:off x="887690" y="4741682"/>
            <a:ext cx="0" cy="12123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E77D274-81EF-B832-A38D-C11E284285A9}"/>
              </a:ext>
            </a:extLst>
          </p:cNvPr>
          <p:cNvCxnSpPr>
            <a:cxnSpLocks/>
          </p:cNvCxnSpPr>
          <p:nvPr/>
        </p:nvCxnSpPr>
        <p:spPr>
          <a:xfrm flipV="1">
            <a:off x="3651315" y="4741682"/>
            <a:ext cx="0" cy="12123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9E2D280-B00E-314B-CC5A-63557F26788F}"/>
              </a:ext>
            </a:extLst>
          </p:cNvPr>
          <p:cNvSpPr txBox="1"/>
          <p:nvPr/>
        </p:nvSpPr>
        <p:spPr>
          <a:xfrm>
            <a:off x="2460397" y="5954057"/>
            <a:ext cx="474887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2. Click &amp; Update fields Min &amp; Max</a:t>
            </a:r>
          </a:p>
        </p:txBody>
      </p:sp>
    </p:spTree>
    <p:extLst>
      <p:ext uri="{BB962C8B-B14F-4D97-AF65-F5344CB8AC3E}">
        <p14:creationId xmlns:p14="http://schemas.microsoft.com/office/powerpoint/2010/main" val="267413780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4D207-C0B4-1667-F3BE-6C486BE8B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303A181-83F0-17C9-CCA5-FC7821E936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72" b="63911"/>
          <a:stretch>
            <a:fillRect/>
          </a:stretch>
        </p:blipFill>
        <p:spPr>
          <a:xfrm>
            <a:off x="395288" y="2763583"/>
            <a:ext cx="11339512" cy="2804636"/>
          </a:xfrm>
          <a:prstGeom prst="rect">
            <a:avLst/>
          </a:prstGeom>
        </p:spPr>
      </p:pic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DA9147B2-0AC5-2E11-F7ED-49C2510A88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Step 1. Select Signal and Update remaining fields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F2815B2-DE40-D65A-3C49-350AF295EF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6259CA1-F1E6-AFA9-F7E1-581CFF453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37203"/>
          </a:xfrm>
        </p:spPr>
        <p:txBody>
          <a:bodyPr/>
          <a:lstStyle/>
          <a:p>
            <a:r>
              <a:rPr lang="en-US" dirty="0"/>
              <a:t>Update Signal: coeffA_t_squared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6449395-482F-4E8E-8300-9ADADF464824}"/>
              </a:ext>
            </a:extLst>
          </p:cNvPr>
          <p:cNvCxnSpPr>
            <a:cxnSpLocks/>
          </p:cNvCxnSpPr>
          <p:nvPr/>
        </p:nvCxnSpPr>
        <p:spPr>
          <a:xfrm flipV="1">
            <a:off x="9059158" y="5448692"/>
            <a:ext cx="0" cy="509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DCDA7C52-D690-C394-351E-E464472D74B9}"/>
              </a:ext>
            </a:extLst>
          </p:cNvPr>
          <p:cNvSpPr/>
          <p:nvPr/>
        </p:nvSpPr>
        <p:spPr>
          <a:xfrm>
            <a:off x="3431355" y="4754560"/>
            <a:ext cx="731520" cy="1473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3C244D-5575-8B46-B83B-01724A225CEA}"/>
              </a:ext>
            </a:extLst>
          </p:cNvPr>
          <p:cNvSpPr/>
          <p:nvPr/>
        </p:nvSpPr>
        <p:spPr>
          <a:xfrm>
            <a:off x="7786538" y="5000423"/>
            <a:ext cx="2158737" cy="4482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D5A3CB-851E-0670-8CCA-96D37B450B4E}"/>
              </a:ext>
            </a:extLst>
          </p:cNvPr>
          <p:cNvSpPr txBox="1"/>
          <p:nvPr/>
        </p:nvSpPr>
        <p:spPr>
          <a:xfrm>
            <a:off x="7654565" y="5954058"/>
            <a:ext cx="404749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3. Update Description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67F618-2F54-B7FB-19F6-67E1E8482C42}"/>
              </a:ext>
            </a:extLst>
          </p:cNvPr>
          <p:cNvSpPr txBox="1"/>
          <p:nvPr/>
        </p:nvSpPr>
        <p:spPr>
          <a:xfrm>
            <a:off x="311088" y="5954057"/>
            <a:ext cx="24054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Select signal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A080208-54B4-11CA-2BCE-4E8D20E12909}"/>
              </a:ext>
            </a:extLst>
          </p:cNvPr>
          <p:cNvCxnSpPr>
            <a:cxnSpLocks/>
          </p:cNvCxnSpPr>
          <p:nvPr/>
        </p:nvCxnSpPr>
        <p:spPr>
          <a:xfrm flipV="1">
            <a:off x="887690" y="4883087"/>
            <a:ext cx="0" cy="10709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648C6CC-0363-E437-6B5A-9B2DBE69DFE3}"/>
              </a:ext>
            </a:extLst>
          </p:cNvPr>
          <p:cNvCxnSpPr>
            <a:cxnSpLocks/>
          </p:cNvCxnSpPr>
          <p:nvPr/>
        </p:nvCxnSpPr>
        <p:spPr>
          <a:xfrm flipV="1">
            <a:off x="3651315" y="4883087"/>
            <a:ext cx="0" cy="10709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4AF6720-589F-4FAB-12F1-1214B39B70B8}"/>
              </a:ext>
            </a:extLst>
          </p:cNvPr>
          <p:cNvSpPr txBox="1"/>
          <p:nvPr/>
        </p:nvSpPr>
        <p:spPr>
          <a:xfrm>
            <a:off x="2460397" y="5954057"/>
            <a:ext cx="474887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2. Click &amp; Update fields Min, Max, &amp; Unit</a:t>
            </a:r>
          </a:p>
        </p:txBody>
      </p:sp>
    </p:spTree>
    <p:extLst>
      <p:ext uri="{BB962C8B-B14F-4D97-AF65-F5344CB8AC3E}">
        <p14:creationId xmlns:p14="http://schemas.microsoft.com/office/powerpoint/2010/main" val="168530696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790E2-E65B-B80C-A147-63BA111C9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9F20114-5DCC-1475-4122-08AE2ACB6C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17" b="63911"/>
          <a:stretch>
            <a:fillRect/>
          </a:stretch>
        </p:blipFill>
        <p:spPr>
          <a:xfrm>
            <a:off x="395288" y="2763583"/>
            <a:ext cx="11339512" cy="2799104"/>
          </a:xfrm>
          <a:prstGeom prst="rect">
            <a:avLst/>
          </a:prstGeom>
        </p:spPr>
      </p:pic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3AB71915-A146-C526-66DC-6FB8B15AE1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Step 1. Select Signal and Update remaining fields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C93CD8E-C362-2757-F2EE-007394D430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766741A6-ACA0-D8F1-362D-9DAAB5271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37203"/>
          </a:xfrm>
        </p:spPr>
        <p:txBody>
          <a:bodyPr/>
          <a:lstStyle/>
          <a:p>
            <a:r>
              <a:rPr lang="en-US" dirty="0"/>
              <a:t>Update Parameter: COEFF_C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640C4C4-5F1E-33EF-FDE4-2619408410A9}"/>
              </a:ext>
            </a:extLst>
          </p:cNvPr>
          <p:cNvCxnSpPr>
            <a:cxnSpLocks/>
          </p:cNvCxnSpPr>
          <p:nvPr/>
        </p:nvCxnSpPr>
        <p:spPr>
          <a:xfrm flipV="1">
            <a:off x="9059158" y="5448692"/>
            <a:ext cx="0" cy="509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3D400FB8-E1FD-1F18-F760-E0F42D22440B}"/>
              </a:ext>
            </a:extLst>
          </p:cNvPr>
          <p:cNvSpPr/>
          <p:nvPr/>
        </p:nvSpPr>
        <p:spPr>
          <a:xfrm>
            <a:off x="1728877" y="4889024"/>
            <a:ext cx="269602" cy="1825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B8D03F-77EF-E2EC-5F7F-9D376B1BC7ED}"/>
              </a:ext>
            </a:extLst>
          </p:cNvPr>
          <p:cNvSpPr/>
          <p:nvPr/>
        </p:nvSpPr>
        <p:spPr>
          <a:xfrm>
            <a:off x="7786538" y="5000423"/>
            <a:ext cx="2158737" cy="4482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67AAC5-39E5-8E7A-FA54-1F9EFA2911BE}"/>
              </a:ext>
            </a:extLst>
          </p:cNvPr>
          <p:cNvSpPr txBox="1"/>
          <p:nvPr/>
        </p:nvSpPr>
        <p:spPr>
          <a:xfrm>
            <a:off x="7654565" y="5954058"/>
            <a:ext cx="404749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3. Update Description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7C78AD-7483-CAEF-4D79-E579CF49D2D0}"/>
              </a:ext>
            </a:extLst>
          </p:cNvPr>
          <p:cNvSpPr txBox="1"/>
          <p:nvPr/>
        </p:nvSpPr>
        <p:spPr>
          <a:xfrm>
            <a:off x="311088" y="5954057"/>
            <a:ext cx="24054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Select Param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48E08E9-AA0C-9548-E5F5-A6E3AF8AE149}"/>
              </a:ext>
            </a:extLst>
          </p:cNvPr>
          <p:cNvCxnSpPr>
            <a:cxnSpLocks/>
          </p:cNvCxnSpPr>
          <p:nvPr/>
        </p:nvCxnSpPr>
        <p:spPr>
          <a:xfrm flipV="1">
            <a:off x="887690" y="5081047"/>
            <a:ext cx="0" cy="8730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227F04A-359A-E2E8-F408-E971BDBBA5AC}"/>
              </a:ext>
            </a:extLst>
          </p:cNvPr>
          <p:cNvCxnSpPr>
            <a:cxnSpLocks/>
          </p:cNvCxnSpPr>
          <p:nvPr/>
        </p:nvCxnSpPr>
        <p:spPr>
          <a:xfrm flipH="1" flipV="1">
            <a:off x="1998479" y="5081047"/>
            <a:ext cx="1210411" cy="8730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07B97BF-028E-0890-0058-8813E4F83744}"/>
              </a:ext>
            </a:extLst>
          </p:cNvPr>
          <p:cNvSpPr txBox="1"/>
          <p:nvPr/>
        </p:nvSpPr>
        <p:spPr>
          <a:xfrm>
            <a:off x="2460397" y="5954057"/>
            <a:ext cx="474887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2. Update Value</a:t>
            </a:r>
          </a:p>
        </p:txBody>
      </p:sp>
    </p:spTree>
    <p:extLst>
      <p:ext uri="{BB962C8B-B14F-4D97-AF65-F5344CB8AC3E}">
        <p14:creationId xmlns:p14="http://schemas.microsoft.com/office/powerpoint/2010/main" val="377701553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780D6-1783-3ED6-E82E-2B0456AB7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FA40390A-1795-0D92-664F-2D5D608FFA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40" b="65068"/>
          <a:stretch>
            <a:fillRect/>
          </a:stretch>
        </p:blipFill>
        <p:spPr>
          <a:xfrm>
            <a:off x="395288" y="2763583"/>
            <a:ext cx="11339512" cy="2706713"/>
          </a:xfrm>
          <a:prstGeom prst="rect">
            <a:avLst/>
          </a:prstGeom>
        </p:spPr>
      </p:pic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10FD9EC6-CE0E-2177-5745-6452BC2613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Step 1. Select Signal and Update remaining fields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C141BA6-76B6-48D0-D41E-E6A49D0884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7DE6ADA6-E828-9CDF-CD91-C6484DB8A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37203"/>
          </a:xfrm>
        </p:spPr>
        <p:txBody>
          <a:bodyPr/>
          <a:lstStyle/>
          <a:p>
            <a:r>
              <a:rPr lang="en-US" dirty="0"/>
              <a:t>Update Parameter: COEFF_B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3DEB42-FAF3-69E1-7F86-E712F1DB4770}"/>
              </a:ext>
            </a:extLst>
          </p:cNvPr>
          <p:cNvCxnSpPr>
            <a:cxnSpLocks/>
          </p:cNvCxnSpPr>
          <p:nvPr/>
        </p:nvCxnSpPr>
        <p:spPr>
          <a:xfrm flipV="1">
            <a:off x="9059158" y="5448692"/>
            <a:ext cx="0" cy="509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9FB3914F-5E41-E149-5FA7-4FEB2536F426}"/>
              </a:ext>
            </a:extLst>
          </p:cNvPr>
          <p:cNvSpPr/>
          <p:nvPr/>
        </p:nvSpPr>
        <p:spPr>
          <a:xfrm>
            <a:off x="1728877" y="5039856"/>
            <a:ext cx="269602" cy="1825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B3436E-0191-05F3-B621-E78CA0DE8451}"/>
              </a:ext>
            </a:extLst>
          </p:cNvPr>
          <p:cNvSpPr/>
          <p:nvPr/>
        </p:nvSpPr>
        <p:spPr>
          <a:xfrm>
            <a:off x="7786538" y="5000423"/>
            <a:ext cx="2158737" cy="4482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A3245F-0C94-6F62-31BC-A933F2D51D49}"/>
              </a:ext>
            </a:extLst>
          </p:cNvPr>
          <p:cNvSpPr txBox="1"/>
          <p:nvPr/>
        </p:nvSpPr>
        <p:spPr>
          <a:xfrm>
            <a:off x="7654565" y="5954058"/>
            <a:ext cx="404749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3. Update Description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17689D-A739-3C04-9841-8DE2D802D698}"/>
              </a:ext>
            </a:extLst>
          </p:cNvPr>
          <p:cNvSpPr txBox="1"/>
          <p:nvPr/>
        </p:nvSpPr>
        <p:spPr>
          <a:xfrm>
            <a:off x="311088" y="5954057"/>
            <a:ext cx="24054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Select Param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7A9DBDD-9257-6D5D-D541-7FA954B78A39}"/>
              </a:ext>
            </a:extLst>
          </p:cNvPr>
          <p:cNvCxnSpPr>
            <a:cxnSpLocks/>
          </p:cNvCxnSpPr>
          <p:nvPr/>
        </p:nvCxnSpPr>
        <p:spPr>
          <a:xfrm flipV="1">
            <a:off x="887690" y="5222452"/>
            <a:ext cx="0" cy="7316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7BCF120-C409-9CB4-7665-D76644B09254}"/>
              </a:ext>
            </a:extLst>
          </p:cNvPr>
          <p:cNvCxnSpPr>
            <a:cxnSpLocks/>
          </p:cNvCxnSpPr>
          <p:nvPr/>
        </p:nvCxnSpPr>
        <p:spPr>
          <a:xfrm flipH="1" flipV="1">
            <a:off x="1998479" y="5222452"/>
            <a:ext cx="1210411" cy="7316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A8CCCD6-EAFF-6C2A-B788-2E08295F7E62}"/>
              </a:ext>
            </a:extLst>
          </p:cNvPr>
          <p:cNvSpPr txBox="1"/>
          <p:nvPr/>
        </p:nvSpPr>
        <p:spPr>
          <a:xfrm>
            <a:off x="2460397" y="5954057"/>
            <a:ext cx="474887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2. Update Value</a:t>
            </a:r>
          </a:p>
        </p:txBody>
      </p:sp>
    </p:spTree>
    <p:extLst>
      <p:ext uri="{BB962C8B-B14F-4D97-AF65-F5344CB8AC3E}">
        <p14:creationId xmlns:p14="http://schemas.microsoft.com/office/powerpoint/2010/main" val="25114108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F741B-47CD-F1AF-1DE9-FED66D489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8B52207-1101-5714-956F-95A4420F05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1417" b="64925"/>
          <a:stretch>
            <a:fillRect/>
          </a:stretch>
        </p:blipFill>
        <p:spPr>
          <a:xfrm>
            <a:off x="395288" y="2763583"/>
            <a:ext cx="11339512" cy="2720457"/>
          </a:xfrm>
          <a:prstGeom prst="rect">
            <a:avLst/>
          </a:prstGeom>
        </p:spPr>
      </p:pic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8E8A8584-25D2-AA2A-41FD-00F6DDFB34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Step 1. Select Signal and Update remaining fields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E1291BB-B162-3901-2872-CE721BE4F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F444719-FB01-34EB-9359-A293D3C9A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537203"/>
          </a:xfrm>
        </p:spPr>
        <p:txBody>
          <a:bodyPr/>
          <a:lstStyle/>
          <a:p>
            <a:r>
              <a:rPr lang="en-US" dirty="0"/>
              <a:t>Update Parameter: COEFF_A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5D10063-E618-CED8-0C10-1AAB98DC6F14}"/>
              </a:ext>
            </a:extLst>
          </p:cNvPr>
          <p:cNvCxnSpPr>
            <a:cxnSpLocks/>
          </p:cNvCxnSpPr>
          <p:nvPr/>
        </p:nvCxnSpPr>
        <p:spPr>
          <a:xfrm flipV="1">
            <a:off x="9059158" y="5448692"/>
            <a:ext cx="0" cy="509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D69E84A4-7C8D-72AA-C97C-21C4FAF2E411}"/>
              </a:ext>
            </a:extLst>
          </p:cNvPr>
          <p:cNvSpPr/>
          <p:nvPr/>
        </p:nvSpPr>
        <p:spPr>
          <a:xfrm>
            <a:off x="1728877" y="5181260"/>
            <a:ext cx="269602" cy="1825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D85290-4301-D700-CC39-7224F6414321}"/>
              </a:ext>
            </a:extLst>
          </p:cNvPr>
          <p:cNvSpPr/>
          <p:nvPr/>
        </p:nvSpPr>
        <p:spPr>
          <a:xfrm>
            <a:off x="7786538" y="5000423"/>
            <a:ext cx="2158737" cy="4482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98BB86-8FC1-1E3C-D07B-0493F3AD2C22}"/>
              </a:ext>
            </a:extLst>
          </p:cNvPr>
          <p:cNvSpPr txBox="1"/>
          <p:nvPr/>
        </p:nvSpPr>
        <p:spPr>
          <a:xfrm>
            <a:off x="7654565" y="5954058"/>
            <a:ext cx="404749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3. Update Description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31F459-EF4C-CF50-718C-CFEB23B3CEEE}"/>
              </a:ext>
            </a:extLst>
          </p:cNvPr>
          <p:cNvSpPr txBox="1"/>
          <p:nvPr/>
        </p:nvSpPr>
        <p:spPr>
          <a:xfrm>
            <a:off x="311088" y="5954057"/>
            <a:ext cx="24054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1. Select Param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01F9CF4-4157-3670-341D-98B7D2383DBB}"/>
              </a:ext>
            </a:extLst>
          </p:cNvPr>
          <p:cNvCxnSpPr>
            <a:cxnSpLocks/>
          </p:cNvCxnSpPr>
          <p:nvPr/>
        </p:nvCxnSpPr>
        <p:spPr>
          <a:xfrm flipV="1">
            <a:off x="887690" y="5363856"/>
            <a:ext cx="0" cy="5902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F132E06-F006-E5E5-F18E-38B5C26C769D}"/>
              </a:ext>
            </a:extLst>
          </p:cNvPr>
          <p:cNvCxnSpPr>
            <a:cxnSpLocks/>
          </p:cNvCxnSpPr>
          <p:nvPr/>
        </p:nvCxnSpPr>
        <p:spPr>
          <a:xfrm flipH="1" flipV="1">
            <a:off x="1998479" y="5363856"/>
            <a:ext cx="1210411" cy="5902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D17DC02-0D7B-20CC-73A9-F377E0ABC06B}"/>
              </a:ext>
            </a:extLst>
          </p:cNvPr>
          <p:cNvSpPr txBox="1"/>
          <p:nvPr/>
        </p:nvSpPr>
        <p:spPr>
          <a:xfrm>
            <a:off x="2460397" y="5954057"/>
            <a:ext cx="474887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Step 2. Update Value</a:t>
            </a:r>
          </a:p>
        </p:txBody>
      </p:sp>
    </p:spTree>
    <p:extLst>
      <p:ext uri="{BB962C8B-B14F-4D97-AF65-F5344CB8AC3E}">
        <p14:creationId xmlns:p14="http://schemas.microsoft.com/office/powerpoint/2010/main" val="14914933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Content Placeholder 39">
            <a:extLst>
              <a:ext uri="{FF2B5EF4-FFF2-40B4-BE49-F238E27FC236}">
                <a16:creationId xmlns:a16="http://schemas.microsoft.com/office/drawing/2014/main" id="{70633D7F-3D78-AF7E-1369-A392671055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149" b="65788"/>
          <a:stretch>
            <a:fillRect/>
          </a:stretch>
        </p:blipFill>
        <p:spPr>
          <a:xfrm>
            <a:off x="395818" y="2222225"/>
            <a:ext cx="1829274" cy="2838448"/>
          </a:xfrm>
          <a:prstGeom prst="rect">
            <a:avLst/>
          </a:prstGeom>
        </p:spPr>
      </p:pic>
      <p:pic>
        <p:nvPicPr>
          <p:cNvPr id="52" name="Content Placeholder 51">
            <a:extLst>
              <a:ext uri="{FF2B5EF4-FFF2-40B4-BE49-F238E27FC236}">
                <a16:creationId xmlns:a16="http://schemas.microsoft.com/office/drawing/2014/main" id="{867BF82A-0AEC-FC46-55C8-6862CD5CEA8D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905" b="65212"/>
          <a:stretch>
            <a:fillRect/>
          </a:stretch>
        </p:blipFill>
        <p:spPr>
          <a:xfrm>
            <a:off x="9520960" y="2222225"/>
            <a:ext cx="1860672" cy="2876550"/>
          </a:xfrm>
          <a:prstGeom prst="rect">
            <a:avLst/>
          </a:prstGeom>
        </p:spPr>
      </p:pic>
      <p:pic>
        <p:nvPicPr>
          <p:cNvPr id="46" name="Content Placeholder 45">
            <a:extLst>
              <a:ext uri="{FF2B5EF4-FFF2-40B4-BE49-F238E27FC236}">
                <a16:creationId xmlns:a16="http://schemas.microsoft.com/office/drawing/2014/main" id="{80F4257A-BF6C-DCFC-470E-286164FC0106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820" b="47231"/>
          <a:stretch>
            <a:fillRect/>
          </a:stretch>
        </p:blipFill>
        <p:spPr>
          <a:xfrm>
            <a:off x="4228569" y="2222225"/>
            <a:ext cx="3415140" cy="4367212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99AB96A-1EB6-E7A9-B289-92E11BA9A8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28569" y="1921268"/>
            <a:ext cx="3776472" cy="365760"/>
          </a:xfrm>
        </p:spPr>
        <p:txBody>
          <a:bodyPr>
            <a:normAutofit/>
          </a:bodyPr>
          <a:lstStyle/>
          <a:p>
            <a:r>
              <a:rPr lang="en-US" dirty="0"/>
              <a:t>Step 2. Right Click &amp; Save Changes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F9F55E2-A749-39D7-6BBC-88324B1F2F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921268"/>
            <a:ext cx="3776472" cy="365760"/>
          </a:xfrm>
        </p:spPr>
        <p:txBody>
          <a:bodyPr/>
          <a:lstStyle/>
          <a:p>
            <a:r>
              <a:rPr lang="en-US" dirty="0"/>
              <a:t>Step 1. Click </a:t>
            </a:r>
            <a:r>
              <a:rPr lang="en-US" dirty="0" err="1"/>
              <a:t>polynomial_System</a:t>
            </a:r>
            <a:r>
              <a:rPr lang="en-US" dirty="0"/>
              <a:t>*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B949DF5-A370-7AE4-EC24-ED8D3E5390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Explorer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DF06266-B6CA-E30E-001F-F9FDC850D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698773" cy="884420"/>
          </a:xfrm>
        </p:spPr>
        <p:txBody>
          <a:bodyPr/>
          <a:lstStyle/>
          <a:p>
            <a:pPr fontAlgn="t">
              <a:lnSpc>
                <a:spcPct val="100000"/>
              </a:lnSpc>
              <a:buNone/>
            </a:pPr>
            <a:r>
              <a:rPr lang="en-US" dirty="0"/>
              <a:t>Save Changes made to Data Dictionary (.</a:t>
            </a:r>
            <a:r>
              <a:rPr lang="en-US" dirty="0" err="1"/>
              <a:t>sldd</a:t>
            </a:r>
            <a:r>
              <a:rPr lang="en-US" dirty="0"/>
              <a:t>)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Changes made to the data dictionary must be saved from Model Explorer. Otherwise, the changes will not be applied and may be lost.</a:t>
            </a:r>
            <a:br>
              <a:rPr lang="en-US" sz="1200" b="0" dirty="0">
                <a:solidFill>
                  <a:srgbClr val="FF0000"/>
                </a:solidFill>
              </a:rPr>
            </a:br>
            <a:r>
              <a:rPr lang="en-US" sz="1200" b="0" i="1" dirty="0">
                <a:solidFill>
                  <a:srgbClr val="FF0000"/>
                </a:solidFill>
              </a:rPr>
              <a:t>Note: Pressing </a:t>
            </a:r>
            <a:r>
              <a:rPr lang="en-US" sz="1200" i="1" dirty="0" err="1">
                <a:solidFill>
                  <a:srgbClr val="FF0000"/>
                </a:solidFill>
              </a:rPr>
              <a:t>Ctrl+S</a:t>
            </a:r>
            <a:r>
              <a:rPr lang="en-US" sz="1200" b="0" i="1" dirty="0">
                <a:solidFill>
                  <a:srgbClr val="FF0000"/>
                </a:solidFill>
              </a:rPr>
              <a:t> in Model Explorer does </a:t>
            </a:r>
            <a:r>
              <a:rPr lang="en-US" sz="1200" i="1" dirty="0">
                <a:solidFill>
                  <a:srgbClr val="FF0000"/>
                </a:solidFill>
              </a:rPr>
              <a:t>not</a:t>
            </a:r>
            <a:r>
              <a:rPr lang="en-US" sz="1200" b="0" i="1" dirty="0">
                <a:solidFill>
                  <a:srgbClr val="FF0000"/>
                </a:solidFill>
              </a:rPr>
              <a:t> save data dictionary changes. Instead, it may create a new signal or have a different action than expected. To save dictionary changes, right-click the data dictionary and select </a:t>
            </a:r>
            <a:r>
              <a:rPr lang="en-US" sz="1200" i="1" dirty="0">
                <a:solidFill>
                  <a:srgbClr val="FF0000"/>
                </a:solidFill>
              </a:rPr>
              <a:t>Save Changes</a:t>
            </a:r>
            <a:r>
              <a:rPr lang="en-US" sz="1200" b="0" i="1" dirty="0">
                <a:solidFill>
                  <a:srgbClr val="FF0000"/>
                </a:solidFill>
              </a:rPr>
              <a:t>. Yes, this behavior surprises everyone at least once.</a:t>
            </a:r>
            <a:br>
              <a:rPr lang="en-US" sz="1200" b="0" dirty="0">
                <a:solidFill>
                  <a:srgbClr val="FF0000"/>
                </a:solidFill>
              </a:rPr>
            </a:br>
            <a:endParaRPr lang="en-US" sz="1200" b="0" i="1" dirty="0">
              <a:solidFill>
                <a:srgbClr val="FF0000"/>
              </a:solidFill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3F57FF2-97AF-77A2-1B55-D74BEE48D13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62555" y="1921268"/>
            <a:ext cx="3776472" cy="365760"/>
          </a:xfrm>
        </p:spPr>
        <p:txBody>
          <a:bodyPr/>
          <a:lstStyle/>
          <a:p>
            <a:pPr algn="r"/>
            <a:r>
              <a:rPr lang="en-US" dirty="0"/>
              <a:t>Step 3. Observe Saved File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9E8407-BBF8-2717-67EC-792305C074A1}"/>
              </a:ext>
            </a:extLst>
          </p:cNvPr>
          <p:cNvSpPr txBox="1"/>
          <p:nvPr/>
        </p:nvSpPr>
        <p:spPr>
          <a:xfrm>
            <a:off x="2569110" y="4352435"/>
            <a:ext cx="1004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1. Click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00E1B59-5DF5-AFEF-1697-A2F74BEC191B}"/>
              </a:ext>
            </a:extLst>
          </p:cNvPr>
          <p:cNvCxnSpPr>
            <a:cxnSpLocks/>
          </p:cNvCxnSpPr>
          <p:nvPr/>
        </p:nvCxnSpPr>
        <p:spPr>
          <a:xfrm flipH="1">
            <a:off x="5927197" y="4544070"/>
            <a:ext cx="1764891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3C45498-EA4B-9C87-0F76-FB6247014CBF}"/>
              </a:ext>
            </a:extLst>
          </p:cNvPr>
          <p:cNvCxnSpPr>
            <a:cxnSpLocks/>
          </p:cNvCxnSpPr>
          <p:nvPr/>
        </p:nvCxnSpPr>
        <p:spPr>
          <a:xfrm flipH="1">
            <a:off x="6809642" y="5150635"/>
            <a:ext cx="88244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456E1DD-81B4-3F2C-6EBD-79DE5C786FC0}"/>
              </a:ext>
            </a:extLst>
          </p:cNvPr>
          <p:cNvSpPr txBox="1"/>
          <p:nvPr/>
        </p:nvSpPr>
        <p:spPr>
          <a:xfrm>
            <a:off x="7692088" y="4359404"/>
            <a:ext cx="1602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1. Right Click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5EC681-BC7F-0C8F-9FEE-7508C6FEF80D}"/>
              </a:ext>
            </a:extLst>
          </p:cNvPr>
          <p:cNvSpPr txBox="1"/>
          <p:nvPr/>
        </p:nvSpPr>
        <p:spPr>
          <a:xfrm>
            <a:off x="7692088" y="4965969"/>
            <a:ext cx="1602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2. Click Save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2DBBAC8-5239-E102-8F2C-612F21375684}"/>
              </a:ext>
            </a:extLst>
          </p:cNvPr>
          <p:cNvCxnSpPr>
            <a:cxnSpLocks/>
          </p:cNvCxnSpPr>
          <p:nvPr/>
        </p:nvCxnSpPr>
        <p:spPr>
          <a:xfrm flipH="1">
            <a:off x="11313384" y="4504057"/>
            <a:ext cx="54841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06955DC-3FFF-237B-17F6-499A26CC3CF8}"/>
              </a:ext>
            </a:extLst>
          </p:cNvPr>
          <p:cNvCxnSpPr>
            <a:cxnSpLocks/>
          </p:cNvCxnSpPr>
          <p:nvPr/>
        </p:nvCxnSpPr>
        <p:spPr>
          <a:xfrm flipH="1">
            <a:off x="2141842" y="4537101"/>
            <a:ext cx="45826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965638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B95F5-7676-FA21-7871-7359A9741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7">
            <a:extLst>
              <a:ext uri="{FF2B5EF4-FFF2-40B4-BE49-F238E27FC236}">
                <a16:creationId xmlns:a16="http://schemas.microsoft.com/office/drawing/2014/main" id="{7499F052-7A00-F457-A1E1-1A3F77EB5E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89480" b="88847"/>
          <a:stretch>
            <a:fillRect/>
          </a:stretch>
        </p:blipFill>
        <p:spPr>
          <a:xfrm>
            <a:off x="395816" y="2639364"/>
            <a:ext cx="5623559" cy="3204541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EC37B28-B275-3859-A599-22EF5EB7F9C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622" y="1563046"/>
            <a:ext cx="5623560" cy="365760"/>
          </a:xfrm>
        </p:spPr>
        <p:txBody>
          <a:bodyPr/>
          <a:lstStyle/>
          <a:p>
            <a:r>
              <a:rPr lang="en-US" dirty="0"/>
              <a:t>Step 2. Observe the Saved File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7FAB7E-BCF6-A3F2-7A8B-F12AFA4E3A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5"/>
            <a:ext cx="5623560" cy="622357"/>
          </a:xfrm>
        </p:spPr>
        <p:txBody>
          <a:bodyPr>
            <a:normAutofit/>
          </a:bodyPr>
          <a:lstStyle/>
          <a:p>
            <a:r>
              <a:rPr lang="en-US" dirty="0"/>
              <a:t>Step 1. Click Save (</a:t>
            </a:r>
            <a:r>
              <a:rPr lang="en-US" b="1" dirty="0"/>
              <a:t>*</a:t>
            </a:r>
            <a:r>
              <a:rPr lang="en-US" dirty="0"/>
              <a:t> indicates the file is unsaved)</a:t>
            </a:r>
          </a:p>
          <a:p>
            <a:r>
              <a:rPr lang="en-US" sz="1200" i="1" dirty="0">
                <a:solidFill>
                  <a:srgbClr val="FF0000"/>
                </a:solidFill>
              </a:rPr>
              <a:t>Note: ctrl + s will also save the document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882792-361B-0D18-9759-A41C44134E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Model Configurations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CE6114-E0E3-27C7-9C29-311E36927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Save Model File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A30A1F-56BD-7FD3-5AE8-F40BF5311838}"/>
              </a:ext>
            </a:extLst>
          </p:cNvPr>
          <p:cNvSpPr/>
          <p:nvPr/>
        </p:nvSpPr>
        <p:spPr>
          <a:xfrm>
            <a:off x="1373588" y="4823411"/>
            <a:ext cx="2493560" cy="7360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C7D9048-787C-D81D-8DCD-9981E6DAE5A5}"/>
              </a:ext>
            </a:extLst>
          </p:cNvPr>
          <p:cNvCxnSpPr>
            <a:cxnSpLocks/>
          </p:cNvCxnSpPr>
          <p:nvPr/>
        </p:nvCxnSpPr>
        <p:spPr>
          <a:xfrm flipV="1">
            <a:off x="2535611" y="5559425"/>
            <a:ext cx="0" cy="5619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351D588-A7BE-BE17-1684-370E462A34FA}"/>
              </a:ext>
            </a:extLst>
          </p:cNvPr>
          <p:cNvCxnSpPr>
            <a:cxnSpLocks/>
          </p:cNvCxnSpPr>
          <p:nvPr/>
        </p:nvCxnSpPr>
        <p:spPr>
          <a:xfrm>
            <a:off x="4045471" y="2139885"/>
            <a:ext cx="0" cy="5341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35645620-4FD8-BAD2-694A-CC884FAF4AB2}"/>
              </a:ext>
            </a:extLst>
          </p:cNvPr>
          <p:cNvSpPr/>
          <p:nvPr/>
        </p:nvSpPr>
        <p:spPr>
          <a:xfrm>
            <a:off x="3877947" y="2692986"/>
            <a:ext cx="364111" cy="5341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Content Placeholder 24">
            <a:extLst>
              <a:ext uri="{FF2B5EF4-FFF2-40B4-BE49-F238E27FC236}">
                <a16:creationId xmlns:a16="http://schemas.microsoft.com/office/drawing/2014/main" id="{8D7D1E24-5768-F8B8-8329-C0842927C927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l="45" r="89525" b="96707"/>
          <a:stretch>
            <a:fillRect/>
          </a:stretch>
        </p:blipFill>
        <p:spPr>
          <a:xfrm>
            <a:off x="6298511" y="2639364"/>
            <a:ext cx="5438405" cy="922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97093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37386-0D8C-4646-E970-73A935B7C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43CAA9-0F9B-F905-B9DA-D24FF4124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Run a simulation</a:t>
            </a:r>
          </a:p>
        </p:txBody>
      </p:sp>
    </p:spTree>
    <p:extLst>
      <p:ext uri="{BB962C8B-B14F-4D97-AF65-F5344CB8AC3E}">
        <p14:creationId xmlns:p14="http://schemas.microsoft.com/office/powerpoint/2010/main" val="194279175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83389C-A617-C504-AE55-1468D7D734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Run a simulation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122A067-03DF-2C1B-8C59-87F9DE5F0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Success in this section looks like knowing how to 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003E58-98B9-3985-D9CB-87E98C961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Run a simulation 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Run		Shortcut (CTRL+T)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Stop Time		Default Value is 10 sec</a:t>
            </a:r>
          </a:p>
        </p:txBody>
      </p:sp>
    </p:spTree>
    <p:extLst>
      <p:ext uri="{BB962C8B-B14F-4D97-AF65-F5344CB8AC3E}">
        <p14:creationId xmlns:p14="http://schemas.microsoft.com/office/powerpoint/2010/main" val="198604631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C4BC4-A1DB-1B38-CAB4-BADC98C3C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24514A-9B22-3091-29BC-822E2BF80F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 b="80208"/>
          <a:stretch>
            <a:fillRect/>
          </a:stretch>
        </p:blipFill>
        <p:spPr>
          <a:xfrm>
            <a:off x="1434022" y="2852309"/>
            <a:ext cx="9145277" cy="1945786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B90FE5B-6AB6-B891-1592-0E25D74303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Run or press CTRL+T</a:t>
            </a:r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EFD8D9D-1BEE-B792-F7DE-C63E0140A1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Run a simulation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7D32130-00E7-DC09-E4C0-A73EE327D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Simulation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02822A-F304-8B01-4947-FB746146F6D7}"/>
              </a:ext>
            </a:extLst>
          </p:cNvPr>
          <p:cNvSpPr/>
          <p:nvPr/>
        </p:nvSpPr>
        <p:spPr>
          <a:xfrm>
            <a:off x="7984502" y="3266639"/>
            <a:ext cx="499619" cy="8717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B5E592F-832E-94D7-00DC-9FC1467555A3}"/>
              </a:ext>
            </a:extLst>
          </p:cNvPr>
          <p:cNvCxnSpPr>
            <a:cxnSpLocks/>
          </p:cNvCxnSpPr>
          <p:nvPr/>
        </p:nvCxnSpPr>
        <p:spPr>
          <a:xfrm flipV="1">
            <a:off x="8238827" y="4138366"/>
            <a:ext cx="0" cy="8672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1177E5B-6CDC-D0A8-41EB-D4F31B5849ED}"/>
              </a:ext>
            </a:extLst>
          </p:cNvPr>
          <p:cNvSpPr txBox="1"/>
          <p:nvPr/>
        </p:nvSpPr>
        <p:spPr>
          <a:xfrm>
            <a:off x="7432982" y="5005633"/>
            <a:ext cx="3426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2. Click Run or press CTRL+T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1635C5E-80DC-C347-5731-89ED045577A3}"/>
              </a:ext>
            </a:extLst>
          </p:cNvPr>
          <p:cNvSpPr txBox="1"/>
          <p:nvPr/>
        </p:nvSpPr>
        <p:spPr>
          <a:xfrm>
            <a:off x="1434022" y="5005633"/>
            <a:ext cx="4449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1. Click Tab “SIMULATION”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9FB9BA6-7410-C27E-D7FD-80A42610E7F6}"/>
              </a:ext>
            </a:extLst>
          </p:cNvPr>
          <p:cNvCxnSpPr>
            <a:cxnSpLocks/>
          </p:cNvCxnSpPr>
          <p:nvPr/>
        </p:nvCxnSpPr>
        <p:spPr>
          <a:xfrm flipV="1">
            <a:off x="2178963" y="3338659"/>
            <a:ext cx="0" cy="17457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062303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61615-0473-6AF2-6A66-0254DA519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37A326D-AF3E-2ABD-F88A-B055C80E8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Data inspector</a:t>
            </a:r>
          </a:p>
        </p:txBody>
      </p:sp>
    </p:spTree>
    <p:extLst>
      <p:ext uri="{BB962C8B-B14F-4D97-AF65-F5344CB8AC3E}">
        <p14:creationId xmlns:p14="http://schemas.microsoft.com/office/powerpoint/2010/main" val="306081255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ACF9B-7E7E-7CCE-4617-016B4525D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C0EB84-73BF-1E5D-89F5-1BE34CBB1E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Data inspector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66F613-CCB4-ABE2-D716-C7974F21A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Success in this section looks like knowing how to 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A06BDD-F972-1020-18E1-375EC0A79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Use Data inspector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Graph 		Graph Data / Edit Grid / Use Cursors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Stop Time		Value is 15 sec</a:t>
            </a:r>
          </a:p>
        </p:txBody>
      </p:sp>
    </p:spTree>
    <p:extLst>
      <p:ext uri="{BB962C8B-B14F-4D97-AF65-F5344CB8AC3E}">
        <p14:creationId xmlns:p14="http://schemas.microsoft.com/office/powerpoint/2010/main" val="48241497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E810F-E35A-39FE-4074-C4CC52C17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017A1F-87D4-89CA-7FC8-5FCCBC3A60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 b="80208"/>
          <a:stretch>
            <a:fillRect/>
          </a:stretch>
        </p:blipFill>
        <p:spPr>
          <a:xfrm>
            <a:off x="1434022" y="2852309"/>
            <a:ext cx="9145277" cy="1945786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6307700-CDCE-E85D-192E-5E8C6FA946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Data Inspector</a:t>
            </a:r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B673E1E-E566-D635-06E9-BDD8F7C665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Data inspector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BD56D86-68FA-DF61-75A3-4EF54C969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613332"/>
          </a:xfrm>
        </p:spPr>
        <p:txBody>
          <a:bodyPr/>
          <a:lstStyle/>
          <a:p>
            <a:r>
              <a:rPr lang="en-US" dirty="0"/>
              <a:t>Open Data Inspector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Simulation must be run prior to opening Data inspector to observe raw values.</a:t>
            </a:r>
            <a:endParaRPr lang="en-US" sz="1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9D1CD6-33BB-C72B-0C7A-49330314B7B0}"/>
              </a:ext>
            </a:extLst>
          </p:cNvPr>
          <p:cNvSpPr/>
          <p:nvPr/>
        </p:nvSpPr>
        <p:spPr>
          <a:xfrm>
            <a:off x="9643619" y="3266639"/>
            <a:ext cx="848413" cy="8717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8459727-E430-F99D-A90C-75937C39129C}"/>
              </a:ext>
            </a:extLst>
          </p:cNvPr>
          <p:cNvCxnSpPr>
            <a:cxnSpLocks/>
          </p:cNvCxnSpPr>
          <p:nvPr/>
        </p:nvCxnSpPr>
        <p:spPr>
          <a:xfrm flipV="1">
            <a:off x="10105333" y="4138366"/>
            <a:ext cx="0" cy="8672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7F560EE-5B75-8140-AEAA-1B249351F639}"/>
              </a:ext>
            </a:extLst>
          </p:cNvPr>
          <p:cNvSpPr txBox="1"/>
          <p:nvPr/>
        </p:nvSpPr>
        <p:spPr>
          <a:xfrm>
            <a:off x="7432982" y="5005633"/>
            <a:ext cx="3426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2. Click Data Inspector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A66D39-FA0D-75D8-737A-7BFDB8F8C867}"/>
              </a:ext>
            </a:extLst>
          </p:cNvPr>
          <p:cNvSpPr txBox="1"/>
          <p:nvPr/>
        </p:nvSpPr>
        <p:spPr>
          <a:xfrm>
            <a:off x="1434022" y="5005633"/>
            <a:ext cx="4449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1. Click Tab “SIMULATION”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99EFA9C-CEF4-91C8-3688-6081ECD647BE}"/>
              </a:ext>
            </a:extLst>
          </p:cNvPr>
          <p:cNvCxnSpPr>
            <a:cxnSpLocks/>
          </p:cNvCxnSpPr>
          <p:nvPr/>
        </p:nvCxnSpPr>
        <p:spPr>
          <a:xfrm flipV="1">
            <a:off x="2178963" y="3338659"/>
            <a:ext cx="0" cy="17457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83089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1211D-CFD6-75DF-F2C5-D9A7E2333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8A921C4-F40A-66DA-0EB5-035A470C45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9489" y="1531938"/>
            <a:ext cx="8972697" cy="4822825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CAFA06D-91EF-F3A3-CBDD-0A1B7E0E20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Data inspector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9787406-0385-3789-946E-22C82F936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Data Inspector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8878222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A733B-6490-CC0E-F3B4-E1C8223E1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BD9AED-A0B9-412E-8941-7854AAD240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Data inspector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DA05A9CF-EDDC-7AB2-0676-089111F65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Cursor</a:t>
            </a:r>
            <a:endParaRPr lang="en-US" sz="12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6881158-47E0-B1EB-7C65-14A739B2B0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9489" y="1531938"/>
            <a:ext cx="8972697" cy="482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37766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6323FA09-5A4D-F5DB-DDA8-DF0724F2AD2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Click Save / Save As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C94AA0-A811-7D26-A7B7-EE86C208C6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Click Save Icon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BC959635-F12C-0753-7118-71D8222792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Data inspector</a:t>
            </a: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1372B97B-3D8C-C99E-479F-17C20DB12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Save Data Inspector File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906DF845-60F0-440A-AF10-80C117A679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Save File</a:t>
            </a:r>
          </a:p>
        </p:txBody>
      </p:sp>
      <p:pic>
        <p:nvPicPr>
          <p:cNvPr id="28" name="Content Placeholder 16">
            <a:extLst>
              <a:ext uri="{FF2B5EF4-FFF2-40B4-BE49-F238E27FC236}">
                <a16:creationId xmlns:a16="http://schemas.microsoft.com/office/drawing/2014/main" id="{DD893973-2549-BBFF-8EF0-7D4CACFAEF92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/>
          <a:srcRect r="81720" b="72255"/>
          <a:stretch>
            <a:fillRect/>
          </a:stretch>
        </p:blipFill>
        <p:spPr>
          <a:xfrm>
            <a:off x="4445675" y="2416603"/>
            <a:ext cx="3343513" cy="2727659"/>
          </a:xfrm>
          <a:prstGeom prst="rect">
            <a:avLst/>
          </a:prstGeom>
        </p:spPr>
      </p:pic>
      <p:pic>
        <p:nvPicPr>
          <p:cNvPr id="32" name="Content Placeholder 28">
            <a:extLst>
              <a:ext uri="{FF2B5EF4-FFF2-40B4-BE49-F238E27FC236}">
                <a16:creationId xmlns:a16="http://schemas.microsoft.com/office/drawing/2014/main" id="{51E0382E-4B32-08F2-C76C-FC34F47E98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89999" b="63176"/>
          <a:stretch>
            <a:fillRect/>
          </a:stretch>
        </p:blipFill>
        <p:spPr>
          <a:xfrm>
            <a:off x="1369000" y="2416603"/>
            <a:ext cx="1829238" cy="3620231"/>
          </a:xfrm>
          <a:prstGeom prst="rect">
            <a:avLst/>
          </a:prstGeom>
        </p:spPr>
      </p:pic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F7D6D3B-1311-BDAD-A20D-8889C4B2C4F7}"/>
              </a:ext>
            </a:extLst>
          </p:cNvPr>
          <p:cNvCxnSpPr>
            <a:cxnSpLocks/>
          </p:cNvCxnSpPr>
          <p:nvPr/>
        </p:nvCxnSpPr>
        <p:spPr>
          <a:xfrm>
            <a:off x="590595" y="4524866"/>
            <a:ext cx="77840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3CC5FEE-E47A-16CC-ACE8-D247B5FC37B4}"/>
              </a:ext>
            </a:extLst>
          </p:cNvPr>
          <p:cNvCxnSpPr>
            <a:cxnSpLocks/>
          </p:cNvCxnSpPr>
          <p:nvPr/>
        </p:nvCxnSpPr>
        <p:spPr>
          <a:xfrm>
            <a:off x="3667270" y="4524866"/>
            <a:ext cx="77840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40" name="Content Placeholder 36">
            <a:extLst>
              <a:ext uri="{FF2B5EF4-FFF2-40B4-BE49-F238E27FC236}">
                <a16:creationId xmlns:a16="http://schemas.microsoft.com/office/drawing/2014/main" id="{C1E61F67-C2C1-453B-4368-A61C3A7804B1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4"/>
          <a:srcRect r="67630"/>
          <a:stretch>
            <a:fillRect/>
          </a:stretch>
        </p:blipFill>
        <p:spPr>
          <a:xfrm>
            <a:off x="8696714" y="2043113"/>
            <a:ext cx="2509059" cy="4367212"/>
          </a:xfrm>
          <a:prstGeom prst="rect">
            <a:avLst/>
          </a:prstGeom>
        </p:spPr>
      </p:pic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9030FCC-14CA-80A5-2C92-B96C6A90BB18}"/>
              </a:ext>
            </a:extLst>
          </p:cNvPr>
          <p:cNvCxnSpPr>
            <a:cxnSpLocks/>
          </p:cNvCxnSpPr>
          <p:nvPr/>
        </p:nvCxnSpPr>
        <p:spPr>
          <a:xfrm>
            <a:off x="8419951" y="5299435"/>
            <a:ext cx="77840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43" name="Content Placeholder 36">
            <a:extLst>
              <a:ext uri="{FF2B5EF4-FFF2-40B4-BE49-F238E27FC236}">
                <a16:creationId xmlns:a16="http://schemas.microsoft.com/office/drawing/2014/main" id="{BFE0DABE-B113-6326-B179-383888EF2C6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7167" r="11651"/>
          <a:stretch>
            <a:fillRect/>
          </a:stretch>
        </p:blipFill>
        <p:spPr>
          <a:xfrm>
            <a:off x="11163299" y="2043113"/>
            <a:ext cx="866775" cy="4367212"/>
          </a:xfrm>
          <a:prstGeom prst="rect">
            <a:avLst/>
          </a:prstGeom>
        </p:spPr>
      </p:pic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5D148F4-998C-0941-E82F-2F30A1D25761}"/>
              </a:ext>
            </a:extLst>
          </p:cNvPr>
          <p:cNvCxnSpPr>
            <a:cxnSpLocks/>
          </p:cNvCxnSpPr>
          <p:nvPr/>
        </p:nvCxnSpPr>
        <p:spPr>
          <a:xfrm>
            <a:off x="10384894" y="6175735"/>
            <a:ext cx="77840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361043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EACA0A6-8D67-5C93-57A4-86163CA74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2AB0A80-7C1F-704F-E43A-5187837B3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blocks (Part 2)</a:t>
            </a:r>
          </a:p>
        </p:txBody>
      </p:sp>
    </p:spTree>
    <p:extLst>
      <p:ext uri="{BB962C8B-B14F-4D97-AF65-F5344CB8AC3E}">
        <p14:creationId xmlns:p14="http://schemas.microsoft.com/office/powerpoint/2010/main" val="16667754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1B13D96-71C8-50E9-2282-AAB67D3ED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86D792-7C3F-BD3F-873A-DA1F508E2B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2)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B33F52-6CEB-82FE-A393-5BC253FA9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Success in this section looks like knowing how to 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6720D3-C0E7-D971-97FF-100015D2B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Use blocks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Blocks 			Format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Signal Attributes 		View / Edit / Property Inspector</a:t>
            </a:r>
          </a:p>
        </p:txBody>
      </p:sp>
    </p:spTree>
    <p:extLst>
      <p:ext uri="{BB962C8B-B14F-4D97-AF65-F5344CB8AC3E}">
        <p14:creationId xmlns:p14="http://schemas.microsoft.com/office/powerpoint/2010/main" val="303183402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1E5F58EB-AB12-9F10-0CD7-41A8C7023A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Click Align Right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F949557-61D8-DF69-3287-F2F872416C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Select blocks &amp; then click “Format” tab</a:t>
            </a:r>
            <a:endParaRPr lang="en-US" i="1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43B67F1-CFF5-45D0-9160-5E34AA7DAE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2)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C85B7DFF-9252-4408-BA01-62BCA9A60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731520"/>
          </a:xfrm>
        </p:spPr>
        <p:txBody>
          <a:bodyPr/>
          <a:lstStyle/>
          <a:p>
            <a:r>
              <a:rPr lang="en-US" dirty="0"/>
              <a:t>Formatting Blocks – Align Left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both lines and blocks may be selected for this section </a:t>
            </a:r>
            <a:br>
              <a:rPr lang="en-US" sz="1200" b="0" i="1" dirty="0">
                <a:solidFill>
                  <a:srgbClr val="FF0000"/>
                </a:solidFill>
              </a:rPr>
            </a:br>
            <a:r>
              <a:rPr lang="en-US" sz="1200" b="0" i="1" dirty="0">
                <a:solidFill>
                  <a:srgbClr val="FF0000"/>
                </a:solidFill>
              </a:rPr>
              <a:t>Note: align commands will only affect the placement of the blocks</a:t>
            </a:r>
            <a:endParaRPr lang="en-US" sz="1400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167C471-CD75-287D-0AC0-4F96967B9AD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Step 3. Observe the blocks have been aligned</a:t>
            </a:r>
          </a:p>
        </p:txBody>
      </p:sp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081C0998-356F-3DF4-08E1-67B50615DD0B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2" r="41889" b="4045"/>
          <a:stretch>
            <a:fillRect/>
          </a:stretch>
        </p:blipFill>
        <p:spPr>
          <a:xfrm>
            <a:off x="8068518" y="2655378"/>
            <a:ext cx="4072022" cy="3877056"/>
          </a:xfrm>
          <a:prstGeom prst="rect">
            <a:avLst/>
          </a:prstGeom>
        </p:spPr>
      </p:pic>
      <p:pic>
        <p:nvPicPr>
          <p:cNvPr id="24" name="Content Placeholder 23">
            <a:extLst>
              <a:ext uri="{FF2B5EF4-FFF2-40B4-BE49-F238E27FC236}">
                <a16:creationId xmlns:a16="http://schemas.microsoft.com/office/drawing/2014/main" id="{B1E1A176-6BA8-AA9F-86E1-7000DB265D30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28" t="839" r="40728" b="4364"/>
          <a:stretch>
            <a:fillRect/>
          </a:stretch>
        </p:blipFill>
        <p:spPr>
          <a:xfrm>
            <a:off x="4564445" y="2655378"/>
            <a:ext cx="3336948" cy="3922776"/>
          </a:xfrm>
          <a:prstGeom prst="rect">
            <a:avLst/>
          </a:prstGeom>
        </p:spPr>
      </p:pic>
      <p:pic>
        <p:nvPicPr>
          <p:cNvPr id="26" name="Content Placeholder 25">
            <a:extLst>
              <a:ext uri="{FF2B5EF4-FFF2-40B4-BE49-F238E27FC236}">
                <a16:creationId xmlns:a16="http://schemas.microsoft.com/office/drawing/2014/main" id="{8396C6B5-FE57-AAA0-983B-5567F8C8BE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2" r="50242" b="4069"/>
          <a:stretch>
            <a:fillRect/>
          </a:stretch>
        </p:blipFill>
        <p:spPr>
          <a:xfrm>
            <a:off x="679525" y="2655378"/>
            <a:ext cx="3406594" cy="3877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86325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1F00FB1B-4E63-02CC-FC29-E59865ACE6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Click Property Inspector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62FEE59-A398-103E-7E00-61CE71AEE8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“MODELING” Tab and expand options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3E49E70-C9FD-BD56-AFBA-B3EBE13D37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2)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084CDC20-538F-C970-46CF-5F310B2CC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731520"/>
          </a:xfrm>
        </p:spPr>
        <p:txBody>
          <a:bodyPr/>
          <a:lstStyle/>
          <a:p>
            <a:r>
              <a:rPr lang="en-US" dirty="0"/>
              <a:t>Show Property Inspector (Method 1)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This method will force property Inspector to activate</a:t>
            </a:r>
            <a:endParaRPr lang="en-US" dirty="0"/>
          </a:p>
        </p:txBody>
      </p:sp>
      <p:pic>
        <p:nvPicPr>
          <p:cNvPr id="23" name="Content Placeholder 22">
            <a:extLst>
              <a:ext uri="{FF2B5EF4-FFF2-40B4-BE49-F238E27FC236}">
                <a16:creationId xmlns:a16="http://schemas.microsoft.com/office/drawing/2014/main" id="{DD528E1A-0AA4-441E-B8DC-13E867724A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100" y="2759075"/>
            <a:ext cx="4916887" cy="2267867"/>
          </a:xfrm>
          <a:prstGeom prst="rect">
            <a:avLst/>
          </a:prstGeom>
        </p:spPr>
      </p:pic>
      <p:pic>
        <p:nvPicPr>
          <p:cNvPr id="25" name="Content Placeholder 24">
            <a:extLst>
              <a:ext uri="{FF2B5EF4-FFF2-40B4-BE49-F238E27FC236}">
                <a16:creationId xmlns:a16="http://schemas.microsoft.com/office/drawing/2014/main" id="{636B2735-0B73-43A1-22A1-49C75DA97B14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0" t="1" r="64820" b="61920"/>
          <a:stretch>
            <a:fillRect/>
          </a:stretch>
        </p:blipFill>
        <p:spPr>
          <a:xfrm>
            <a:off x="6455968" y="2759075"/>
            <a:ext cx="4937915" cy="365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67756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04AB9AF-CC67-52CB-7E38-F80373ABE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638C17E-BE06-F0F7-F917-434733910C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Click Down Arrow and then Click Restore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777210E-CF19-3957-6812-FF4A42AD1E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1. Click Property Inspector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189C1E1-96EC-04C8-8C70-69C1C957DB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2)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9E6E70D0-E693-76E2-0392-EC9260477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8"/>
            <a:ext cx="11341099" cy="731520"/>
          </a:xfrm>
        </p:spPr>
        <p:txBody>
          <a:bodyPr/>
          <a:lstStyle/>
          <a:p>
            <a:r>
              <a:rPr lang="en-US" dirty="0"/>
              <a:t>Show Property Inspector (Method 2)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This is my preferred method</a:t>
            </a:r>
            <a:br>
              <a:rPr lang="en-US" sz="1200" b="0" i="1" dirty="0">
                <a:solidFill>
                  <a:srgbClr val="FF0000"/>
                </a:solidFill>
              </a:rPr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DEB9B9-BE26-7FF6-347C-A415EC5CEE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30" b="69098"/>
          <a:stretch>
            <a:fillRect/>
          </a:stretch>
        </p:blipFill>
        <p:spPr>
          <a:xfrm>
            <a:off x="630637" y="2759075"/>
            <a:ext cx="5153813" cy="3038833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43850D8-51CA-1F34-6A99-1178AD7DF3E2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71" b="57588"/>
          <a:stretch>
            <a:fillRect/>
          </a:stretch>
        </p:blipFill>
        <p:spPr>
          <a:xfrm>
            <a:off x="7312920" y="2759075"/>
            <a:ext cx="3224010" cy="365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79516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5225B62C-43D3-BE32-A57C-A0316060A8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88888" y="1563046"/>
            <a:ext cx="3739714" cy="365760"/>
          </a:xfrm>
        </p:spPr>
        <p:txBody>
          <a:bodyPr>
            <a:normAutofit/>
          </a:bodyPr>
          <a:lstStyle/>
          <a:p>
            <a:r>
              <a:rPr lang="en-US" dirty="0"/>
              <a:t>Step 2. Observe updated Attributes</a:t>
            </a:r>
          </a:p>
          <a:p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5E1930E-FFE5-C94C-301B-4CC8B6F025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7777220" cy="365760"/>
          </a:xfrm>
        </p:spPr>
        <p:txBody>
          <a:bodyPr/>
          <a:lstStyle/>
          <a:p>
            <a:r>
              <a:rPr lang="en-US" dirty="0"/>
              <a:t>Step 1. Click Block + Expand &amp; Edit Signal Attributes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4FAAE48-27B7-B2CC-67D0-A3EB60AFED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2)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2983A16-4B67-810F-60D6-F83A5492B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Signal Attributes (P1)</a:t>
            </a:r>
          </a:p>
        </p:txBody>
      </p:sp>
      <p:pic>
        <p:nvPicPr>
          <p:cNvPr id="24" name="Content Placeholder 23">
            <a:extLst>
              <a:ext uri="{FF2B5EF4-FFF2-40B4-BE49-F238E27FC236}">
                <a16:creationId xmlns:a16="http://schemas.microsoft.com/office/drawing/2014/main" id="{BC7398C2-2C1A-0FDE-4968-9FABEC8176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40" t="13930" r="1" b="3788"/>
          <a:stretch>
            <a:fillRect/>
          </a:stretch>
        </p:blipFill>
        <p:spPr>
          <a:xfrm>
            <a:off x="394865" y="2042464"/>
            <a:ext cx="7778173" cy="4406948"/>
          </a:xfrm>
          <a:prstGeom prst="rect">
            <a:avLst/>
          </a:prstGeom>
        </p:spPr>
      </p:pic>
      <p:pic>
        <p:nvPicPr>
          <p:cNvPr id="30" name="Content Placeholder 25">
            <a:extLst>
              <a:ext uri="{FF2B5EF4-FFF2-40B4-BE49-F238E27FC236}">
                <a16:creationId xmlns:a16="http://schemas.microsoft.com/office/drawing/2014/main" id="{2DD8CD07-1A75-9C83-51ED-745ED0A8B4A2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48" t="14389" b="53182"/>
          <a:stretch>
            <a:fillRect/>
          </a:stretch>
        </p:blipFill>
        <p:spPr>
          <a:xfrm>
            <a:off x="8598879" y="2042464"/>
            <a:ext cx="3119731" cy="318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68087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2FC9B73-8186-77CA-2C4F-3E6C10487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2070818-07A7-946A-6F88-1A4FE92E6D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88888" y="1563046"/>
            <a:ext cx="3739714" cy="365760"/>
          </a:xfrm>
        </p:spPr>
        <p:txBody>
          <a:bodyPr>
            <a:normAutofit/>
          </a:bodyPr>
          <a:lstStyle/>
          <a:p>
            <a:r>
              <a:rPr lang="en-US" dirty="0"/>
              <a:t>Step 2. Observe updated Attributes</a:t>
            </a:r>
          </a:p>
          <a:p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6C54C42-B7A2-9814-A803-0251269B70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7777220" cy="365760"/>
          </a:xfrm>
        </p:spPr>
        <p:txBody>
          <a:bodyPr/>
          <a:lstStyle/>
          <a:p>
            <a:r>
              <a:rPr lang="en-US" dirty="0"/>
              <a:t>Step 1. Click Block + Expand &amp; Edit Signal Attributes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8B17D0E-AB1B-D2C6-2051-3D70A4A256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2)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77ACF53-4432-9C3A-CC4B-1B60B2049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Signal Attributes (P1)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F8A62B2-5094-CF10-6D9C-CC2D3F4B13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83" t="13958" r="162" b="3760"/>
          <a:stretch>
            <a:fillRect/>
          </a:stretch>
        </p:blipFill>
        <p:spPr>
          <a:xfrm>
            <a:off x="536691" y="2042465"/>
            <a:ext cx="7629106" cy="4407408"/>
          </a:xfrm>
          <a:prstGeom prst="rect">
            <a:avLst/>
          </a:prstGeom>
        </p:spPr>
      </p:pic>
      <p:sp>
        <p:nvSpPr>
          <p:cNvPr id="11" name="Arrow: Up 10">
            <a:extLst>
              <a:ext uri="{FF2B5EF4-FFF2-40B4-BE49-F238E27FC236}">
                <a16:creationId xmlns:a16="http://schemas.microsoft.com/office/drawing/2014/main" id="{9D24418D-DE40-B2A6-5B14-6F22B59EB127}"/>
              </a:ext>
            </a:extLst>
          </p:cNvPr>
          <p:cNvSpPr/>
          <p:nvPr/>
        </p:nvSpPr>
        <p:spPr>
          <a:xfrm rot="5400000">
            <a:off x="249256" y="3896310"/>
            <a:ext cx="365761" cy="395289"/>
          </a:xfrm>
          <a:prstGeom prst="up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755CBB7F-160B-7C48-1523-93FBFEC72AD6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595" t="14417" b="54423"/>
          <a:stretch>
            <a:fillRect/>
          </a:stretch>
        </p:blipFill>
        <p:spPr>
          <a:xfrm>
            <a:off x="8717250" y="2042464"/>
            <a:ext cx="3001360" cy="3064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27407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258E1EFD-0830-6482-723B-E22687849F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Observe document has been saved. 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7BE9EC8-6906-DFCF-3B91-F4F690793B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Save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E1860D15-2307-2325-D36F-0EB7B79887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blocks (Part 2)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8C4F58E8-8969-BEF8-8A55-F05296827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618605"/>
          </a:xfrm>
        </p:spPr>
        <p:txBody>
          <a:bodyPr/>
          <a:lstStyle/>
          <a:p>
            <a:r>
              <a:rPr lang="en-US" dirty="0"/>
              <a:t>Save Changes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The star * was removed after the save took place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DF5A7799-20EA-66CC-EE94-07F38FF3B6B2}"/>
              </a:ext>
            </a:extLst>
          </p:cNvPr>
          <p:cNvSpPr txBox="1">
            <a:spLocks/>
          </p:cNvSpPr>
          <p:nvPr/>
        </p:nvSpPr>
        <p:spPr>
          <a:xfrm>
            <a:off x="1693758" y="392566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46" name="Content Placeholder 32">
            <a:extLst>
              <a:ext uri="{FF2B5EF4-FFF2-40B4-BE49-F238E27FC236}">
                <a16:creationId xmlns:a16="http://schemas.microsoft.com/office/drawing/2014/main" id="{F9C9106B-3752-3A01-83B6-4D3319C508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629" b="69240"/>
          <a:stretch>
            <a:fillRect/>
          </a:stretch>
        </p:blipFill>
        <p:spPr>
          <a:xfrm>
            <a:off x="1618497" y="3072265"/>
            <a:ext cx="3178093" cy="3024869"/>
          </a:xfrm>
          <a:prstGeom prst="rect">
            <a:avLst/>
          </a:prstGeom>
        </p:spPr>
      </p:pic>
      <p:pic>
        <p:nvPicPr>
          <p:cNvPr id="51" name="Content Placeholder 47">
            <a:extLst>
              <a:ext uri="{FF2B5EF4-FFF2-40B4-BE49-F238E27FC236}">
                <a16:creationId xmlns:a16="http://schemas.microsoft.com/office/drawing/2014/main" id="{61792BC4-858F-1D94-711A-94CE5A955E3F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050" b="94745"/>
          <a:stretch>
            <a:fillRect/>
          </a:stretch>
        </p:blipFill>
        <p:spPr>
          <a:xfrm>
            <a:off x="8106206" y="3072265"/>
            <a:ext cx="1637438" cy="516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45473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2DCC330-69EE-DC99-DCFC-7FD70D540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572BC1A-DB9B-68D8-3A6B-F142B1BE3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Requirements editor</a:t>
            </a:r>
          </a:p>
        </p:txBody>
      </p:sp>
    </p:spTree>
    <p:extLst>
      <p:ext uri="{BB962C8B-B14F-4D97-AF65-F5344CB8AC3E}">
        <p14:creationId xmlns:p14="http://schemas.microsoft.com/office/powerpoint/2010/main" val="325606017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8B48144-57EC-1458-1606-4C98557D7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C0BE4D-B92E-6D80-D171-FA3629F452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Requirements Editor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E0CF31-390F-F5DA-1165-6F778B388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Success in this section looks like knowing how to 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6EBED-8FA3-9224-1225-B775CE301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Use Requirements Editor 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Use Requirements editor(</a:t>
            </a:r>
            <a:r>
              <a:rPr lang="en-US" sz="1800" i="1" dirty="0" err="1"/>
              <a:t>slreqx</a:t>
            </a:r>
            <a:r>
              <a:rPr lang="en-US" sz="1800" i="1" dirty="0"/>
              <a:t>)	Create / View / Edit / Link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Use Requirements Manager 		Create / View / Edit / Link</a:t>
            </a:r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685800" lvl="1" indent="-228600" ea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1800" i="1" dirty="0"/>
          </a:p>
        </p:txBody>
      </p:sp>
    </p:spTree>
    <p:extLst>
      <p:ext uri="{BB962C8B-B14F-4D97-AF65-F5344CB8AC3E}">
        <p14:creationId xmlns:p14="http://schemas.microsoft.com/office/powerpoint/2010/main" val="1169982102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31A7B1C-EA06-AB47-451F-BB7583189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B6342A20-A8F9-494C-3F85-026EC3877B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483206"/>
            <a:ext cx="11338560" cy="731520"/>
          </a:xfrm>
        </p:spPr>
        <p:txBody>
          <a:bodyPr/>
          <a:lstStyle/>
          <a:p>
            <a:r>
              <a:rPr lang="en-US" dirty="0"/>
              <a:t>Step 1. Click “APPS” tab and click down arrow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B906BB-AF11-667F-183C-8015E40010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Requirements Editor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54B7C565-080D-DA00-EAF7-FB2FAD9B4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Requirements Editor</a:t>
            </a:r>
          </a:p>
        </p:txBody>
      </p:sp>
      <p:pic>
        <p:nvPicPr>
          <p:cNvPr id="15" name="Content Placeholder 3">
            <a:extLst>
              <a:ext uri="{FF2B5EF4-FFF2-40B4-BE49-F238E27FC236}">
                <a16:creationId xmlns:a16="http://schemas.microsoft.com/office/drawing/2014/main" id="{1677A787-35BC-718A-F349-809DC49D86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6887" b="71002"/>
          <a:stretch>
            <a:fillRect/>
          </a:stretch>
        </p:blipFill>
        <p:spPr>
          <a:xfrm>
            <a:off x="395288" y="1820902"/>
            <a:ext cx="11339512" cy="2126531"/>
          </a:xfrm>
          <a:prstGeom prst="rect">
            <a:avLst/>
          </a:prstGeom>
        </p:spPr>
      </p:pic>
      <p:sp>
        <p:nvSpPr>
          <p:cNvPr id="18" name="Text Placeholder 44">
            <a:extLst>
              <a:ext uri="{FF2B5EF4-FFF2-40B4-BE49-F238E27FC236}">
                <a16:creationId xmlns:a16="http://schemas.microsoft.com/office/drawing/2014/main" id="{950E66E6-AEC8-A4AB-6834-B0E26BBF8149}"/>
              </a:ext>
            </a:extLst>
          </p:cNvPr>
          <p:cNvSpPr txBox="1">
            <a:spLocks/>
          </p:cNvSpPr>
          <p:nvPr/>
        </p:nvSpPr>
        <p:spPr>
          <a:xfrm>
            <a:off x="395396" y="4096002"/>
            <a:ext cx="5587437" cy="29369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kern="120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Step 2. Click “Requirements Editor”</a:t>
            </a:r>
          </a:p>
        </p:txBody>
      </p:sp>
      <p:pic>
        <p:nvPicPr>
          <p:cNvPr id="20" name="Content Placeholder 3">
            <a:extLst>
              <a:ext uri="{FF2B5EF4-FFF2-40B4-BE49-F238E27FC236}">
                <a16:creationId xmlns:a16="http://schemas.microsoft.com/office/drawing/2014/main" id="{43FF6ECB-E2E5-A5A7-8B92-8F75B230A4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50" t="46052" r="62126" b="34702"/>
          <a:stretch>
            <a:fillRect/>
          </a:stretch>
        </p:blipFill>
        <p:spPr>
          <a:xfrm>
            <a:off x="270279" y="4467225"/>
            <a:ext cx="5712554" cy="189266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A2F4268-591F-A9A0-E948-701964A9A6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81057" b="83244"/>
          <a:stretch>
            <a:fillRect/>
          </a:stretch>
        </p:blipFill>
        <p:spPr>
          <a:xfrm>
            <a:off x="6423263" y="4389695"/>
            <a:ext cx="4144185" cy="1970197"/>
          </a:xfrm>
          <a:prstGeom prst="rect">
            <a:avLst/>
          </a:prstGeom>
        </p:spPr>
      </p:pic>
      <p:sp>
        <p:nvSpPr>
          <p:cNvPr id="28" name="Text Placeholder 44">
            <a:extLst>
              <a:ext uri="{FF2B5EF4-FFF2-40B4-BE49-F238E27FC236}">
                <a16:creationId xmlns:a16="http://schemas.microsoft.com/office/drawing/2014/main" id="{24CBE015-03DA-550D-31A4-00BEF898AA1E}"/>
              </a:ext>
            </a:extLst>
          </p:cNvPr>
          <p:cNvSpPr txBox="1">
            <a:spLocks/>
          </p:cNvSpPr>
          <p:nvPr/>
        </p:nvSpPr>
        <p:spPr>
          <a:xfrm>
            <a:off x="6423263" y="4096001"/>
            <a:ext cx="5587437" cy="29369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kern="120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Step 3. Observe “Requirements Editor” was opened.</a:t>
            </a:r>
          </a:p>
        </p:txBody>
      </p:sp>
    </p:spTree>
    <p:extLst>
      <p:ext uri="{BB962C8B-B14F-4D97-AF65-F5344CB8AC3E}">
        <p14:creationId xmlns:p14="http://schemas.microsoft.com/office/powerpoint/2010/main" val="179596106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F7F1AEE-4946-AE50-9B9D-41677D3D8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A289BEEE-5780-F49F-6CD5-8736B50EC7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28569" y="1563046"/>
            <a:ext cx="3776472" cy="36576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Step 2. Enter file Name “</a:t>
            </a:r>
            <a:r>
              <a:rPr lang="en-US" dirty="0" err="1"/>
              <a:t>sampleHLR</a:t>
            </a:r>
            <a:r>
              <a:rPr lang="en-US" dirty="0"/>
              <a:t>” and click “Save”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0F3D363-4FAA-4308-9311-D5DFA48F16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563046"/>
            <a:ext cx="3776472" cy="365760"/>
          </a:xfrm>
        </p:spPr>
        <p:txBody>
          <a:bodyPr/>
          <a:lstStyle/>
          <a:p>
            <a:r>
              <a:rPr lang="en-US" dirty="0"/>
              <a:t>Step 1. Click New Requirement 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202DA-B884-088F-C13C-A02BAEBB3E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Requirements Editor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840FA0-D8AA-D615-681A-5CE9E78EB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High Level Requirements (HLR) File (.</a:t>
            </a:r>
            <a:r>
              <a:rPr lang="en-US" dirty="0" err="1"/>
              <a:t>slreqx</a:t>
            </a:r>
            <a:r>
              <a:rPr lang="en-US" dirty="0"/>
              <a:t>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8CED17-5F20-5516-5459-B12F8BF3AC9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62555" y="1563046"/>
            <a:ext cx="3776472" cy="36576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Step 3. Observe newly added requirements File.</a:t>
            </a:r>
          </a:p>
          <a:p>
            <a:endParaRPr lang="en-US" dirty="0"/>
          </a:p>
        </p:txBody>
      </p:sp>
      <p:pic>
        <p:nvPicPr>
          <p:cNvPr id="8" name="Content Placeholder 8">
            <a:extLst>
              <a:ext uri="{FF2B5EF4-FFF2-40B4-BE49-F238E27FC236}">
                <a16:creationId xmlns:a16="http://schemas.microsoft.com/office/drawing/2014/main" id="{F3EE34E6-3FF1-4B63-4AAA-0CED17234B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78703" b="72247"/>
          <a:stretch>
            <a:fillRect/>
          </a:stretch>
        </p:blipFill>
        <p:spPr>
          <a:xfrm>
            <a:off x="395288" y="2043113"/>
            <a:ext cx="3776662" cy="2645319"/>
          </a:xfrm>
          <a:prstGeom prst="rect">
            <a:avLst/>
          </a:prstGeom>
        </p:spPr>
      </p:pic>
      <p:pic>
        <p:nvPicPr>
          <p:cNvPr id="14" name="Content Placeholder 8">
            <a:extLst>
              <a:ext uri="{FF2B5EF4-FFF2-40B4-BE49-F238E27FC236}">
                <a16:creationId xmlns:a16="http://schemas.microsoft.com/office/drawing/2014/main" id="{31E2D22C-45D7-45DE-7781-25C775C2204C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/>
          <a:srcRect l="20486" t="24938" r="57728" b="23708"/>
          <a:stretch>
            <a:fillRect/>
          </a:stretch>
        </p:blipFill>
        <p:spPr>
          <a:xfrm>
            <a:off x="4393980" y="2043113"/>
            <a:ext cx="3446902" cy="4367212"/>
          </a:xfrm>
          <a:prstGeom prst="rect">
            <a:avLst/>
          </a:prstGeom>
        </p:spPr>
      </p:pic>
      <p:pic>
        <p:nvPicPr>
          <p:cNvPr id="18" name="Content Placeholder 14">
            <a:extLst>
              <a:ext uri="{FF2B5EF4-FFF2-40B4-BE49-F238E27FC236}">
                <a16:creationId xmlns:a16="http://schemas.microsoft.com/office/drawing/2014/main" id="{A4071EDB-90C3-7446-C99F-E50E56D7D834}"/>
              </a:ext>
            </a:extLst>
          </p:cNvPr>
          <p:cNvPicPr>
            <a:picLocks noGrp="1" noChangeAspect="1"/>
          </p:cNvPicPr>
          <p:nvPr>
            <p:ph idx="17"/>
          </p:nvPr>
        </p:nvPicPr>
        <p:blipFill>
          <a:blip r:embed="rId3"/>
          <a:srcRect r="80610" b="75675"/>
          <a:stretch>
            <a:fillRect/>
          </a:stretch>
        </p:blipFill>
        <p:spPr>
          <a:xfrm>
            <a:off x="8177505" y="2043113"/>
            <a:ext cx="3547477" cy="239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55260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A6F2DD61-0840-4963-7F4A-A64DF0DCFB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60352" y="1563046"/>
            <a:ext cx="4031648" cy="36576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Step 2. Observe Newly added Requirement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5852E0C-87FF-3EE9-8995-E805BD886C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7" y="1563046"/>
            <a:ext cx="7638273" cy="365760"/>
          </a:xfrm>
        </p:spPr>
        <p:txBody>
          <a:bodyPr/>
          <a:lstStyle/>
          <a:p>
            <a:r>
              <a:rPr lang="en-US" dirty="0"/>
              <a:t>Step 1. Right Click and Add Requirement.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11D04A7-50FE-5BDF-16FA-FE8BECE087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Requirements Editor</a:t>
            </a: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83709A2F-571A-5E7D-79E4-742BA7AD2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New Requirement Parent Requirement</a:t>
            </a:r>
          </a:p>
        </p:txBody>
      </p:sp>
      <p:pic>
        <p:nvPicPr>
          <p:cNvPr id="31" name="Content Placeholder 12">
            <a:extLst>
              <a:ext uri="{FF2B5EF4-FFF2-40B4-BE49-F238E27FC236}">
                <a16:creationId xmlns:a16="http://schemas.microsoft.com/office/drawing/2014/main" id="{3946A866-FAC5-8FEC-60DF-C5C6782657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6582" b="71277"/>
          <a:stretch>
            <a:fillRect/>
          </a:stretch>
        </p:blipFill>
        <p:spPr>
          <a:xfrm>
            <a:off x="0" y="2955423"/>
            <a:ext cx="8034091" cy="2321974"/>
          </a:xfrm>
          <a:prstGeom prst="rect">
            <a:avLst/>
          </a:prstGeom>
        </p:spPr>
      </p:pic>
      <p:pic>
        <p:nvPicPr>
          <p:cNvPr id="36" name="Content Placeholder 32">
            <a:extLst>
              <a:ext uri="{FF2B5EF4-FFF2-40B4-BE49-F238E27FC236}">
                <a16:creationId xmlns:a16="http://schemas.microsoft.com/office/drawing/2014/main" id="{184745B6-BD68-1BF7-2469-01121CF0EE34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r="77287" b="76394"/>
          <a:stretch>
            <a:fillRect/>
          </a:stretch>
        </p:blipFill>
        <p:spPr>
          <a:xfrm>
            <a:off x="8160352" y="2955423"/>
            <a:ext cx="3701449" cy="2067750"/>
          </a:xfrm>
          <a:prstGeom prst="rect">
            <a:avLst/>
          </a:prstGeom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CCCA021-2882-28D6-4A1A-3465AA45DC88}"/>
              </a:ext>
            </a:extLst>
          </p:cNvPr>
          <p:cNvCxnSpPr/>
          <p:nvPr/>
        </p:nvCxnSpPr>
        <p:spPr>
          <a:xfrm flipH="1">
            <a:off x="10114961" y="4685121"/>
            <a:ext cx="104637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7717954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2190E52-9434-57BB-F752-AFF19C09D21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Update Properties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59CF0E-6998-E879-3C2C-ABD9258644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Requirement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5641E7-A253-41FD-81F9-455DE13D85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Requirements Editor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16483-5E7B-24AE-99D3-D1E8787A4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Requirement (Part 1)</a:t>
            </a:r>
          </a:p>
        </p:txBody>
      </p:sp>
      <p:pic>
        <p:nvPicPr>
          <p:cNvPr id="11" name="Content Placeholder 7">
            <a:extLst>
              <a:ext uri="{FF2B5EF4-FFF2-40B4-BE49-F238E27FC236}">
                <a16:creationId xmlns:a16="http://schemas.microsoft.com/office/drawing/2014/main" id="{2BF5B023-600C-A9BA-DE7C-66BE5B4426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57921" b="76387"/>
          <a:stretch>
            <a:fillRect/>
          </a:stretch>
        </p:blipFill>
        <p:spPr>
          <a:xfrm>
            <a:off x="395288" y="2042465"/>
            <a:ext cx="5624512" cy="1696481"/>
          </a:xfrm>
          <a:prstGeom prst="rect">
            <a:avLst/>
          </a:prstGeom>
        </p:spPr>
      </p:pic>
      <p:pic>
        <p:nvPicPr>
          <p:cNvPr id="19" name="Content Placeholder 12">
            <a:extLst>
              <a:ext uri="{FF2B5EF4-FFF2-40B4-BE49-F238E27FC236}">
                <a16:creationId xmlns:a16="http://schemas.microsoft.com/office/drawing/2014/main" id="{A33A0271-9AF2-C785-7929-22FBE7F7A30B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26" b="55107"/>
          <a:stretch>
            <a:fillRect/>
          </a:stretch>
        </p:blipFill>
        <p:spPr>
          <a:xfrm>
            <a:off x="6066367" y="2042464"/>
            <a:ext cx="4768076" cy="325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362809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019237E-7DB5-BC5A-C2E0-1ABD0C74D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E23302-B7C4-58D1-7647-62909E875C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3356" y="1563046"/>
            <a:ext cx="5623560" cy="365760"/>
          </a:xfrm>
        </p:spPr>
        <p:txBody>
          <a:bodyPr/>
          <a:lstStyle/>
          <a:p>
            <a:r>
              <a:rPr lang="en-US" dirty="0"/>
              <a:t>Step 2. Observe Updated Properties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B63020-6A21-CCD7-9956-0B9E31C29C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Requirement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EBEACD-DEE9-8156-1943-C1C8FD83DC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Requirements Editor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F4D2B03-1E02-3734-B087-B25B3661A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Requirement (Part 2) </a:t>
            </a: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F15FEA19-A5D3-5821-55A2-3A90F1C9EC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552" b="76432"/>
          <a:stretch>
            <a:fillRect/>
          </a:stretch>
        </p:blipFill>
        <p:spPr>
          <a:xfrm>
            <a:off x="395287" y="2042464"/>
            <a:ext cx="5623561" cy="1678252"/>
          </a:xfrm>
          <a:prstGeom prst="rect">
            <a:avLst/>
          </a:prstGeom>
        </p:spPr>
      </p:pic>
      <p:pic>
        <p:nvPicPr>
          <p:cNvPr id="27" name="Content Placeholder 26">
            <a:extLst>
              <a:ext uri="{FF2B5EF4-FFF2-40B4-BE49-F238E27FC236}">
                <a16:creationId xmlns:a16="http://schemas.microsoft.com/office/drawing/2014/main" id="{BF315EE3-7344-6CDD-418E-9DD62587CD4C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57" r="14917" b="45548"/>
          <a:stretch>
            <a:fillRect/>
          </a:stretch>
        </p:blipFill>
        <p:spPr>
          <a:xfrm>
            <a:off x="6113356" y="2024259"/>
            <a:ext cx="2787271" cy="378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775451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244011D-23DB-789B-03F0-D6D78CD29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47076784-3874-446A-3243-62FDC1733060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975" b="76001"/>
          <a:stretch>
            <a:fillRect/>
          </a:stretch>
        </p:blipFill>
        <p:spPr>
          <a:xfrm>
            <a:off x="8197178" y="2955423"/>
            <a:ext cx="2948577" cy="1899378"/>
          </a:xfrm>
          <a:prstGeom prst="rect">
            <a:avLst/>
          </a:prstGeom>
        </p:spPr>
      </p:pic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7DFE3121-C26D-4128-764C-BFC7C32C7F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60352" y="1563046"/>
            <a:ext cx="4031648" cy="36576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Step 2. Observe Newly added Requirement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1C13532F-399E-1933-C50D-2D92CB8DC8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7" y="1563046"/>
            <a:ext cx="7638273" cy="365760"/>
          </a:xfrm>
        </p:spPr>
        <p:txBody>
          <a:bodyPr/>
          <a:lstStyle/>
          <a:p>
            <a:r>
              <a:rPr lang="en-US" dirty="0"/>
              <a:t>Step 1. Right Click and Add Requirement.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C3951C0E-7D5B-60E6-E2A5-944B5AEBAB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Requirements Editor</a:t>
            </a: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55C7FAAA-B372-1F93-4337-CF862C4B2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New Requirement Parent Requirement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85D7A88-4268-FC57-FE15-85F2D017EDAF}"/>
              </a:ext>
            </a:extLst>
          </p:cNvPr>
          <p:cNvCxnSpPr/>
          <p:nvPr/>
        </p:nvCxnSpPr>
        <p:spPr>
          <a:xfrm flipH="1">
            <a:off x="10114961" y="4685121"/>
            <a:ext cx="104637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BA39D57-5F03-B8C0-F69A-7ED2406C00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521" b="62385"/>
          <a:stretch>
            <a:fillRect/>
          </a:stretch>
        </p:blipFill>
        <p:spPr>
          <a:xfrm>
            <a:off x="15511" y="2955423"/>
            <a:ext cx="8032275" cy="255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87577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21E25AE-8D70-54D5-503C-FE89B1119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11F99400-2802-CD03-B25A-E05AA7AC5C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334" b="72893"/>
          <a:stretch>
            <a:fillRect/>
          </a:stretch>
        </p:blipFill>
        <p:spPr>
          <a:xfrm>
            <a:off x="395287" y="2042465"/>
            <a:ext cx="5623561" cy="1794244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D1D35CA-A942-3627-4861-BC5C623A68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3356" y="1563046"/>
            <a:ext cx="5623560" cy="365760"/>
          </a:xfrm>
        </p:spPr>
        <p:txBody>
          <a:bodyPr/>
          <a:lstStyle/>
          <a:p>
            <a:r>
              <a:rPr lang="en-US" dirty="0"/>
              <a:t>Step 2. Observe Updated Properties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CDD75-683D-E108-16B9-7E06D0B8EE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Child Requirement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A6F03B-A77B-5685-0EDD-43C7F8DF83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Requirements Editor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4C44321-2E52-F71E-CF9E-EC3D8E05E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Child Requirement (Part 1) 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EEF8A6C5-BCA3-1412-6D13-F5FCD5FA80CE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330" b="57732"/>
          <a:stretch>
            <a:fillRect/>
          </a:stretch>
        </p:blipFill>
        <p:spPr>
          <a:xfrm>
            <a:off x="6113463" y="2042465"/>
            <a:ext cx="4889127" cy="3113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0090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C31F732-8EE0-EC2C-8F1F-002AF1F48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Content Placeholder 24">
            <a:extLst>
              <a:ext uri="{FF2B5EF4-FFF2-40B4-BE49-F238E27FC236}">
                <a16:creationId xmlns:a16="http://schemas.microsoft.com/office/drawing/2014/main" id="{8C708396-8DD3-FE17-726B-2F666C43F6BC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170" r="12474" b="47663"/>
          <a:stretch>
            <a:fillRect/>
          </a:stretch>
        </p:blipFill>
        <p:spPr>
          <a:xfrm>
            <a:off x="6113357" y="2042466"/>
            <a:ext cx="3340882" cy="3858713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8F942AF-3C40-11F3-F7C3-D462C4A45A9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13356" y="1563046"/>
            <a:ext cx="5623560" cy="365760"/>
          </a:xfrm>
        </p:spPr>
        <p:txBody>
          <a:bodyPr/>
          <a:lstStyle/>
          <a:p>
            <a:r>
              <a:rPr lang="en-US" dirty="0"/>
              <a:t>Step 2. Observe Updated Properties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92E10A-C2AC-368D-8F33-ADE83420D0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Child Requirement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9907B-7A87-15D2-2047-CEBE922205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Requirements Editor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D78295D-7177-0EAE-F30D-A45E0064F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Child Requirement (Part 2) </a:t>
            </a: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C871BD5F-FBE9-244D-A187-F3713D6719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851" b="74562"/>
          <a:stretch>
            <a:fillRect/>
          </a:stretch>
        </p:blipFill>
        <p:spPr>
          <a:xfrm>
            <a:off x="538255" y="2042466"/>
            <a:ext cx="3779221" cy="177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32617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47A86C-AE02-A30D-4261-BEA47B3249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Step 2. Click Block “</a:t>
            </a:r>
            <a:r>
              <a:rPr lang="en-US" dirty="0" err="1"/>
              <a:t>prodBlkC</a:t>
            </a:r>
            <a:r>
              <a:rPr lang="en-US" dirty="0"/>
              <a:t>” and Click Link to Selection in Requirements Browser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97D2D-0403-610C-FEA8-38E6CF2F10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Ensure “Functional C” is selected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D41009-FDA6-A67B-99EC-3BFF866D08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Requirements Editor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B328E7A-5094-B92A-2993-9149E067C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 Child Requirement To Block (Part 1A)</a:t>
            </a:r>
          </a:p>
        </p:txBody>
      </p:sp>
      <p:pic>
        <p:nvPicPr>
          <p:cNvPr id="11" name="Content Placeholder 7">
            <a:extLst>
              <a:ext uri="{FF2B5EF4-FFF2-40B4-BE49-F238E27FC236}">
                <a16:creationId xmlns:a16="http://schemas.microsoft.com/office/drawing/2014/main" id="{FBE3D09B-44E2-9A79-C12F-4BB3289C28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67474" b="72879"/>
          <a:stretch>
            <a:fillRect/>
          </a:stretch>
        </p:blipFill>
        <p:spPr>
          <a:xfrm>
            <a:off x="395288" y="2042465"/>
            <a:ext cx="5624512" cy="25207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Content Placeholder 11">
            <a:extLst>
              <a:ext uri="{FF2B5EF4-FFF2-40B4-BE49-F238E27FC236}">
                <a16:creationId xmlns:a16="http://schemas.microsoft.com/office/drawing/2014/main" id="{6C3C816D-91F1-33E3-9F6E-05D6F1082B3E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l="45515" t="32417" r="6203"/>
          <a:stretch>
            <a:fillRect/>
          </a:stretch>
        </p:blipFill>
        <p:spPr>
          <a:xfrm>
            <a:off x="6113356" y="2024301"/>
            <a:ext cx="5858578" cy="44078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79886499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F9F3B034-71B6-5D77-73B6-F7A1B3625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 Child Requirement To Block (Part 2A)</a:t>
            </a:r>
          </a:p>
        </p:txBody>
      </p:sp>
      <p:pic>
        <p:nvPicPr>
          <p:cNvPr id="21" name="Content Placeholder 14">
            <a:extLst>
              <a:ext uri="{FF2B5EF4-FFF2-40B4-BE49-F238E27FC236}">
                <a16:creationId xmlns:a16="http://schemas.microsoft.com/office/drawing/2014/main" id="{9A7799B6-3C9B-1886-1734-9D8C2AAFE5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3963" t="16339" b="60665"/>
          <a:stretch>
            <a:fillRect/>
          </a:stretch>
        </p:blipFill>
        <p:spPr>
          <a:xfrm>
            <a:off x="1622468" y="1822517"/>
            <a:ext cx="10200138" cy="2249864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16F8343-1815-5B40-63AE-86CC9641B2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Requirements Editor</a:t>
            </a:r>
          </a:p>
        </p:txBody>
      </p:sp>
      <p:pic>
        <p:nvPicPr>
          <p:cNvPr id="24" name="Content Placeholder 14">
            <a:extLst>
              <a:ext uri="{FF2B5EF4-FFF2-40B4-BE49-F238E27FC236}">
                <a16:creationId xmlns:a16="http://schemas.microsoft.com/office/drawing/2014/main" id="{5F12C6C4-B0CB-0E74-9D07-FE62418DB3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963" t="75543" b="-172"/>
          <a:stretch>
            <a:fillRect/>
          </a:stretch>
        </p:blipFill>
        <p:spPr>
          <a:xfrm>
            <a:off x="1622466" y="4076050"/>
            <a:ext cx="10200139" cy="2409592"/>
          </a:xfrm>
          <a:prstGeom prst="rect">
            <a:avLst/>
          </a:prstGeom>
        </p:spPr>
      </p:pic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205519CD-138A-7DAD-5DDD-B83091C18998}"/>
              </a:ext>
            </a:extLst>
          </p:cNvPr>
          <p:cNvSpPr txBox="1">
            <a:spLocks/>
          </p:cNvSpPr>
          <p:nvPr/>
        </p:nvSpPr>
        <p:spPr>
          <a:xfrm>
            <a:off x="395818" y="1440495"/>
            <a:ext cx="10606652" cy="3657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Step 1. Observe Block has been linked to Child Requirement</a:t>
            </a:r>
          </a:p>
        </p:txBody>
      </p:sp>
      <p:pic>
        <p:nvPicPr>
          <p:cNvPr id="27" name="Content Placeholder 14">
            <a:extLst>
              <a:ext uri="{FF2B5EF4-FFF2-40B4-BE49-F238E27FC236}">
                <a16:creationId xmlns:a16="http://schemas.microsoft.com/office/drawing/2014/main" id="{4616B525-3BB8-6240-CFD4-D28AECDD52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" t="16339" r="72748" b="60665"/>
          <a:stretch>
            <a:fillRect/>
          </a:stretch>
        </p:blipFill>
        <p:spPr>
          <a:xfrm>
            <a:off x="369615" y="1822517"/>
            <a:ext cx="4943476" cy="2249864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3CA28DFD-B5F5-A6A5-F202-53219262BB4C}"/>
              </a:ext>
            </a:extLst>
          </p:cNvPr>
          <p:cNvSpPr/>
          <p:nvPr/>
        </p:nvSpPr>
        <p:spPr>
          <a:xfrm>
            <a:off x="369615" y="1806255"/>
            <a:ext cx="11452770" cy="467938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785582670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6C83EF1-7680-3A74-0554-16F539C96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FB0D0C2-0F26-879F-B863-D54610DDB8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Step 2. Select Blocks “</a:t>
            </a:r>
            <a:r>
              <a:rPr lang="en-US" dirty="0" err="1"/>
              <a:t>constBlkA</a:t>
            </a:r>
            <a:r>
              <a:rPr lang="en-US" dirty="0"/>
              <a:t>” &amp; “</a:t>
            </a:r>
            <a:r>
              <a:rPr lang="en-US" dirty="0" err="1"/>
              <a:t>constBlkB</a:t>
            </a:r>
            <a:r>
              <a:rPr lang="en-US" dirty="0"/>
              <a:t>” &amp; Click “Link to Selection in Requirements Browser”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C5650C-ECE5-3D48-11BF-209F7FD5F7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Ensure “Functional C” is selected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AB3690-F3DE-B854-422F-1076566BA0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Requirements Editor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50D364A-AE01-A5C2-B2D9-E181610DB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 Child Requirement To Block (Part 1B)</a:t>
            </a:r>
          </a:p>
        </p:txBody>
      </p:sp>
      <p:pic>
        <p:nvPicPr>
          <p:cNvPr id="11" name="Content Placeholder 7">
            <a:extLst>
              <a:ext uri="{FF2B5EF4-FFF2-40B4-BE49-F238E27FC236}">
                <a16:creationId xmlns:a16="http://schemas.microsoft.com/office/drawing/2014/main" id="{F41DB0E7-6DB0-A327-F819-9B393B6A22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67474" b="72879"/>
          <a:stretch>
            <a:fillRect/>
          </a:stretch>
        </p:blipFill>
        <p:spPr>
          <a:xfrm>
            <a:off x="395288" y="2042465"/>
            <a:ext cx="5624512" cy="25207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5" name="Content Placeholder 21">
            <a:extLst>
              <a:ext uri="{FF2B5EF4-FFF2-40B4-BE49-F238E27FC236}">
                <a16:creationId xmlns:a16="http://schemas.microsoft.com/office/drawing/2014/main" id="{F827A51A-2C65-41A3-65E5-1284DE69860B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/>
          <a:srcRect l="19863" t="23605" r="30680" b="19019"/>
          <a:stretch>
            <a:fillRect/>
          </a:stretch>
        </p:blipFill>
        <p:spPr>
          <a:xfrm>
            <a:off x="6113463" y="2042465"/>
            <a:ext cx="6078537" cy="379037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68906985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B698B68-21D0-1E9A-5B97-A126EB64E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454ED0-9EC9-2315-F525-26C1DF5F9E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59" t="74531" b="2434"/>
          <a:stretch>
            <a:fillRect/>
          </a:stretch>
        </p:blipFill>
        <p:spPr>
          <a:xfrm>
            <a:off x="1664406" y="4072382"/>
            <a:ext cx="10165599" cy="2266128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77C61AFC-D96C-7BFB-2CE9-F63800BE7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 Child Requirement To Block (Part 2B)</a:t>
            </a:r>
          </a:p>
        </p:txBody>
      </p:sp>
      <p:pic>
        <p:nvPicPr>
          <p:cNvPr id="21" name="Content Placeholder 14">
            <a:extLst>
              <a:ext uri="{FF2B5EF4-FFF2-40B4-BE49-F238E27FC236}">
                <a16:creationId xmlns:a16="http://schemas.microsoft.com/office/drawing/2014/main" id="{2069E864-A849-9AE3-294D-1C5D54E0FF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43963" t="16338" b="58441"/>
          <a:stretch>
            <a:fillRect/>
          </a:stretch>
        </p:blipFill>
        <p:spPr>
          <a:xfrm>
            <a:off x="1622468" y="1822516"/>
            <a:ext cx="10200138" cy="2467543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52A37D5-CCC0-1641-4FAF-D303837B22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Requirements Editor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2423B4E6-B36C-9CF9-C566-B3A909613C1F}"/>
              </a:ext>
            </a:extLst>
          </p:cNvPr>
          <p:cNvSpPr txBox="1">
            <a:spLocks/>
          </p:cNvSpPr>
          <p:nvPr/>
        </p:nvSpPr>
        <p:spPr>
          <a:xfrm>
            <a:off x="395818" y="1440495"/>
            <a:ext cx="10606652" cy="3657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Step 1. Observe Block has been linked to Child Requirement</a:t>
            </a:r>
          </a:p>
        </p:txBody>
      </p:sp>
      <p:pic>
        <p:nvPicPr>
          <p:cNvPr id="27" name="Content Placeholder 14">
            <a:extLst>
              <a:ext uri="{FF2B5EF4-FFF2-40B4-BE49-F238E27FC236}">
                <a16:creationId xmlns:a16="http://schemas.microsoft.com/office/drawing/2014/main" id="{B3332B7C-960C-D009-5C10-324EA59A9B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4" t="16339" r="72748" b="60665"/>
          <a:stretch>
            <a:fillRect/>
          </a:stretch>
        </p:blipFill>
        <p:spPr>
          <a:xfrm>
            <a:off x="369615" y="1822517"/>
            <a:ext cx="4943476" cy="2249864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770CFDC3-0BA0-2DA0-7A8E-C27310ACA9F8}"/>
              </a:ext>
            </a:extLst>
          </p:cNvPr>
          <p:cNvSpPr/>
          <p:nvPr/>
        </p:nvSpPr>
        <p:spPr>
          <a:xfrm>
            <a:off x="369615" y="1822517"/>
            <a:ext cx="11452770" cy="467938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E48993-E9CB-3357-C8A0-79DC7FC91B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52" t="15542" b="60066"/>
          <a:stretch>
            <a:fillRect/>
          </a:stretch>
        </p:blipFill>
        <p:spPr>
          <a:xfrm>
            <a:off x="4979871" y="1888435"/>
            <a:ext cx="6859561" cy="240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13283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7B4D45A-051F-0FDB-9E26-6038831C3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0D4FA463-7CE0-BE3C-F31D-F360717264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Step 2. Observe document has been saved. 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7F4D62D-3AB7-F929-B01D-488F6AEC54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Step 1. Click Save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7225D673-D293-2A50-9760-E5CAEE9C4D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Requirements Editor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9FFAA12A-03B6-4B5E-EDFB-2D6C25981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817" y="1025157"/>
            <a:ext cx="11341099" cy="618605"/>
          </a:xfrm>
        </p:spPr>
        <p:txBody>
          <a:bodyPr/>
          <a:lstStyle/>
          <a:p>
            <a:r>
              <a:rPr lang="en-US" dirty="0"/>
              <a:t>Save Changes</a:t>
            </a:r>
            <a:br>
              <a:rPr lang="en-US" dirty="0"/>
            </a:br>
            <a:r>
              <a:rPr lang="en-US" sz="1200" b="0" i="1" dirty="0">
                <a:solidFill>
                  <a:srgbClr val="FF0000"/>
                </a:solidFill>
              </a:rPr>
              <a:t>Note: The star * was removed after the save took place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EF19BE91-B6B1-C82F-5A47-8F90CCBF2072}"/>
              </a:ext>
            </a:extLst>
          </p:cNvPr>
          <p:cNvSpPr txBox="1">
            <a:spLocks/>
          </p:cNvSpPr>
          <p:nvPr/>
        </p:nvSpPr>
        <p:spPr>
          <a:xfrm>
            <a:off x="1693758" y="392566"/>
            <a:ext cx="10043158" cy="368300"/>
          </a:xfrm>
          <a:prstGeom prst="rect">
            <a:avLst/>
          </a:prstGeom>
        </p:spPr>
        <p:txBody>
          <a:bodyPr/>
          <a:lstStyle>
            <a:lvl1pPr marL="0" indent="0" algn="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71893CF0-4D76-C8A2-93E8-F4439365AB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619" b="65386"/>
          <a:stretch>
            <a:fillRect/>
          </a:stretch>
        </p:blipFill>
        <p:spPr>
          <a:xfrm>
            <a:off x="1707869" y="2881416"/>
            <a:ext cx="2999350" cy="34065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6" name="Content Placeholder 22">
            <a:extLst>
              <a:ext uri="{FF2B5EF4-FFF2-40B4-BE49-F238E27FC236}">
                <a16:creationId xmlns:a16="http://schemas.microsoft.com/office/drawing/2014/main" id="{2537E35D-01E4-0251-EE16-526D3F6A0BF1}"/>
              </a:ext>
            </a:extLst>
          </p:cNvPr>
          <p:cNvPicPr>
            <a:picLocks noGrp="1" noChangeAspect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245" b="64905"/>
          <a:stretch>
            <a:fillRect/>
          </a:stretch>
        </p:blipFill>
        <p:spPr>
          <a:xfrm>
            <a:off x="6203028" y="2859118"/>
            <a:ext cx="5443795" cy="345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543631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81A9E79-F32E-F9EE-459B-7D7905F50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8FBC10DE-65B8-AC8F-14B3-743BF16794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5818" y="1483206"/>
            <a:ext cx="11338560" cy="731520"/>
          </a:xfrm>
        </p:spPr>
        <p:txBody>
          <a:bodyPr/>
          <a:lstStyle/>
          <a:p>
            <a:r>
              <a:rPr lang="en-US" dirty="0"/>
              <a:t>Step 1. Click “APPS” tab and click down arrow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157EF24-F0FA-3B62-9BB6-7E55E3BD1A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Requirements Manager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BF400F1-2828-45BC-BEED-DBD5C425B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Requirements Manager</a:t>
            </a:r>
          </a:p>
        </p:txBody>
      </p:sp>
      <p:pic>
        <p:nvPicPr>
          <p:cNvPr id="15" name="Content Placeholder 3">
            <a:extLst>
              <a:ext uri="{FF2B5EF4-FFF2-40B4-BE49-F238E27FC236}">
                <a16:creationId xmlns:a16="http://schemas.microsoft.com/office/drawing/2014/main" id="{5BB691F1-55F5-8D19-F658-D9DA494C2B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6887" b="71002"/>
          <a:stretch>
            <a:fillRect/>
          </a:stretch>
        </p:blipFill>
        <p:spPr>
          <a:xfrm>
            <a:off x="395288" y="1820902"/>
            <a:ext cx="11339512" cy="2126531"/>
          </a:xfrm>
          <a:prstGeom prst="rect">
            <a:avLst/>
          </a:prstGeom>
        </p:spPr>
      </p:pic>
      <p:sp>
        <p:nvSpPr>
          <p:cNvPr id="18" name="Text Placeholder 44">
            <a:extLst>
              <a:ext uri="{FF2B5EF4-FFF2-40B4-BE49-F238E27FC236}">
                <a16:creationId xmlns:a16="http://schemas.microsoft.com/office/drawing/2014/main" id="{12424C7A-9EB0-F6B0-2E81-637E256095E0}"/>
              </a:ext>
            </a:extLst>
          </p:cNvPr>
          <p:cNvSpPr txBox="1">
            <a:spLocks/>
          </p:cNvSpPr>
          <p:nvPr/>
        </p:nvSpPr>
        <p:spPr>
          <a:xfrm>
            <a:off x="395396" y="4096002"/>
            <a:ext cx="5587437" cy="29369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kern="120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Step 2. Click “Requirements Manager”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447486-5D69-2001-6441-9EAE2C84F6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79" t="46008" r="60348" b="36420"/>
          <a:stretch>
            <a:fillRect/>
          </a:stretch>
        </p:blipFill>
        <p:spPr>
          <a:xfrm>
            <a:off x="395288" y="4479305"/>
            <a:ext cx="5919787" cy="1711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523602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8EA1BE7-D532-75B8-E064-AA021CBA61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How to Use Requirements Manager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92467DE-06A8-A960-95A9-3F4FCA2CE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Observe “Requirements Manager” panels were opened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B991C71-C75C-6E65-4799-1A617BED4C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489" y="1531938"/>
            <a:ext cx="8972697" cy="482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489934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F5036-8039-0E98-32EC-937893C87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48D9542-37E8-803E-1BD9-2D546D9B869C}"/>
              </a:ext>
            </a:extLst>
          </p:cNvPr>
          <p:cNvSpPr/>
          <p:nvPr/>
        </p:nvSpPr>
        <p:spPr>
          <a:xfrm>
            <a:off x="0" y="4803775"/>
            <a:ext cx="12192000" cy="10556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828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</a:t>
            </a:r>
            <a:r>
              <a:rPr lang="es-AR" sz="2400" dirty="0" err="1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Launch</a:t>
            </a:r>
            <a:r>
              <a:rPr lang="es-AR" sz="2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Quiz</a:t>
            </a:r>
            <a:endParaRPr lang="en-US" sz="2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2894012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2008710-C0EB-4FD2-A9EA-A8F1281D62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>
                <a:solidFill>
                  <a:srgbClr val="000000"/>
                </a:solidFill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400" dirty="0"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8" name="Add-in_Icon" descr="Icon for Microsoft Power BI.">
            <a:extLst>
              <a:ext uri="{FF2B5EF4-FFF2-40B4-BE49-F238E27FC236}">
                <a16:creationId xmlns:a16="http://schemas.microsoft.com/office/drawing/2014/main" id="{5D58D801-6773-16C9-A8D2-FFC7EBB3E71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448806" y="471750"/>
            <a:ext cx="291465" cy="291465"/>
          </a:xfrm>
          <a:prstGeom prst="rect">
            <a:avLst/>
          </a:prstGeom>
          <a:noFill/>
        </p:spPr>
      </p:pic>
      <p:sp>
        <p:nvSpPr>
          <p:cNvPr id="9" name="InstallationHelpContent">
            <a:extLst>
              <a:ext uri="{FF2B5EF4-FFF2-40B4-BE49-F238E27FC236}">
                <a16:creationId xmlns:a16="http://schemas.microsoft.com/office/drawing/2014/main" id="{7546BC82-82B0-1DA5-83A8-832E247AECA0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3"/>
              </a:rPr>
              <a:t>https://pages.store.office.com/addinsinstallpage.aspx?rs=en-US&amp;assetid=WA200003233&amp;isWac=True&amp;ui=en-US&amp;ad=US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InstallationHelpHeader">
            <a:extLst>
              <a:ext uri="{FF2B5EF4-FFF2-40B4-BE49-F238E27FC236}">
                <a16:creationId xmlns:a16="http://schemas.microsoft.com/office/drawing/2014/main" id="{16E6AD5B-209B-8FCB-3F9E-7AB7B48E2B16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pic>
        <p:nvPicPr>
          <p:cNvPr id="11" name="LaunchHelpImage" descr="Office ribbon open on the Home tab.">
            <a:extLst>
              <a:ext uri="{FF2B5EF4-FFF2-40B4-BE49-F238E27FC236}">
                <a16:creationId xmlns:a16="http://schemas.microsoft.com/office/drawing/2014/main" id="{6E6B97A0-7151-814C-B11C-2F769C4B6506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12" name="MyAdd-ins">
            <a:extLst>
              <a:ext uri="{FF2B5EF4-FFF2-40B4-BE49-F238E27FC236}">
                <a16:creationId xmlns:a16="http://schemas.microsoft.com/office/drawing/2014/main" id="{E02A9CC5-71EF-ECF3-5B79-196434B384F0}"/>
              </a:ext>
            </a:extLst>
          </p:cNvPr>
          <p:cNvSpPr txBox="1"/>
          <p:nvPr/>
        </p:nvSpPr>
        <p:spPr>
          <a:xfrm>
            <a:off x="5678424" y="3392424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Add-ins</a:t>
            </a:r>
            <a:endParaRPr lang="en-I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3" name="TabName">
            <a:extLst>
              <a:ext uri="{FF2B5EF4-FFF2-40B4-BE49-F238E27FC236}">
                <a16:creationId xmlns:a16="http://schemas.microsoft.com/office/drawing/2014/main" id="{20F738CC-6671-7BF5-89CF-590043DB1285}"/>
              </a:ext>
            </a:extLst>
          </p:cNvPr>
          <p:cNvSpPr txBox="1"/>
          <p:nvPr/>
        </p:nvSpPr>
        <p:spPr>
          <a:xfrm>
            <a:off x="1490472" y="2633472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Home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4" name="LaunchHelpContent2">
            <a:extLst>
              <a:ext uri="{FF2B5EF4-FFF2-40B4-BE49-F238E27FC236}">
                <a16:creationId xmlns:a16="http://schemas.microsoft.com/office/drawing/2014/main" id="{3D8CBDB8-9B83-3EA9-3404-247171A3877A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Home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5" name="LaunchHelpContent1">
            <a:extLst>
              <a:ext uri="{FF2B5EF4-FFF2-40B4-BE49-F238E27FC236}">
                <a16:creationId xmlns:a16="http://schemas.microsoft.com/office/drawing/2014/main" id="{40F34F9B-9A7C-0B18-CF10-40A6EA5E951F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Home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LaunchHelpHeader">
            <a:extLst>
              <a:ext uri="{FF2B5EF4-FFF2-40B4-BE49-F238E27FC236}">
                <a16:creationId xmlns:a16="http://schemas.microsoft.com/office/drawing/2014/main" id="{3B2EDEE1-3260-050C-41BB-338682ADDF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Relaunch the add-in</a:t>
            </a:r>
          </a:p>
        </p:txBody>
      </p:sp>
    </p:spTree>
    <p:extLst>
      <p:ext uri="{BB962C8B-B14F-4D97-AF65-F5344CB8AC3E}">
        <p14:creationId xmlns:p14="http://schemas.microsoft.com/office/powerpoint/2010/main" val="1242436032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127B0-FC76-9619-3B40-9CDC0B721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 Only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9C65C-2639-7A58-9087-D07C49590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Quiz – Summary Page</a:t>
            </a:r>
            <a:r>
              <a:rPr lang="en-US" dirty="0"/>
              <a:t> (METRICS for Mike and Brandon)</a:t>
            </a:r>
          </a:p>
          <a:p>
            <a:r>
              <a:rPr lang="en-US" dirty="0">
                <a:hlinkClick r:id="rId3"/>
              </a:rPr>
              <a:t>Quiz – Responses Overview</a:t>
            </a:r>
            <a:endParaRPr lang="en-US" dirty="0"/>
          </a:p>
          <a:p>
            <a:r>
              <a:rPr lang="en-US" dirty="0">
                <a:hlinkClick r:id="rId4"/>
              </a:rPr>
              <a:t>Quiz – Excel Log</a:t>
            </a:r>
            <a:r>
              <a:rPr lang="en-US" dirty="0"/>
              <a:t> </a:t>
            </a:r>
          </a:p>
          <a:p>
            <a:endParaRPr lang="en-US" dirty="0">
              <a:hlinkClick r:id="rId5"/>
            </a:endParaRPr>
          </a:p>
          <a:p>
            <a:r>
              <a:rPr lang="en-US" dirty="0">
                <a:hlinkClick r:id="rId5"/>
              </a:rPr>
              <a:t>My files – OneDrive</a:t>
            </a:r>
            <a:r>
              <a:rPr lang="en-US" dirty="0"/>
              <a:t> (Where Excel Log is stored)</a:t>
            </a:r>
          </a:p>
          <a:p>
            <a:endParaRPr lang="en-US" dirty="0">
              <a:hlinkClick r:id="rId6"/>
            </a:endParaRPr>
          </a:p>
          <a:p>
            <a:r>
              <a:rPr lang="en-US" dirty="0">
                <a:hlinkClick r:id="rId6"/>
              </a:rPr>
              <a:t>Power BI – Workspace</a:t>
            </a:r>
            <a:endParaRPr lang="en-US" dirty="0"/>
          </a:p>
          <a:p>
            <a:r>
              <a:rPr lang="en-US" dirty="0">
                <a:hlinkClick r:id="rId7"/>
              </a:rPr>
              <a:t>Power BI – Results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8CC46-32C2-B2A7-07C7-0E38FAB7FA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Only the Admin uses these links</a:t>
            </a:r>
          </a:p>
        </p:txBody>
      </p:sp>
    </p:spTree>
    <p:extLst>
      <p:ext uri="{BB962C8B-B14F-4D97-AF65-F5344CB8AC3E}">
        <p14:creationId xmlns:p14="http://schemas.microsoft.com/office/powerpoint/2010/main" val="3962092426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11491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ExdrrT4J0C1fnz5aAV6X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uB4lW1kl025PsSgEWBrJ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3kfiwG_mkuGI2Bt.8obmQ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k9RfcSQvEWHk.xzyeMKqg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2_Office Theme">
  <a:themeElements>
    <a:clrScheme name="Custom 9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32741"/>
      </a:accent1>
      <a:accent2>
        <a:srgbClr val="003B5D"/>
      </a:accent2>
      <a:accent3>
        <a:srgbClr val="7487A7"/>
      </a:accent3>
      <a:accent4>
        <a:srgbClr val="0254A1"/>
      </a:accent4>
      <a:accent5>
        <a:srgbClr val="007FC1"/>
      </a:accent5>
      <a:accent6>
        <a:srgbClr val="F36C38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>
          <a:defRPr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0BF5D2CCC9BE4EBBD35A8004C48EA3" ma:contentTypeVersion="9" ma:contentTypeDescription="Create a new document." ma:contentTypeScope="" ma:versionID="9eada2b7c4bdaa665e90d0121b8e42d2">
  <xsd:schema xmlns:xsd="http://www.w3.org/2001/XMLSchema" xmlns:xs="http://www.w3.org/2001/XMLSchema" xmlns:p="http://schemas.microsoft.com/office/2006/metadata/properties" xmlns:ns2="2d6c60d3-f5d7-4053-bda5-60231931954e" xmlns:ns3="0873cd69-40f1-433c-bf93-e1d73619fdb5" targetNamespace="http://schemas.microsoft.com/office/2006/metadata/properties" ma:root="true" ma:fieldsID="993ddfcb2f17b45b1238621a2ab33d08" ns2:_="" ns3:_="">
    <xsd:import namespace="2d6c60d3-f5d7-4053-bda5-60231931954e"/>
    <xsd:import namespace="0873cd69-40f1-433c-bf93-e1d73619fd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6c60d3-f5d7-4053-bda5-60231931954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73cd69-40f1-433c-bf93-e1d73619fdb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titus xmlns="http://schemas.titus.com/TitusProperties/">
  <TitusGUID xmlns="">ca970234-e768-44e0-9a43-073095044c65</TitusGUID>
  <TitusMetadata xmlns="">eyJucyI6Imh0dHA6XC9cL3d3dy50aXR1cy5jb21cL25zXC9OQVJBQ1VJIiwicHJvcHMiOlt7Im4iOiJEZXNpZ25hdGlvbiIsInZhbHMiOlt7InZhbHVlIjoiTlRETkNVSSJ9XX1dfQ==</TitusMetadata>
</titus>
</file>

<file path=customXml/itemProps1.xml><?xml version="1.0" encoding="utf-8"?>
<ds:datastoreItem xmlns:ds="http://schemas.openxmlformats.org/officeDocument/2006/customXml" ds:itemID="{4B2EC94B-890F-4F06-B798-4B4DED8D1AEE}">
  <ds:schemaRefs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terms/"/>
    <ds:schemaRef ds:uri="http://purl.org/dc/dcmitype/"/>
    <ds:schemaRef ds:uri="0873cd69-40f1-433c-bf93-e1d73619fdb5"/>
    <ds:schemaRef ds:uri="2d6c60d3-f5d7-4053-bda5-60231931954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8EE2F036-3CB6-498C-987A-D68D448BB16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EFACC39-F032-45A3-9C45-73967BBFF67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d6c60d3-f5d7-4053-bda5-60231931954e"/>
    <ds:schemaRef ds:uri="0873cd69-40f1-433c-bf93-e1d73619fd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51506775-A450-4DA8-B0A8-D0F0CE449F59}">
  <ds:schemaRefs>
    <ds:schemaRef ds:uri="http://schemas.titus.com/TitusProperties/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132338</TotalTime>
  <Words>4369</Words>
  <Application>Microsoft Office PowerPoint</Application>
  <PresentationFormat>Widescreen</PresentationFormat>
  <Paragraphs>616</Paragraphs>
  <Slides>126</Slides>
  <Notes>1</Notes>
  <HiddenSlides>28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126</vt:i4>
      </vt:variant>
    </vt:vector>
  </HeadingPairs>
  <TitlesOfParts>
    <vt:vector size="140" baseType="lpstr">
      <vt:lpstr>.AppleSystemUIFont</vt:lpstr>
      <vt:lpstr>Aptos</vt:lpstr>
      <vt:lpstr>Arial</vt:lpstr>
      <vt:lpstr>Arial Black</vt:lpstr>
      <vt:lpstr>Barlow ExtraBold</vt:lpstr>
      <vt:lpstr>Calibri</vt:lpstr>
      <vt:lpstr>Microsoft Sans Serif</vt:lpstr>
      <vt:lpstr>Segoe UI</vt:lpstr>
      <vt:lpstr>Segoe UI Light</vt:lpstr>
      <vt:lpstr>Segoe UI Semibold</vt:lpstr>
      <vt:lpstr>Times New Roman</vt:lpstr>
      <vt:lpstr>Wingdings</vt:lpstr>
      <vt:lpstr>2_Office Theme</vt:lpstr>
      <vt:lpstr>think-cell Slide</vt:lpstr>
      <vt:lpstr>Chapter 1 The Basics</vt:lpstr>
      <vt:lpstr>What is MATLAB and Simulink? MATLAB and Simulink provide a unified environment for model-based development, simulation, and verification of complex engineering systems.</vt:lpstr>
      <vt:lpstr>What are some useful commands for MATLAB and Simulink?</vt:lpstr>
      <vt:lpstr>Success looks like knowing how to …</vt:lpstr>
      <vt:lpstr>polynomial_System.slx (Model Settings) Note: How you Models Settings should be setup.</vt:lpstr>
      <vt:lpstr>polynomial_System.slx (Model File) Note: How your Model Should look when Finished</vt:lpstr>
      <vt:lpstr>polynomial_System.sldd (Data Dictionary)  Note: Contains Signals &amp; Parameters</vt:lpstr>
      <vt:lpstr>How to Download the Git Repo</vt:lpstr>
      <vt:lpstr>Git Hub Training Repo</vt:lpstr>
      <vt:lpstr>How to Open MATLAB &amp; SIMULINK</vt:lpstr>
      <vt:lpstr>Open MATLAB</vt:lpstr>
      <vt:lpstr>Review the MATLAB Window Layout</vt:lpstr>
      <vt:lpstr>Navigate to training folder (Summary)</vt:lpstr>
      <vt:lpstr>How to Add To Project</vt:lpstr>
      <vt:lpstr>Add “ch02” Folder and Sub Folders to Project</vt:lpstr>
      <vt:lpstr>Create New Folder “01_polynomial_System”</vt:lpstr>
      <vt:lpstr>Add “01_polynomial_System” Folder and Sub Folders to Project</vt:lpstr>
      <vt:lpstr>Navigate to training folder “01_polynomial_System”</vt:lpstr>
      <vt:lpstr>How to Create a new Simulink Model</vt:lpstr>
      <vt:lpstr>Detailed Success in this section looks like knowing how to …</vt:lpstr>
      <vt:lpstr>Navigate to training folder &amp; create Simulink Model</vt:lpstr>
      <vt:lpstr>Navigate to training folder &amp; create Simulink Model</vt:lpstr>
      <vt:lpstr>Rename Simulink File</vt:lpstr>
      <vt:lpstr>Observe File has been Renamed</vt:lpstr>
      <vt:lpstr>How to Use blocks</vt:lpstr>
      <vt:lpstr>Detailed Success in this section looks like knowing how to …</vt:lpstr>
      <vt:lpstr>Add Blocks to Simulink Model (Method 2)</vt:lpstr>
      <vt:lpstr>Add Clock</vt:lpstr>
      <vt:lpstr>Added Clock</vt:lpstr>
      <vt:lpstr>Add Square</vt:lpstr>
      <vt:lpstr>Added Square</vt:lpstr>
      <vt:lpstr>Add 1st Gain Block</vt:lpstr>
      <vt:lpstr>Added 1st Gain Block</vt:lpstr>
      <vt:lpstr>Add 2nd Gain Block</vt:lpstr>
      <vt:lpstr>Added 2nd Gain Block</vt:lpstr>
      <vt:lpstr>Add Constant Block</vt:lpstr>
      <vt:lpstr>Added Constant Block</vt:lpstr>
      <vt:lpstr>Add Sum Block</vt:lpstr>
      <vt:lpstr>Added Constant Block</vt:lpstr>
      <vt:lpstr>Add Data Type Conversion Block</vt:lpstr>
      <vt:lpstr>Added Data Type Conversion Block</vt:lpstr>
      <vt:lpstr>Add Outport Block</vt:lpstr>
      <vt:lpstr>Added Outport Block</vt:lpstr>
      <vt:lpstr>Add Signal Lines</vt:lpstr>
      <vt:lpstr>Align Blocks</vt:lpstr>
      <vt:lpstr>Show Property Inspector (Method 1) Note: This is my preferred method </vt:lpstr>
      <vt:lpstr>Show Property Inspector (Method 2) Note: This method will force property Inspector to activate</vt:lpstr>
      <vt:lpstr>Update Signal: t</vt:lpstr>
      <vt:lpstr>Update Signal: t_squared</vt:lpstr>
      <vt:lpstr>Update Parameter: COEFF_A</vt:lpstr>
      <vt:lpstr>Format Blocks to Same Size Note: The last block you select is used as the formatting reference. All other selected blocks will be formatted to match it.</vt:lpstr>
      <vt:lpstr>Format Blocks to Same Size Note: The last block you select is used as the formatting reference. All other selected blocks will be formatted to match it.</vt:lpstr>
      <vt:lpstr>Update Parameters: COEFF_B &amp; COEFF_C</vt:lpstr>
      <vt:lpstr>Update Signal: coeffA_t_squared</vt:lpstr>
      <vt:lpstr>Update Signal: neg_4t</vt:lpstr>
      <vt:lpstr>Update Signal: const_21</vt:lpstr>
      <vt:lpstr>Update Signal: y_raw</vt:lpstr>
      <vt:lpstr>Update Signal: y</vt:lpstr>
      <vt:lpstr>Save Model File</vt:lpstr>
      <vt:lpstr>How to Use Model Configuration</vt:lpstr>
      <vt:lpstr>Detailed Success in this section looks like knowing how to …</vt:lpstr>
      <vt:lpstr>Update Model Configurations (Part 1)</vt:lpstr>
      <vt:lpstr>Update Model Configurations (Part 2)</vt:lpstr>
      <vt:lpstr>Save Model File</vt:lpstr>
      <vt:lpstr>How to Use Model Explorer</vt:lpstr>
      <vt:lpstr>Detailed Success in this section looks like knowing how to …</vt:lpstr>
      <vt:lpstr>Open Model Explorer</vt:lpstr>
      <vt:lpstr>Create Data Dictionary File (.sldd) Note: In later chapters I deep dive the data dictionary. For now, I will only cover high level topics.</vt:lpstr>
      <vt:lpstr>Create Data Dictionary File (.sldd)</vt:lpstr>
      <vt:lpstr>Open Design Data</vt:lpstr>
      <vt:lpstr>Add Simulink Signal Note: Just Create the blank signal for now</vt:lpstr>
      <vt:lpstr>Add Simulink Parameter Note: Just Create the blank parameter for now</vt:lpstr>
      <vt:lpstr>Rename Signals and Parameters</vt:lpstr>
      <vt:lpstr>Mass Update Data Type Note: Mandatory</vt:lpstr>
      <vt:lpstr>Mass Update Dimensions Note: Optional</vt:lpstr>
      <vt:lpstr>Mass Update Storage Class Note: Optional</vt:lpstr>
      <vt:lpstr>Observe Data Dictionary After Mass Update</vt:lpstr>
      <vt:lpstr>Update Signal: y_raw</vt:lpstr>
      <vt:lpstr>Update Signal: y</vt:lpstr>
      <vt:lpstr>Update Signal: t_squared</vt:lpstr>
      <vt:lpstr>Update Signal: t</vt:lpstr>
      <vt:lpstr>Update Signal: neg_4t</vt:lpstr>
      <vt:lpstr>Update Signal: coeffA_t_squared</vt:lpstr>
      <vt:lpstr>Update Parameter: COEFF_C</vt:lpstr>
      <vt:lpstr>Update Parameter: COEFF_B</vt:lpstr>
      <vt:lpstr>Update Parameter: COEFF_A</vt:lpstr>
      <vt:lpstr>Save Changes made to Data Dictionary (.sldd) Note: Changes made to the data dictionary must be saved from Model Explorer. Otherwise, the changes will not be applied and may be lost. Note: Pressing Ctrl+S in Model Explorer does not save data dictionary changes. Instead, it may create a new signal or have a different action than expected. To save dictionary changes, right-click the data dictionary and select Save Changes. Yes, this behavior surprises everyone at least once. </vt:lpstr>
      <vt:lpstr>Save Model File</vt:lpstr>
      <vt:lpstr>How to Run a simulation</vt:lpstr>
      <vt:lpstr>Detailed Success in this section looks like knowing how to …</vt:lpstr>
      <vt:lpstr>Run Simulation</vt:lpstr>
      <vt:lpstr>How to Use Data inspector</vt:lpstr>
      <vt:lpstr>Detailed Success in this section looks like knowing how to …</vt:lpstr>
      <vt:lpstr>Open Data Inspector Note: Simulation must be run prior to opening Data inspector to observe raw values.</vt:lpstr>
      <vt:lpstr>Setup Data Inspector</vt:lpstr>
      <vt:lpstr>Add Cursor</vt:lpstr>
      <vt:lpstr>Save Data Inspector File</vt:lpstr>
      <vt:lpstr>How to Use blocks (Part 2)</vt:lpstr>
      <vt:lpstr>Detailed Success in this section looks like knowing how to …</vt:lpstr>
      <vt:lpstr>Formatting Blocks – Align Left Note: both lines and blocks may be selected for this section  Note: align commands will only affect the placement of the blocks</vt:lpstr>
      <vt:lpstr>Show Property Inspector (Method 1) Note: This method will force property Inspector to activate</vt:lpstr>
      <vt:lpstr>Show Property Inspector (Method 2) Note: This is my preferred method </vt:lpstr>
      <vt:lpstr>Update Signal Attributes (P1)</vt:lpstr>
      <vt:lpstr>Update Signal Attributes (P1)</vt:lpstr>
      <vt:lpstr>Save Changes Note: The star * was removed after the save took place</vt:lpstr>
      <vt:lpstr>How to Use Requirements editor</vt:lpstr>
      <vt:lpstr>Detailed Success in this section looks like knowing how to …</vt:lpstr>
      <vt:lpstr>Open Requirements Editor</vt:lpstr>
      <vt:lpstr>Create High Level Requirements (HLR) File (.slreqx)</vt:lpstr>
      <vt:lpstr>Add New Requirement Parent Requirement</vt:lpstr>
      <vt:lpstr>Update Requirement (Part 1)</vt:lpstr>
      <vt:lpstr>Update Requirement (Part 2) </vt:lpstr>
      <vt:lpstr>Add New Requirement Parent Requirement</vt:lpstr>
      <vt:lpstr>Edit Child Requirement (Part 1) </vt:lpstr>
      <vt:lpstr>Edit Child Requirement (Part 2) </vt:lpstr>
      <vt:lpstr>Link Child Requirement To Block (Part 1A)</vt:lpstr>
      <vt:lpstr>Link Child Requirement To Block (Part 2A)</vt:lpstr>
      <vt:lpstr>Link Child Requirement To Block (Part 1B)</vt:lpstr>
      <vt:lpstr>Link Child Requirement To Block (Part 2B)</vt:lpstr>
      <vt:lpstr>Save Changes Note: The star * was removed after the save took place</vt:lpstr>
      <vt:lpstr>Open Requirements Manager</vt:lpstr>
      <vt:lpstr>Observe “Requirements Manager” panels were opened</vt:lpstr>
      <vt:lpstr>PowerPoint Presentation</vt:lpstr>
      <vt:lpstr>Relaunch the add-in</vt:lpstr>
      <vt:lpstr>Admin Only Links</vt:lpstr>
      <vt:lpstr>PowerPoint Presentation</vt:lpstr>
    </vt:vector>
  </TitlesOfParts>
  <Company>Belcan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Aircraft Capabilities for Spirit Aerosystems Defense Group 1-15-21</dc:title>
  <dc:creator>Juraco, Devra D.</dc:creator>
  <cp:keywords/>
  <dc:description>Structural Analysis Capabilities</dc:description>
  <cp:lastModifiedBy>Tyler, Nathaniel</cp:lastModifiedBy>
  <cp:revision>2408</cp:revision>
  <cp:lastPrinted>2026-03-04T20:38:48Z</cp:lastPrinted>
  <dcterms:created xsi:type="dcterms:W3CDTF">2017-05-22T13:23:52Z</dcterms:created>
  <dcterms:modified xsi:type="dcterms:W3CDTF">2026-09-15T18:36:57Z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0x010100280BF5D2CCC9BE4EBBD35A8004C48EA3</vt:lpwstr>
  </property>
  <property fmtid="{D5CDD505-2E9C-101B-9397-08002B2CF9AE}" pid="3" name="docIndexRef">
    <vt:lpwstr>35f620e0-3dd2-4867-83d5-d9af9c72e9e3</vt:lpwstr>
  </property>
  <property fmtid="{D5CDD505-2E9C-101B-9397-08002B2CF9AE}" pid="4" name="bjDocumentSecurityLabel">
    <vt:lpwstr>No Marking</vt:lpwstr>
  </property>
  <property fmtid="{D5CDD505-2E9C-101B-9397-08002B2CF9AE}" pid="5" name="bjSaver">
    <vt:lpwstr>iVCgZez7e+NedMZW8m0dhRZDBR035PuE</vt:lpwstr>
  </property>
  <property fmtid="{D5CDD505-2E9C-101B-9397-08002B2CF9AE}" pid="6" name="Presentation">
    <vt:lpwstr>Aircraft Capabilities for Spirit Aerosystems Defense Group 1-15-21</vt:lpwstr>
  </property>
  <property fmtid="{D5CDD505-2E9C-101B-9397-08002B2CF9AE}" pid="7" name="SlideDescription">
    <vt:lpwstr>Structural Analysis Capabilities</vt:lpwstr>
  </property>
  <property fmtid="{D5CDD505-2E9C-101B-9397-08002B2CF9AE}" pid="8" name="bjClsUserRVM">
    <vt:lpwstr>[]</vt:lpwstr>
  </property>
  <property fmtid="{D5CDD505-2E9C-101B-9397-08002B2CF9AE}" pid="9" name="bjLabelHistoryID">
    <vt:lpwstr>{46014CD1-4077-46EA-8F24-7482198939F9}</vt:lpwstr>
  </property>
  <property fmtid="{D5CDD505-2E9C-101B-9397-08002B2CF9AE}" pid="10" name="TitusGUID">
    <vt:lpwstr>ca970234-e768-44e0-9a43-073095044c65</vt:lpwstr>
  </property>
  <property fmtid="{D5CDD505-2E9C-101B-9397-08002B2CF9AE}" pid="11" name="TitusDesignation">
    <vt:lpwstr>NTDNCUI</vt:lpwstr>
  </property>
</Properties>
</file>